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2" r:id="rId4"/>
    <p:sldMasterId id="2147483818" r:id="rId5"/>
  </p:sldMasterIdLst>
  <p:notesMasterIdLst>
    <p:notesMasterId r:id="rId44"/>
  </p:notesMasterIdLst>
  <p:handoutMasterIdLst>
    <p:handoutMasterId r:id="rId45"/>
  </p:handoutMasterIdLst>
  <p:sldIdLst>
    <p:sldId id="2134804681" r:id="rId6"/>
    <p:sldId id="2147329578" r:id="rId7"/>
    <p:sldId id="2147329544" r:id="rId8"/>
    <p:sldId id="2147329545" r:id="rId9"/>
    <p:sldId id="2147329546" r:id="rId10"/>
    <p:sldId id="2147329547" r:id="rId11"/>
    <p:sldId id="2147329548" r:id="rId12"/>
    <p:sldId id="2147329549" r:id="rId13"/>
    <p:sldId id="2147329550" r:id="rId14"/>
    <p:sldId id="2147329551" r:id="rId15"/>
    <p:sldId id="2147329552" r:id="rId16"/>
    <p:sldId id="2147329553" r:id="rId17"/>
    <p:sldId id="2147329554" r:id="rId18"/>
    <p:sldId id="2147329555" r:id="rId19"/>
    <p:sldId id="2147329556" r:id="rId20"/>
    <p:sldId id="2147329557" r:id="rId21"/>
    <p:sldId id="2147329558" r:id="rId22"/>
    <p:sldId id="2147329559" r:id="rId23"/>
    <p:sldId id="2147329560" r:id="rId24"/>
    <p:sldId id="2147329561" r:id="rId25"/>
    <p:sldId id="2147329562" r:id="rId26"/>
    <p:sldId id="2147329563" r:id="rId27"/>
    <p:sldId id="2147329577" r:id="rId28"/>
    <p:sldId id="2147329579" r:id="rId29"/>
    <p:sldId id="2147329564" r:id="rId30"/>
    <p:sldId id="2147329565" r:id="rId31"/>
    <p:sldId id="2147329566" r:id="rId32"/>
    <p:sldId id="2147329567" r:id="rId33"/>
    <p:sldId id="2147329568" r:id="rId34"/>
    <p:sldId id="2147329569" r:id="rId35"/>
    <p:sldId id="2147329570" r:id="rId36"/>
    <p:sldId id="2147329571" r:id="rId37"/>
    <p:sldId id="2147329572" r:id="rId38"/>
    <p:sldId id="2147329573" r:id="rId39"/>
    <p:sldId id="2147329574" r:id="rId40"/>
    <p:sldId id="2147329575" r:id="rId41"/>
    <p:sldId id="2147329576" r:id="rId42"/>
    <p:sldId id="1504" r:id="rId43"/>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E4173FF-5719-469B-8768-67FBC2E11602}">
          <p14:sldIdLst>
            <p14:sldId id="2134804681"/>
            <p14:sldId id="2147329578"/>
            <p14:sldId id="2147329544"/>
            <p14:sldId id="2147329545"/>
            <p14:sldId id="2147329546"/>
            <p14:sldId id="2147329547"/>
            <p14:sldId id="2147329548"/>
            <p14:sldId id="2147329549"/>
            <p14:sldId id="2147329550"/>
            <p14:sldId id="2147329551"/>
            <p14:sldId id="2147329552"/>
            <p14:sldId id="2147329553"/>
            <p14:sldId id="2147329554"/>
            <p14:sldId id="2147329555"/>
            <p14:sldId id="2147329556"/>
            <p14:sldId id="2147329557"/>
            <p14:sldId id="2147329558"/>
            <p14:sldId id="2147329559"/>
            <p14:sldId id="2147329560"/>
            <p14:sldId id="2147329561"/>
            <p14:sldId id="2147329562"/>
            <p14:sldId id="2147329563"/>
            <p14:sldId id="2147329577"/>
            <p14:sldId id="2147329579"/>
            <p14:sldId id="2147329564"/>
            <p14:sldId id="2147329565"/>
            <p14:sldId id="2147329566"/>
            <p14:sldId id="2147329567"/>
            <p14:sldId id="2147329568"/>
            <p14:sldId id="2147329569"/>
            <p14:sldId id="2147329570"/>
            <p14:sldId id="2147329571"/>
            <p14:sldId id="2147329572"/>
            <p14:sldId id="2147329573"/>
            <p14:sldId id="2147329574"/>
            <p14:sldId id="2147329575"/>
            <p14:sldId id="2147329576"/>
            <p14:sldId id="1504"/>
          </p14:sldIdLst>
        </p14:section>
      </p14:sectionLst>
    </p:ext>
    <p:ext uri="{EFAFB233-063F-42B5-8137-9DF3F51BA10A}">
      <p15:sldGuideLst xmlns:p15="http://schemas.microsoft.com/office/powerpoint/2012/main">
        <p15:guide id="1" orient="horz" pos="3720" userDrawn="1">
          <p15:clr>
            <a:srgbClr val="A4A3A4"/>
          </p15:clr>
        </p15:guide>
        <p15:guide id="2" pos="100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4B9553-933B-765B-B5D5-B5ECCD5AD3ED}" name="LIU, Isabelle [CPA]" initials="L[" userId="S::disaliu@polyu.edu.hk::9bc7daf3-fa80-4203-9372-85ef53c0b63e" providerId="AD"/>
  <p188:author id="{74D8B69B-E96A-131E-295B-9FC0F7277861}" name="TANG, cherry pl [CPA]" initials="Tcp[" userId="S::plingtang@polyu.edu.hk::58939631-3bf0-401a-965e-7ceadb5fbfe7" providerId="AD"/>
  <p188:author id="{38597BBF-C0B2-D508-6451-D274FDCA2890}" name="CHAN, Janice HW [CPA]" initials="C[" userId="S::jhchan@polyu.edu.hk::7103effe-acb1-4a4e-8995-907714c92d2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ANG, cherry pl [CPA]" initials="Tcp[" lastIdx="2" clrIdx="0">
    <p:extLst>
      <p:ext uri="{19B8F6BF-5375-455C-9EA6-DF929625EA0E}">
        <p15:presenceInfo xmlns:p15="http://schemas.microsoft.com/office/powerpoint/2012/main" userId="S::plingtang@polyu.edu.hk::58939631-3bf0-401a-965e-7ceadb5fbf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1F38"/>
    <a:srgbClr val="000B60"/>
    <a:srgbClr val="020A1C"/>
    <a:srgbClr val="9F2536"/>
    <a:srgbClr val="2E75B6"/>
    <a:srgbClr val="5C646F"/>
    <a:srgbClr val="D9D9D9"/>
    <a:srgbClr val="990000"/>
    <a:srgbClr val="9E1E37"/>
    <a:srgbClr val="FCAC22"/>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52" autoAdjust="0"/>
    <p:restoredTop sz="96247" autoAdjust="0"/>
  </p:normalViewPr>
  <p:slideViewPr>
    <p:cSldViewPr snapToGrid="0">
      <p:cViewPr varScale="1">
        <p:scale>
          <a:sx n="106" d="100"/>
          <a:sy n="106" d="100"/>
        </p:scale>
        <p:origin x="582" y="138"/>
      </p:cViewPr>
      <p:guideLst>
        <p:guide orient="horz" pos="3720"/>
        <p:guide pos="1008"/>
      </p:guideLst>
    </p:cSldViewPr>
  </p:slideViewPr>
  <p:notesTextViewPr>
    <p:cViewPr>
      <p:scale>
        <a:sx n="1" d="1"/>
        <a:sy n="1" d="1"/>
      </p:scale>
      <p:origin x="0" y="0"/>
    </p:cViewPr>
  </p:notesTextViewPr>
  <p:sorterViewPr>
    <p:cViewPr>
      <p:scale>
        <a:sx n="200" d="100"/>
        <a:sy n="200" d="100"/>
      </p:scale>
      <p:origin x="0" y="-6036"/>
    </p:cViewPr>
  </p:sorterViewPr>
  <p:notesViewPr>
    <p:cSldViewPr snapToGrid="0">
      <p:cViewPr varScale="1">
        <p:scale>
          <a:sx n="77" d="100"/>
          <a:sy n="77" d="100"/>
        </p:scale>
        <p:origin x="6000" y="12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U, cwyiu [IC]" userId="bf614949-7652-487e-94c4-bd05b6d44df9" providerId="ADAL" clId="{E7BD8F4C-33A1-4EA5-B9EC-E33B1E25C004}"/>
    <pc:docChg chg="undo custSel addSld delSld modSld modMainMaster modSection">
      <pc:chgData name="YIU, cwyiu [IC]" userId="bf614949-7652-487e-94c4-bd05b6d44df9" providerId="ADAL" clId="{E7BD8F4C-33A1-4EA5-B9EC-E33B1E25C004}" dt="2026-10-29T12:19:08.214" v="2973" actId="20577"/>
      <pc:docMkLst>
        <pc:docMk/>
      </pc:docMkLst>
      <pc:sldChg chg="delSp modSp mod">
        <pc:chgData name="YIU, cwyiu [IC]" userId="bf614949-7652-487e-94c4-bd05b6d44df9" providerId="ADAL" clId="{E7BD8F4C-33A1-4EA5-B9EC-E33B1E25C004}" dt="2026-10-29T11:53:59.353" v="2634" actId="20577"/>
        <pc:sldMkLst>
          <pc:docMk/>
          <pc:sldMk cId="1198409503" sldId="2134804681"/>
        </pc:sldMkLst>
        <pc:spChg chg="del">
          <ac:chgData name="YIU, cwyiu [IC]" userId="bf614949-7652-487e-94c4-bd05b6d44df9" providerId="ADAL" clId="{E7BD8F4C-33A1-4EA5-B9EC-E33B1E25C004}" dt="2026-10-29T05:39:26.099" v="762" actId="478"/>
          <ac:spMkLst>
            <pc:docMk/>
            <pc:sldMk cId="1198409503" sldId="2134804681"/>
            <ac:spMk id="4" creationId="{00000000-0000-0000-0000-000000000000}"/>
          </ac:spMkLst>
        </pc:spChg>
        <pc:spChg chg="mod">
          <ac:chgData name="YIU, cwyiu [IC]" userId="bf614949-7652-487e-94c4-bd05b6d44df9" providerId="ADAL" clId="{E7BD8F4C-33A1-4EA5-B9EC-E33B1E25C004}" dt="2026-10-29T11:53:59.353" v="2634" actId="20577"/>
          <ac:spMkLst>
            <pc:docMk/>
            <pc:sldMk cId="1198409503" sldId="2134804681"/>
            <ac:spMk id="6" creationId="{D256F3B1-9342-814D-A447-3E226B1825BB}"/>
          </ac:spMkLst>
        </pc:spChg>
      </pc:sldChg>
      <pc:sldChg chg="delSp del mod">
        <pc:chgData name="YIU, cwyiu [IC]" userId="bf614949-7652-487e-94c4-bd05b6d44df9" providerId="ADAL" clId="{E7BD8F4C-33A1-4EA5-B9EC-E33B1E25C004}" dt="2026-10-29T05:34:28.296" v="249" actId="47"/>
        <pc:sldMkLst>
          <pc:docMk/>
          <pc:sldMk cId="3658196434" sldId="2147329542"/>
        </pc:sldMkLst>
        <pc:spChg chg="del">
          <ac:chgData name="YIU, cwyiu [IC]" userId="bf614949-7652-487e-94c4-bd05b6d44df9" providerId="ADAL" clId="{E7BD8F4C-33A1-4EA5-B9EC-E33B1E25C004}" dt="2026-10-29T05:29:48.925" v="47" actId="21"/>
          <ac:spMkLst>
            <pc:docMk/>
            <pc:sldMk cId="3658196434" sldId="2147329542"/>
            <ac:spMk id="2" creationId="{021EFC29-CE29-017E-04DB-AEAAA8E09A90}"/>
          </ac:spMkLst>
        </pc:spChg>
        <pc:spChg chg="del">
          <ac:chgData name="YIU, cwyiu [IC]" userId="bf614949-7652-487e-94c4-bd05b6d44df9" providerId="ADAL" clId="{E7BD8F4C-33A1-4EA5-B9EC-E33B1E25C004}" dt="2026-10-29T05:29:48.925" v="47" actId="21"/>
          <ac:spMkLst>
            <pc:docMk/>
            <pc:sldMk cId="3658196434" sldId="2147329542"/>
            <ac:spMk id="5" creationId="{E587F500-42A3-7762-F515-C59747CC6483}"/>
          </ac:spMkLst>
        </pc:spChg>
        <pc:spChg chg="del">
          <ac:chgData name="YIU, cwyiu [IC]" userId="bf614949-7652-487e-94c4-bd05b6d44df9" providerId="ADAL" clId="{E7BD8F4C-33A1-4EA5-B9EC-E33B1E25C004}" dt="2026-10-29T05:29:48.925" v="47" actId="21"/>
          <ac:spMkLst>
            <pc:docMk/>
            <pc:sldMk cId="3658196434" sldId="2147329542"/>
            <ac:spMk id="6" creationId="{DB4A8E7F-EEBD-794B-7BCF-64E70A39184A}"/>
          </ac:spMkLst>
        </pc:spChg>
        <pc:spChg chg="del">
          <ac:chgData name="YIU, cwyiu [IC]" userId="bf614949-7652-487e-94c4-bd05b6d44df9" providerId="ADAL" clId="{E7BD8F4C-33A1-4EA5-B9EC-E33B1E25C004}" dt="2026-10-29T05:29:48.925" v="47" actId="21"/>
          <ac:spMkLst>
            <pc:docMk/>
            <pc:sldMk cId="3658196434" sldId="2147329542"/>
            <ac:spMk id="7" creationId="{363D0006-4539-6371-A9B3-C28C3417BFA1}"/>
          </ac:spMkLst>
        </pc:spChg>
        <pc:spChg chg="del">
          <ac:chgData name="YIU, cwyiu [IC]" userId="bf614949-7652-487e-94c4-bd05b6d44df9" providerId="ADAL" clId="{E7BD8F4C-33A1-4EA5-B9EC-E33B1E25C004}" dt="2026-10-29T05:29:48.925" v="47" actId="21"/>
          <ac:spMkLst>
            <pc:docMk/>
            <pc:sldMk cId="3658196434" sldId="2147329542"/>
            <ac:spMk id="8" creationId="{2F505BB4-84E0-A3B0-9220-FCBEFC9CACE4}"/>
          </ac:spMkLst>
        </pc:spChg>
        <pc:spChg chg="del">
          <ac:chgData name="YIU, cwyiu [IC]" userId="bf614949-7652-487e-94c4-bd05b6d44df9" providerId="ADAL" clId="{E7BD8F4C-33A1-4EA5-B9EC-E33B1E25C004}" dt="2026-10-29T05:29:48.925" v="47" actId="21"/>
          <ac:spMkLst>
            <pc:docMk/>
            <pc:sldMk cId="3658196434" sldId="2147329542"/>
            <ac:spMk id="9" creationId="{B2FE2376-31E9-53A2-38AA-D4B740FCE36C}"/>
          </ac:spMkLst>
        </pc:spChg>
        <pc:spChg chg="del">
          <ac:chgData name="YIU, cwyiu [IC]" userId="bf614949-7652-487e-94c4-bd05b6d44df9" providerId="ADAL" clId="{E7BD8F4C-33A1-4EA5-B9EC-E33B1E25C004}" dt="2026-10-29T05:29:48.925" v="47" actId="21"/>
          <ac:spMkLst>
            <pc:docMk/>
            <pc:sldMk cId="3658196434" sldId="2147329542"/>
            <ac:spMk id="10" creationId="{4A566CB1-03AC-4A36-3901-1F4A33DC85CA}"/>
          </ac:spMkLst>
        </pc:spChg>
        <pc:spChg chg="del">
          <ac:chgData name="YIU, cwyiu [IC]" userId="bf614949-7652-487e-94c4-bd05b6d44df9" providerId="ADAL" clId="{E7BD8F4C-33A1-4EA5-B9EC-E33B1E25C004}" dt="2026-10-29T05:29:48.925" v="47" actId="21"/>
          <ac:spMkLst>
            <pc:docMk/>
            <pc:sldMk cId="3658196434" sldId="2147329542"/>
            <ac:spMk id="11" creationId="{6A7B9C6E-500B-195B-3B5E-45A5BAC6C44C}"/>
          </ac:spMkLst>
        </pc:spChg>
        <pc:spChg chg="del">
          <ac:chgData name="YIU, cwyiu [IC]" userId="bf614949-7652-487e-94c4-bd05b6d44df9" providerId="ADAL" clId="{E7BD8F4C-33A1-4EA5-B9EC-E33B1E25C004}" dt="2026-10-29T05:29:48.925" v="47" actId="21"/>
          <ac:spMkLst>
            <pc:docMk/>
            <pc:sldMk cId="3658196434" sldId="2147329542"/>
            <ac:spMk id="12" creationId="{303D1418-52CD-31A6-7425-476BC7BB854F}"/>
          </ac:spMkLst>
        </pc:spChg>
      </pc:sldChg>
      <pc:sldChg chg="delSp modSp del mod">
        <pc:chgData name="YIU, cwyiu [IC]" userId="bf614949-7652-487e-94c4-bd05b6d44df9" providerId="ADAL" clId="{E7BD8F4C-33A1-4EA5-B9EC-E33B1E25C004}" dt="2026-10-29T05:34:27.460" v="248" actId="47"/>
        <pc:sldMkLst>
          <pc:docMk/>
          <pc:sldMk cId="3862106452" sldId="2147329543"/>
        </pc:sldMkLst>
        <pc:spChg chg="mod">
          <ac:chgData name="YIU, cwyiu [IC]" userId="bf614949-7652-487e-94c4-bd05b6d44df9" providerId="ADAL" clId="{E7BD8F4C-33A1-4EA5-B9EC-E33B1E25C004}" dt="2026-10-29T05:30:00.406" v="49" actId="21"/>
          <ac:spMkLst>
            <pc:docMk/>
            <pc:sldMk cId="3862106452" sldId="2147329543"/>
            <ac:spMk id="4" creationId="{4F7410C9-9BA3-F7EB-6287-AD0BCAF31EFD}"/>
          </ac:spMkLst>
        </pc:spChg>
        <pc:spChg chg="del">
          <ac:chgData name="YIU, cwyiu [IC]" userId="bf614949-7652-487e-94c4-bd05b6d44df9" providerId="ADAL" clId="{E7BD8F4C-33A1-4EA5-B9EC-E33B1E25C004}" dt="2026-10-29T05:28:43.167" v="39" actId="21"/>
          <ac:spMkLst>
            <pc:docMk/>
            <pc:sldMk cId="3862106452" sldId="2147329543"/>
            <ac:spMk id="5" creationId="{47291ACC-64E2-72AE-B297-67607B31FBFB}"/>
          </ac:spMkLst>
        </pc:spChg>
        <pc:spChg chg="del">
          <ac:chgData name="YIU, cwyiu [IC]" userId="bf614949-7652-487e-94c4-bd05b6d44df9" providerId="ADAL" clId="{E7BD8F4C-33A1-4EA5-B9EC-E33B1E25C004}" dt="2026-10-29T05:28:43.167" v="39" actId="21"/>
          <ac:spMkLst>
            <pc:docMk/>
            <pc:sldMk cId="3862106452" sldId="2147329543"/>
            <ac:spMk id="6" creationId="{24AC8BFE-EE30-0694-C543-A7D4F79E966C}"/>
          </ac:spMkLst>
        </pc:spChg>
      </pc:sldChg>
      <pc:sldChg chg="addSp delSp modSp new mod">
        <pc:chgData name="YIU, cwyiu [IC]" userId="bf614949-7652-487e-94c4-bd05b6d44df9" providerId="ADAL" clId="{E7BD8F4C-33A1-4EA5-B9EC-E33B1E25C004}" dt="2026-10-29T11:54:21.682" v="2649" actId="20577"/>
        <pc:sldMkLst>
          <pc:docMk/>
          <pc:sldMk cId="742544175" sldId="2147329544"/>
        </pc:sldMkLst>
        <pc:spChg chg="del">
          <ac:chgData name="YIU, cwyiu [IC]" userId="bf614949-7652-487e-94c4-bd05b6d44df9" providerId="ADAL" clId="{E7BD8F4C-33A1-4EA5-B9EC-E33B1E25C004}" dt="2026-10-29T05:28:59.245" v="41" actId="478"/>
          <ac:spMkLst>
            <pc:docMk/>
            <pc:sldMk cId="742544175" sldId="2147329544"/>
            <ac:spMk id="2" creationId="{4E8BFDF4-FB00-B339-41D7-F62CF4855376}"/>
          </ac:spMkLst>
        </pc:spChg>
        <pc:spChg chg="mod">
          <ac:chgData name="YIU, cwyiu [IC]" userId="bf614949-7652-487e-94c4-bd05b6d44df9" providerId="ADAL" clId="{E7BD8F4C-33A1-4EA5-B9EC-E33B1E25C004}" dt="2026-10-29T05:35:20.891" v="322" actId="1035"/>
          <ac:spMkLst>
            <pc:docMk/>
            <pc:sldMk cId="742544175" sldId="2147329544"/>
            <ac:spMk id="3" creationId="{EE7C3974-5AEB-69A9-7F04-A6FD712FF74B}"/>
          </ac:spMkLst>
        </pc:spChg>
        <pc:spChg chg="mod">
          <ac:chgData name="YIU, cwyiu [IC]" userId="bf614949-7652-487e-94c4-bd05b6d44df9" providerId="ADAL" clId="{E7BD8F4C-33A1-4EA5-B9EC-E33B1E25C004}" dt="2026-10-29T11:54:21.682" v="2649" actId="20577"/>
          <ac:spMkLst>
            <pc:docMk/>
            <pc:sldMk cId="742544175" sldId="2147329544"/>
            <ac:spMk id="4" creationId="{0750B0EA-2E49-906B-0423-C3F9205BA8FA}"/>
          </ac:spMkLst>
        </pc:spChg>
        <pc:spChg chg="add mod">
          <ac:chgData name="YIU, cwyiu [IC]" userId="bf614949-7652-487e-94c4-bd05b6d44df9" providerId="ADAL" clId="{E7BD8F4C-33A1-4EA5-B9EC-E33B1E25C004}" dt="2026-10-29T05:28:46.133" v="40"/>
          <ac:spMkLst>
            <pc:docMk/>
            <pc:sldMk cId="742544175" sldId="2147329544"/>
            <ac:spMk id="5" creationId="{47291ACC-64E2-72AE-B297-67607B31FBFB}"/>
          </ac:spMkLst>
        </pc:spChg>
        <pc:spChg chg="add mod">
          <ac:chgData name="YIU, cwyiu [IC]" userId="bf614949-7652-487e-94c4-bd05b6d44df9" providerId="ADAL" clId="{E7BD8F4C-33A1-4EA5-B9EC-E33B1E25C004}" dt="2026-10-29T05:28:46.133" v="40"/>
          <ac:spMkLst>
            <pc:docMk/>
            <pc:sldMk cId="742544175" sldId="2147329544"/>
            <ac:spMk id="6" creationId="{24AC8BFE-EE30-0694-C543-A7D4F79E966C}"/>
          </ac:spMkLst>
        </pc:spChg>
      </pc:sldChg>
      <pc:sldChg chg="del">
        <pc:chgData name="YIU, cwyiu [IC]" userId="bf614949-7652-487e-94c4-bd05b6d44df9" providerId="ADAL" clId="{E7BD8F4C-33A1-4EA5-B9EC-E33B1E25C004}" dt="2026-10-29T05:28:11.888" v="31" actId="47"/>
        <pc:sldMkLst>
          <pc:docMk/>
          <pc:sldMk cId="1747769438" sldId="2147329544"/>
        </pc:sldMkLst>
      </pc:sldChg>
      <pc:sldChg chg="addSp delSp modSp add mod">
        <pc:chgData name="YIU, cwyiu [IC]" userId="bf614949-7652-487e-94c4-bd05b6d44df9" providerId="ADAL" clId="{E7BD8F4C-33A1-4EA5-B9EC-E33B1E25C004}" dt="2026-10-29T11:54:33.232" v="2664" actId="20577"/>
        <pc:sldMkLst>
          <pc:docMk/>
          <pc:sldMk cId="2584157917" sldId="2147329545"/>
        </pc:sldMkLst>
        <pc:spChg chg="del">
          <ac:chgData name="YIU, cwyiu [IC]" userId="bf614949-7652-487e-94c4-bd05b6d44df9" providerId="ADAL" clId="{E7BD8F4C-33A1-4EA5-B9EC-E33B1E25C004}" dt="2026-10-29T05:29:16.699" v="42" actId="478"/>
          <ac:spMkLst>
            <pc:docMk/>
            <pc:sldMk cId="2584157917" sldId="2147329545"/>
            <ac:spMk id="2" creationId="{4E8BFDF4-FB00-B339-41D7-F62CF4855376}"/>
          </ac:spMkLst>
        </pc:spChg>
        <pc:spChg chg="mod">
          <ac:chgData name="YIU, cwyiu [IC]" userId="bf614949-7652-487e-94c4-bd05b6d44df9" providerId="ADAL" clId="{E7BD8F4C-33A1-4EA5-B9EC-E33B1E25C004}" dt="2026-10-29T05:35:31.745" v="345" actId="1036"/>
          <ac:spMkLst>
            <pc:docMk/>
            <pc:sldMk cId="2584157917" sldId="2147329545"/>
            <ac:spMk id="3" creationId="{EE7C3974-5AEB-69A9-7F04-A6FD712FF74B}"/>
          </ac:spMkLst>
        </pc:spChg>
        <pc:spChg chg="mod">
          <ac:chgData name="YIU, cwyiu [IC]" userId="bf614949-7652-487e-94c4-bd05b6d44df9" providerId="ADAL" clId="{E7BD8F4C-33A1-4EA5-B9EC-E33B1E25C004}" dt="2026-10-29T11:54:33.232" v="2664" actId="20577"/>
          <ac:spMkLst>
            <pc:docMk/>
            <pc:sldMk cId="2584157917" sldId="2147329545"/>
            <ac:spMk id="4" creationId="{0750B0EA-2E49-906B-0423-C3F9205BA8FA}"/>
          </ac:spMkLst>
        </pc:spChg>
        <pc:spChg chg="add mod">
          <ac:chgData name="YIU, cwyiu [IC]" userId="bf614949-7652-487e-94c4-bd05b6d44df9" providerId="ADAL" clId="{E7BD8F4C-33A1-4EA5-B9EC-E33B1E25C004}" dt="2026-10-29T05:29:51.293" v="48"/>
          <ac:spMkLst>
            <pc:docMk/>
            <pc:sldMk cId="2584157917" sldId="2147329545"/>
            <ac:spMk id="5" creationId="{021EFC29-CE29-017E-04DB-AEAAA8E09A90}"/>
          </ac:spMkLst>
        </pc:spChg>
        <pc:spChg chg="add mod">
          <ac:chgData name="YIU, cwyiu [IC]" userId="bf614949-7652-487e-94c4-bd05b6d44df9" providerId="ADAL" clId="{E7BD8F4C-33A1-4EA5-B9EC-E33B1E25C004}" dt="2026-10-29T11:27:16.357" v="2392" actId="20577"/>
          <ac:spMkLst>
            <pc:docMk/>
            <pc:sldMk cId="2584157917" sldId="2147329545"/>
            <ac:spMk id="6" creationId="{E587F500-42A3-7762-F515-C59747CC6483}"/>
          </ac:spMkLst>
        </pc:spChg>
        <pc:spChg chg="add mod">
          <ac:chgData name="YIU, cwyiu [IC]" userId="bf614949-7652-487e-94c4-bd05b6d44df9" providerId="ADAL" clId="{E7BD8F4C-33A1-4EA5-B9EC-E33B1E25C004}" dt="2026-10-29T06:55:00.951" v="2242" actId="207"/>
          <ac:spMkLst>
            <pc:docMk/>
            <pc:sldMk cId="2584157917" sldId="2147329545"/>
            <ac:spMk id="7" creationId="{DB4A8E7F-EEBD-794B-7BCF-64E70A39184A}"/>
          </ac:spMkLst>
        </pc:spChg>
        <pc:spChg chg="add mod">
          <ac:chgData name="YIU, cwyiu [IC]" userId="bf614949-7652-487e-94c4-bd05b6d44df9" providerId="ADAL" clId="{E7BD8F4C-33A1-4EA5-B9EC-E33B1E25C004}" dt="2026-10-29T05:29:51.293" v="48"/>
          <ac:spMkLst>
            <pc:docMk/>
            <pc:sldMk cId="2584157917" sldId="2147329545"/>
            <ac:spMk id="8" creationId="{363D0006-4539-6371-A9B3-C28C3417BFA1}"/>
          </ac:spMkLst>
        </pc:spChg>
        <pc:spChg chg="add mod">
          <ac:chgData name="YIU, cwyiu [IC]" userId="bf614949-7652-487e-94c4-bd05b6d44df9" providerId="ADAL" clId="{E7BD8F4C-33A1-4EA5-B9EC-E33B1E25C004}" dt="2026-10-29T05:29:51.293" v="48"/>
          <ac:spMkLst>
            <pc:docMk/>
            <pc:sldMk cId="2584157917" sldId="2147329545"/>
            <ac:spMk id="9" creationId="{2F505BB4-84E0-A3B0-9220-FCBEFC9CACE4}"/>
          </ac:spMkLst>
        </pc:spChg>
        <pc:spChg chg="add mod">
          <ac:chgData name="YIU, cwyiu [IC]" userId="bf614949-7652-487e-94c4-bd05b6d44df9" providerId="ADAL" clId="{E7BD8F4C-33A1-4EA5-B9EC-E33B1E25C004}" dt="2026-10-29T05:29:51.293" v="48"/>
          <ac:spMkLst>
            <pc:docMk/>
            <pc:sldMk cId="2584157917" sldId="2147329545"/>
            <ac:spMk id="10" creationId="{B2FE2376-31E9-53A2-38AA-D4B740FCE36C}"/>
          </ac:spMkLst>
        </pc:spChg>
        <pc:spChg chg="add mod">
          <ac:chgData name="YIU, cwyiu [IC]" userId="bf614949-7652-487e-94c4-bd05b6d44df9" providerId="ADAL" clId="{E7BD8F4C-33A1-4EA5-B9EC-E33B1E25C004}" dt="2026-10-29T05:29:51.293" v="48"/>
          <ac:spMkLst>
            <pc:docMk/>
            <pc:sldMk cId="2584157917" sldId="2147329545"/>
            <ac:spMk id="11" creationId="{4A566CB1-03AC-4A36-3901-1F4A33DC85CA}"/>
          </ac:spMkLst>
        </pc:spChg>
        <pc:spChg chg="add mod">
          <ac:chgData name="YIU, cwyiu [IC]" userId="bf614949-7652-487e-94c4-bd05b6d44df9" providerId="ADAL" clId="{E7BD8F4C-33A1-4EA5-B9EC-E33B1E25C004}" dt="2026-10-29T05:29:51.293" v="48"/>
          <ac:spMkLst>
            <pc:docMk/>
            <pc:sldMk cId="2584157917" sldId="2147329545"/>
            <ac:spMk id="12" creationId="{6A7B9C6E-500B-195B-3B5E-45A5BAC6C44C}"/>
          </ac:spMkLst>
        </pc:spChg>
        <pc:spChg chg="add mod">
          <ac:chgData name="YIU, cwyiu [IC]" userId="bf614949-7652-487e-94c4-bd05b6d44df9" providerId="ADAL" clId="{E7BD8F4C-33A1-4EA5-B9EC-E33B1E25C004}" dt="2026-10-29T05:29:51.293" v="48"/>
          <ac:spMkLst>
            <pc:docMk/>
            <pc:sldMk cId="2584157917" sldId="2147329545"/>
            <ac:spMk id="13" creationId="{303D1418-52CD-31A6-7425-476BC7BB854F}"/>
          </ac:spMkLst>
        </pc:spChg>
      </pc:sldChg>
      <pc:sldChg chg="del">
        <pc:chgData name="YIU, cwyiu [IC]" userId="bf614949-7652-487e-94c4-bd05b6d44df9" providerId="ADAL" clId="{E7BD8F4C-33A1-4EA5-B9EC-E33B1E25C004}" dt="2026-10-29T05:28:11.888" v="31" actId="47"/>
        <pc:sldMkLst>
          <pc:docMk/>
          <pc:sldMk cId="3978763574" sldId="2147329545"/>
        </pc:sldMkLst>
      </pc:sldChg>
      <pc:sldChg chg="del">
        <pc:chgData name="YIU, cwyiu [IC]" userId="bf614949-7652-487e-94c4-bd05b6d44df9" providerId="ADAL" clId="{E7BD8F4C-33A1-4EA5-B9EC-E33B1E25C004}" dt="2026-10-29T05:28:11.888" v="31" actId="47"/>
        <pc:sldMkLst>
          <pc:docMk/>
          <pc:sldMk cId="2219191934" sldId="2147329546"/>
        </pc:sldMkLst>
      </pc:sldChg>
      <pc:sldChg chg="addSp delSp modSp add mod">
        <pc:chgData name="YIU, cwyiu [IC]" userId="bf614949-7652-487e-94c4-bd05b6d44df9" providerId="ADAL" clId="{E7BD8F4C-33A1-4EA5-B9EC-E33B1E25C004}" dt="2026-10-29T11:54:46.489" v="2681" actId="20577"/>
        <pc:sldMkLst>
          <pc:docMk/>
          <pc:sldMk cId="3382255670" sldId="2147329546"/>
        </pc:sldMkLst>
        <pc:spChg chg="del">
          <ac:chgData name="YIU, cwyiu [IC]" userId="bf614949-7652-487e-94c4-bd05b6d44df9" providerId="ADAL" clId="{E7BD8F4C-33A1-4EA5-B9EC-E33B1E25C004}" dt="2026-10-29T05:29:21.369" v="43" actId="478"/>
          <ac:spMkLst>
            <pc:docMk/>
            <pc:sldMk cId="3382255670" sldId="2147329546"/>
            <ac:spMk id="2" creationId="{4E8BFDF4-FB00-B339-41D7-F62CF4855376}"/>
          </ac:spMkLst>
        </pc:spChg>
        <pc:spChg chg="mod">
          <ac:chgData name="YIU, cwyiu [IC]" userId="bf614949-7652-487e-94c4-bd05b6d44df9" providerId="ADAL" clId="{E7BD8F4C-33A1-4EA5-B9EC-E33B1E25C004}" dt="2026-10-29T05:35:42.065" v="391" actId="1035"/>
          <ac:spMkLst>
            <pc:docMk/>
            <pc:sldMk cId="3382255670" sldId="2147329546"/>
            <ac:spMk id="3" creationId="{EE7C3974-5AEB-69A9-7F04-A6FD712FF74B}"/>
          </ac:spMkLst>
        </pc:spChg>
        <pc:spChg chg="mod">
          <ac:chgData name="YIU, cwyiu [IC]" userId="bf614949-7652-487e-94c4-bd05b6d44df9" providerId="ADAL" clId="{E7BD8F4C-33A1-4EA5-B9EC-E33B1E25C004}" dt="2026-10-29T11:54:46.489" v="2681" actId="20577"/>
          <ac:spMkLst>
            <pc:docMk/>
            <pc:sldMk cId="3382255670" sldId="2147329546"/>
            <ac:spMk id="4" creationId="{0750B0EA-2E49-906B-0423-C3F9205BA8FA}"/>
          </ac:spMkLst>
        </pc:spChg>
        <pc:spChg chg="add mod">
          <ac:chgData name="YIU, cwyiu [IC]" userId="bf614949-7652-487e-94c4-bd05b6d44df9" providerId="ADAL" clId="{E7BD8F4C-33A1-4EA5-B9EC-E33B1E25C004}" dt="2026-10-29T11:46:11.244" v="2596" actId="1037"/>
          <ac:spMkLst>
            <pc:docMk/>
            <pc:sldMk cId="3382255670" sldId="2147329546"/>
            <ac:spMk id="5" creationId="{BEC1A65C-5CB2-BF53-194F-53AEFF26C7EA}"/>
          </ac:spMkLst>
        </pc:spChg>
        <pc:spChg chg="add mod">
          <ac:chgData name="YIU, cwyiu [IC]" userId="bf614949-7652-487e-94c4-bd05b6d44df9" providerId="ADAL" clId="{E7BD8F4C-33A1-4EA5-B9EC-E33B1E25C004}" dt="2026-10-29T11:46:11.244" v="2596" actId="1037"/>
          <ac:spMkLst>
            <pc:docMk/>
            <pc:sldMk cId="3382255670" sldId="2147329546"/>
            <ac:spMk id="6" creationId="{724ED4FC-6D94-A7A4-56F5-776CA58580C3}"/>
          </ac:spMkLst>
        </pc:spChg>
        <pc:spChg chg="add mod">
          <ac:chgData name="YIU, cwyiu [IC]" userId="bf614949-7652-487e-94c4-bd05b6d44df9" providerId="ADAL" clId="{E7BD8F4C-33A1-4EA5-B9EC-E33B1E25C004}" dt="2026-10-29T11:19:27.240" v="2303" actId="1076"/>
          <ac:spMkLst>
            <pc:docMk/>
            <pc:sldMk cId="3382255670" sldId="2147329546"/>
            <ac:spMk id="7" creationId="{46A18A98-3FE3-9074-692B-95288FFEDEE7}"/>
          </ac:spMkLst>
        </pc:spChg>
        <pc:spChg chg="add mod">
          <ac:chgData name="YIU, cwyiu [IC]" userId="bf614949-7652-487e-94c4-bd05b6d44df9" providerId="ADAL" clId="{E7BD8F4C-33A1-4EA5-B9EC-E33B1E25C004}" dt="2026-10-29T05:30:45.459" v="74" actId="1035"/>
          <ac:spMkLst>
            <pc:docMk/>
            <pc:sldMk cId="3382255670" sldId="2147329546"/>
            <ac:spMk id="8" creationId="{09926CED-72A0-F8B1-64AA-7AA179475D42}"/>
          </ac:spMkLst>
        </pc:spChg>
        <pc:spChg chg="add mod">
          <ac:chgData name="YIU, cwyiu [IC]" userId="bf614949-7652-487e-94c4-bd05b6d44df9" providerId="ADAL" clId="{E7BD8F4C-33A1-4EA5-B9EC-E33B1E25C004}" dt="2026-10-29T05:30:45.459" v="74" actId="1035"/>
          <ac:spMkLst>
            <pc:docMk/>
            <pc:sldMk cId="3382255670" sldId="2147329546"/>
            <ac:spMk id="9" creationId="{6FB39DD3-1B26-2FC2-149F-D9A166FE17B5}"/>
          </ac:spMkLst>
        </pc:spChg>
        <pc:spChg chg="add mod">
          <ac:chgData name="YIU, cwyiu [IC]" userId="bf614949-7652-487e-94c4-bd05b6d44df9" providerId="ADAL" clId="{E7BD8F4C-33A1-4EA5-B9EC-E33B1E25C004}" dt="2026-10-29T05:30:45.459" v="74" actId="1035"/>
          <ac:spMkLst>
            <pc:docMk/>
            <pc:sldMk cId="3382255670" sldId="2147329546"/>
            <ac:spMk id="10" creationId="{9931BF37-AACA-8025-A32E-4A93E58DD562}"/>
          </ac:spMkLst>
        </pc:spChg>
        <pc:spChg chg="add mod">
          <ac:chgData name="YIU, cwyiu [IC]" userId="bf614949-7652-487e-94c4-bd05b6d44df9" providerId="ADAL" clId="{E7BD8F4C-33A1-4EA5-B9EC-E33B1E25C004}" dt="2026-10-29T05:30:45.459" v="74" actId="1035"/>
          <ac:spMkLst>
            <pc:docMk/>
            <pc:sldMk cId="3382255670" sldId="2147329546"/>
            <ac:spMk id="11" creationId="{B458BC35-AE82-0CA4-8DFF-EAAF7BF65F78}"/>
          </ac:spMkLst>
        </pc:spChg>
        <pc:spChg chg="add mod">
          <ac:chgData name="YIU, cwyiu [IC]" userId="bf614949-7652-487e-94c4-bd05b6d44df9" providerId="ADAL" clId="{E7BD8F4C-33A1-4EA5-B9EC-E33B1E25C004}" dt="2026-10-29T05:30:45.459" v="74" actId="1035"/>
          <ac:spMkLst>
            <pc:docMk/>
            <pc:sldMk cId="3382255670" sldId="2147329546"/>
            <ac:spMk id="12" creationId="{F5187E9F-79C5-3FEE-BC9B-93BF22A23EBD}"/>
          </ac:spMkLst>
        </pc:spChg>
        <pc:spChg chg="add mod">
          <ac:chgData name="YIU, cwyiu [IC]" userId="bf614949-7652-487e-94c4-bd05b6d44df9" providerId="ADAL" clId="{E7BD8F4C-33A1-4EA5-B9EC-E33B1E25C004}" dt="2026-10-29T05:30:45.459" v="74" actId="1035"/>
          <ac:spMkLst>
            <pc:docMk/>
            <pc:sldMk cId="3382255670" sldId="2147329546"/>
            <ac:spMk id="13" creationId="{4E22EDBE-B328-AC6B-F973-0D3D2EB0F6E8}"/>
          </ac:spMkLst>
        </pc:spChg>
        <pc:spChg chg="add del mod">
          <ac:chgData name="YIU, cwyiu [IC]" userId="bf614949-7652-487e-94c4-bd05b6d44df9" providerId="ADAL" clId="{E7BD8F4C-33A1-4EA5-B9EC-E33B1E25C004}" dt="2026-10-29T11:25:38.132" v="2352"/>
          <ac:spMkLst>
            <pc:docMk/>
            <pc:sldMk cId="3382255670" sldId="2147329546"/>
            <ac:spMk id="14" creationId="{D4AF2D81-2E09-15E0-C369-A2778442CE3A}"/>
          </ac:spMkLst>
        </pc:spChg>
        <pc:spChg chg="add mod">
          <ac:chgData name="YIU, cwyiu [IC]" userId="bf614949-7652-487e-94c4-bd05b6d44df9" providerId="ADAL" clId="{E7BD8F4C-33A1-4EA5-B9EC-E33B1E25C004}" dt="2026-10-29T11:26:06.896" v="2358" actId="1076"/>
          <ac:spMkLst>
            <pc:docMk/>
            <pc:sldMk cId="3382255670" sldId="2147329546"/>
            <ac:spMk id="15" creationId="{46054E83-4A67-0D89-5FD4-CEC29408E81F}"/>
          </ac:spMkLst>
        </pc:spChg>
        <pc:spChg chg="add mod ord">
          <ac:chgData name="YIU, cwyiu [IC]" userId="bf614949-7652-487e-94c4-bd05b6d44df9" providerId="ADAL" clId="{E7BD8F4C-33A1-4EA5-B9EC-E33B1E25C004}" dt="2026-10-29T11:46:11.244" v="2596" actId="1037"/>
          <ac:spMkLst>
            <pc:docMk/>
            <pc:sldMk cId="3382255670" sldId="2147329546"/>
            <ac:spMk id="16" creationId="{35C45DCA-F946-E605-D4E0-720CE1BD0CD6}"/>
          </ac:spMkLst>
        </pc:spChg>
      </pc:sldChg>
      <pc:sldChg chg="addSp delSp modSp add mod">
        <pc:chgData name="YIU, cwyiu [IC]" userId="bf614949-7652-487e-94c4-bd05b6d44df9" providerId="ADAL" clId="{E7BD8F4C-33A1-4EA5-B9EC-E33B1E25C004}" dt="2026-10-29T11:54:52.612" v="2682"/>
        <pc:sldMkLst>
          <pc:docMk/>
          <pc:sldMk cId="352112848" sldId="2147329547"/>
        </pc:sldMkLst>
        <pc:spChg chg="del">
          <ac:chgData name="YIU, cwyiu [IC]" userId="bf614949-7652-487e-94c4-bd05b6d44df9" providerId="ADAL" clId="{E7BD8F4C-33A1-4EA5-B9EC-E33B1E25C004}" dt="2026-10-29T05:30:58.542" v="75" actId="478"/>
          <ac:spMkLst>
            <pc:docMk/>
            <pc:sldMk cId="352112848" sldId="2147329547"/>
            <ac:spMk id="2" creationId="{4E8BFDF4-FB00-B339-41D7-F62CF4855376}"/>
          </ac:spMkLst>
        </pc:spChg>
        <pc:spChg chg="mod">
          <ac:chgData name="YIU, cwyiu [IC]" userId="bf614949-7652-487e-94c4-bd05b6d44df9" providerId="ADAL" clId="{E7BD8F4C-33A1-4EA5-B9EC-E33B1E25C004}" dt="2026-10-29T05:35:57.035" v="458" actId="1035"/>
          <ac:spMkLst>
            <pc:docMk/>
            <pc:sldMk cId="352112848" sldId="2147329547"/>
            <ac:spMk id="3" creationId="{EE7C3974-5AEB-69A9-7F04-A6FD712FF74B}"/>
          </ac:spMkLst>
        </pc:spChg>
        <pc:spChg chg="mod">
          <ac:chgData name="YIU, cwyiu [IC]" userId="bf614949-7652-487e-94c4-bd05b6d44df9" providerId="ADAL" clId="{E7BD8F4C-33A1-4EA5-B9EC-E33B1E25C004}" dt="2026-10-29T11:54:52.612" v="2682"/>
          <ac:spMkLst>
            <pc:docMk/>
            <pc:sldMk cId="352112848" sldId="2147329547"/>
            <ac:spMk id="4" creationId="{0750B0EA-2E49-906B-0423-C3F9205BA8FA}"/>
          </ac:spMkLst>
        </pc:spChg>
        <pc:spChg chg="add mod">
          <ac:chgData name="YIU, cwyiu [IC]" userId="bf614949-7652-487e-94c4-bd05b6d44df9" providerId="ADAL" clId="{E7BD8F4C-33A1-4EA5-B9EC-E33B1E25C004}" dt="2026-10-29T05:31:05.811" v="101" actId="1035"/>
          <ac:spMkLst>
            <pc:docMk/>
            <pc:sldMk cId="352112848" sldId="2147329547"/>
            <ac:spMk id="5" creationId="{09125C5A-C456-255B-4A16-CBEA4129D4C1}"/>
          </ac:spMkLst>
        </pc:spChg>
        <pc:spChg chg="add mod">
          <ac:chgData name="YIU, cwyiu [IC]" userId="bf614949-7652-487e-94c4-bd05b6d44df9" providerId="ADAL" clId="{E7BD8F4C-33A1-4EA5-B9EC-E33B1E25C004}" dt="2026-10-29T06:54:01.634" v="2239" actId="207"/>
          <ac:spMkLst>
            <pc:docMk/>
            <pc:sldMk cId="352112848" sldId="2147329547"/>
            <ac:spMk id="6" creationId="{6CC00AB8-50F4-A82A-48A1-B55CB5109AEB}"/>
          </ac:spMkLst>
        </pc:spChg>
        <pc:spChg chg="add mod">
          <ac:chgData name="YIU, cwyiu [IC]" userId="bf614949-7652-487e-94c4-bd05b6d44df9" providerId="ADAL" clId="{E7BD8F4C-33A1-4EA5-B9EC-E33B1E25C004}" dt="2026-10-29T06:55:10.196" v="2244" actId="207"/>
          <ac:spMkLst>
            <pc:docMk/>
            <pc:sldMk cId="352112848" sldId="2147329547"/>
            <ac:spMk id="7" creationId="{F50C315A-4956-21C4-A17D-95FA84E9D500}"/>
          </ac:spMkLst>
        </pc:spChg>
        <pc:spChg chg="add mod">
          <ac:chgData name="YIU, cwyiu [IC]" userId="bf614949-7652-487e-94c4-bd05b6d44df9" providerId="ADAL" clId="{E7BD8F4C-33A1-4EA5-B9EC-E33B1E25C004}" dt="2026-10-29T05:31:05.811" v="101" actId="1035"/>
          <ac:spMkLst>
            <pc:docMk/>
            <pc:sldMk cId="352112848" sldId="2147329547"/>
            <ac:spMk id="8" creationId="{C12D3252-5DB7-76B3-26C6-8FFF5DF68400}"/>
          </ac:spMkLst>
        </pc:spChg>
        <pc:spChg chg="add mod">
          <ac:chgData name="YIU, cwyiu [IC]" userId="bf614949-7652-487e-94c4-bd05b6d44df9" providerId="ADAL" clId="{E7BD8F4C-33A1-4EA5-B9EC-E33B1E25C004}" dt="2026-10-29T05:31:05.811" v="101" actId="1035"/>
          <ac:spMkLst>
            <pc:docMk/>
            <pc:sldMk cId="352112848" sldId="2147329547"/>
            <ac:spMk id="9" creationId="{0A6FD44F-D8ED-7B9D-8AD0-24223BE28356}"/>
          </ac:spMkLst>
        </pc:spChg>
        <pc:spChg chg="add mod">
          <ac:chgData name="YIU, cwyiu [IC]" userId="bf614949-7652-487e-94c4-bd05b6d44df9" providerId="ADAL" clId="{E7BD8F4C-33A1-4EA5-B9EC-E33B1E25C004}" dt="2026-10-29T05:31:05.811" v="101" actId="1035"/>
          <ac:spMkLst>
            <pc:docMk/>
            <pc:sldMk cId="352112848" sldId="2147329547"/>
            <ac:spMk id="10" creationId="{6F272788-3230-8343-52D6-F0488846ACE8}"/>
          </ac:spMkLst>
        </pc:spChg>
        <pc:spChg chg="add mod">
          <ac:chgData name="YIU, cwyiu [IC]" userId="bf614949-7652-487e-94c4-bd05b6d44df9" providerId="ADAL" clId="{E7BD8F4C-33A1-4EA5-B9EC-E33B1E25C004}" dt="2026-10-29T05:31:05.811" v="101" actId="1035"/>
          <ac:spMkLst>
            <pc:docMk/>
            <pc:sldMk cId="352112848" sldId="2147329547"/>
            <ac:spMk id="11" creationId="{EE50993B-222D-0AA0-1B23-CBBB87E10DF7}"/>
          </ac:spMkLst>
        </pc:spChg>
        <pc:spChg chg="add mod">
          <ac:chgData name="YIU, cwyiu [IC]" userId="bf614949-7652-487e-94c4-bd05b6d44df9" providerId="ADAL" clId="{E7BD8F4C-33A1-4EA5-B9EC-E33B1E25C004}" dt="2026-10-29T05:31:05.811" v="101" actId="1035"/>
          <ac:spMkLst>
            <pc:docMk/>
            <pc:sldMk cId="352112848" sldId="2147329547"/>
            <ac:spMk id="12" creationId="{D991BEBF-0459-DE0F-EFA2-BD117092FEB1}"/>
          </ac:spMkLst>
        </pc:spChg>
        <pc:spChg chg="add mod">
          <ac:chgData name="YIU, cwyiu [IC]" userId="bf614949-7652-487e-94c4-bd05b6d44df9" providerId="ADAL" clId="{E7BD8F4C-33A1-4EA5-B9EC-E33B1E25C004}" dt="2026-10-29T05:31:05.811" v="101" actId="1035"/>
          <ac:spMkLst>
            <pc:docMk/>
            <pc:sldMk cId="352112848" sldId="2147329547"/>
            <ac:spMk id="13" creationId="{85CE4749-5D59-000B-9914-A7C636B75428}"/>
          </ac:spMkLst>
        </pc:spChg>
      </pc:sldChg>
      <pc:sldChg chg="del">
        <pc:chgData name="YIU, cwyiu [IC]" userId="bf614949-7652-487e-94c4-bd05b6d44df9" providerId="ADAL" clId="{E7BD8F4C-33A1-4EA5-B9EC-E33B1E25C004}" dt="2026-10-29T05:28:11.888" v="31" actId="47"/>
        <pc:sldMkLst>
          <pc:docMk/>
          <pc:sldMk cId="1792668478" sldId="2147329547"/>
        </pc:sldMkLst>
      </pc:sldChg>
      <pc:sldChg chg="del">
        <pc:chgData name="YIU, cwyiu [IC]" userId="bf614949-7652-487e-94c4-bd05b6d44df9" providerId="ADAL" clId="{E7BD8F4C-33A1-4EA5-B9EC-E33B1E25C004}" dt="2026-10-29T05:28:11.888" v="31" actId="47"/>
        <pc:sldMkLst>
          <pc:docMk/>
          <pc:sldMk cId="346575746" sldId="2147329548"/>
        </pc:sldMkLst>
      </pc:sldChg>
      <pc:sldChg chg="addSp delSp modSp add mod">
        <pc:chgData name="YIU, cwyiu [IC]" userId="bf614949-7652-487e-94c4-bd05b6d44df9" providerId="ADAL" clId="{E7BD8F4C-33A1-4EA5-B9EC-E33B1E25C004}" dt="2026-10-29T11:54:56.036" v="2683"/>
        <pc:sldMkLst>
          <pc:docMk/>
          <pc:sldMk cId="3680472044" sldId="2147329548"/>
        </pc:sldMkLst>
        <pc:spChg chg="del">
          <ac:chgData name="YIU, cwyiu [IC]" userId="bf614949-7652-487e-94c4-bd05b6d44df9" providerId="ADAL" clId="{E7BD8F4C-33A1-4EA5-B9EC-E33B1E25C004}" dt="2026-10-29T05:29:29.524" v="44" actId="478"/>
          <ac:spMkLst>
            <pc:docMk/>
            <pc:sldMk cId="3680472044" sldId="2147329548"/>
            <ac:spMk id="2" creationId="{4E8BFDF4-FB00-B339-41D7-F62CF4855376}"/>
          </ac:spMkLst>
        </pc:spChg>
        <pc:spChg chg="mod">
          <ac:chgData name="YIU, cwyiu [IC]" userId="bf614949-7652-487e-94c4-bd05b6d44df9" providerId="ADAL" clId="{E7BD8F4C-33A1-4EA5-B9EC-E33B1E25C004}" dt="2026-10-29T05:36:18.387" v="517" actId="1036"/>
          <ac:spMkLst>
            <pc:docMk/>
            <pc:sldMk cId="3680472044" sldId="2147329548"/>
            <ac:spMk id="3" creationId="{EE7C3974-5AEB-69A9-7F04-A6FD712FF74B}"/>
          </ac:spMkLst>
        </pc:spChg>
        <pc:spChg chg="mod">
          <ac:chgData name="YIU, cwyiu [IC]" userId="bf614949-7652-487e-94c4-bd05b6d44df9" providerId="ADAL" clId="{E7BD8F4C-33A1-4EA5-B9EC-E33B1E25C004}" dt="2026-10-29T11:54:56.036" v="2683"/>
          <ac:spMkLst>
            <pc:docMk/>
            <pc:sldMk cId="3680472044" sldId="2147329548"/>
            <ac:spMk id="4" creationId="{0750B0EA-2E49-906B-0423-C3F9205BA8FA}"/>
          </ac:spMkLst>
        </pc:spChg>
        <pc:spChg chg="add mod">
          <ac:chgData name="YIU, cwyiu [IC]" userId="bf614949-7652-487e-94c4-bd05b6d44df9" providerId="ADAL" clId="{E7BD8F4C-33A1-4EA5-B9EC-E33B1E25C004}" dt="2026-10-29T05:31:31.214" v="123" actId="1036"/>
          <ac:spMkLst>
            <pc:docMk/>
            <pc:sldMk cId="3680472044" sldId="2147329548"/>
            <ac:spMk id="5" creationId="{68BD0DBC-5085-B69C-5558-54066B7C73EA}"/>
          </ac:spMkLst>
        </pc:spChg>
        <pc:spChg chg="add mod">
          <ac:chgData name="YIU, cwyiu [IC]" userId="bf614949-7652-487e-94c4-bd05b6d44df9" providerId="ADAL" clId="{E7BD8F4C-33A1-4EA5-B9EC-E33B1E25C004}" dt="2026-10-29T06:54:07.464" v="2240" actId="207"/>
          <ac:spMkLst>
            <pc:docMk/>
            <pc:sldMk cId="3680472044" sldId="2147329548"/>
            <ac:spMk id="6" creationId="{EC7EAA22-50DD-D5C5-B8D5-1CA65405D4DE}"/>
          </ac:spMkLst>
        </pc:spChg>
        <pc:spChg chg="add mod">
          <ac:chgData name="YIU, cwyiu [IC]" userId="bf614949-7652-487e-94c4-bd05b6d44df9" providerId="ADAL" clId="{E7BD8F4C-33A1-4EA5-B9EC-E33B1E25C004}" dt="2026-10-29T06:55:14.422" v="2245" actId="207"/>
          <ac:spMkLst>
            <pc:docMk/>
            <pc:sldMk cId="3680472044" sldId="2147329548"/>
            <ac:spMk id="7" creationId="{79728325-F92D-2B9B-D79E-126241641135}"/>
          </ac:spMkLst>
        </pc:spChg>
        <pc:spChg chg="add mod">
          <ac:chgData name="YIU, cwyiu [IC]" userId="bf614949-7652-487e-94c4-bd05b6d44df9" providerId="ADAL" clId="{E7BD8F4C-33A1-4EA5-B9EC-E33B1E25C004}" dt="2026-10-29T05:31:31.214" v="123" actId="1036"/>
          <ac:spMkLst>
            <pc:docMk/>
            <pc:sldMk cId="3680472044" sldId="2147329548"/>
            <ac:spMk id="8" creationId="{A70DCB54-FB0D-108F-E31F-D35E7A8527C7}"/>
          </ac:spMkLst>
        </pc:spChg>
        <pc:spChg chg="add mod">
          <ac:chgData name="YIU, cwyiu [IC]" userId="bf614949-7652-487e-94c4-bd05b6d44df9" providerId="ADAL" clId="{E7BD8F4C-33A1-4EA5-B9EC-E33B1E25C004}" dt="2026-10-29T05:31:31.214" v="123" actId="1036"/>
          <ac:spMkLst>
            <pc:docMk/>
            <pc:sldMk cId="3680472044" sldId="2147329548"/>
            <ac:spMk id="9" creationId="{06EF6337-FB92-1A64-3840-E67DFB7BAC55}"/>
          </ac:spMkLst>
        </pc:spChg>
        <pc:spChg chg="add mod">
          <ac:chgData name="YIU, cwyiu [IC]" userId="bf614949-7652-487e-94c4-bd05b6d44df9" providerId="ADAL" clId="{E7BD8F4C-33A1-4EA5-B9EC-E33B1E25C004}" dt="2026-10-29T05:31:31.214" v="123" actId="1036"/>
          <ac:spMkLst>
            <pc:docMk/>
            <pc:sldMk cId="3680472044" sldId="2147329548"/>
            <ac:spMk id="10" creationId="{D3B75121-A5A4-378E-D52E-8D0F3C2183AB}"/>
          </ac:spMkLst>
        </pc:spChg>
        <pc:spChg chg="add mod">
          <ac:chgData name="YIU, cwyiu [IC]" userId="bf614949-7652-487e-94c4-bd05b6d44df9" providerId="ADAL" clId="{E7BD8F4C-33A1-4EA5-B9EC-E33B1E25C004}" dt="2026-10-29T05:31:31.214" v="123" actId="1036"/>
          <ac:spMkLst>
            <pc:docMk/>
            <pc:sldMk cId="3680472044" sldId="2147329548"/>
            <ac:spMk id="11" creationId="{522E71A0-FA31-0781-8CC5-07B4BFFF2AB1}"/>
          </ac:spMkLst>
        </pc:spChg>
      </pc:sldChg>
      <pc:sldChg chg="del">
        <pc:chgData name="YIU, cwyiu [IC]" userId="bf614949-7652-487e-94c4-bd05b6d44df9" providerId="ADAL" clId="{E7BD8F4C-33A1-4EA5-B9EC-E33B1E25C004}" dt="2026-10-29T05:28:11.888" v="31" actId="47"/>
        <pc:sldMkLst>
          <pc:docMk/>
          <pc:sldMk cId="2328459475" sldId="2147329549"/>
        </pc:sldMkLst>
      </pc:sldChg>
      <pc:sldChg chg="addSp delSp modSp add mod">
        <pc:chgData name="YIU, cwyiu [IC]" userId="bf614949-7652-487e-94c4-bd05b6d44df9" providerId="ADAL" clId="{E7BD8F4C-33A1-4EA5-B9EC-E33B1E25C004}" dt="2026-10-29T11:56:04.001" v="2710" actId="20577"/>
        <pc:sldMkLst>
          <pc:docMk/>
          <pc:sldMk cId="3942235984" sldId="2147329549"/>
        </pc:sldMkLst>
        <pc:spChg chg="del">
          <ac:chgData name="YIU, cwyiu [IC]" userId="bf614949-7652-487e-94c4-bd05b6d44df9" providerId="ADAL" clId="{E7BD8F4C-33A1-4EA5-B9EC-E33B1E25C004}" dt="2026-10-29T05:29:32.050" v="45" actId="478"/>
          <ac:spMkLst>
            <pc:docMk/>
            <pc:sldMk cId="3942235984" sldId="2147329549"/>
            <ac:spMk id="2" creationId="{4E8BFDF4-FB00-B339-41D7-F62CF4855376}"/>
          </ac:spMkLst>
        </pc:spChg>
        <pc:spChg chg="mod">
          <ac:chgData name="YIU, cwyiu [IC]" userId="bf614949-7652-487e-94c4-bd05b6d44df9" providerId="ADAL" clId="{E7BD8F4C-33A1-4EA5-B9EC-E33B1E25C004}" dt="2026-10-29T05:36:27.607" v="558" actId="1035"/>
          <ac:spMkLst>
            <pc:docMk/>
            <pc:sldMk cId="3942235984" sldId="2147329549"/>
            <ac:spMk id="3" creationId="{EE7C3974-5AEB-69A9-7F04-A6FD712FF74B}"/>
          </ac:spMkLst>
        </pc:spChg>
        <pc:spChg chg="mod">
          <ac:chgData name="YIU, cwyiu [IC]" userId="bf614949-7652-487e-94c4-bd05b6d44df9" providerId="ADAL" clId="{E7BD8F4C-33A1-4EA5-B9EC-E33B1E25C004}" dt="2026-10-29T11:56:04.001" v="2710" actId="20577"/>
          <ac:spMkLst>
            <pc:docMk/>
            <pc:sldMk cId="3942235984" sldId="2147329549"/>
            <ac:spMk id="4" creationId="{0750B0EA-2E49-906B-0423-C3F9205BA8FA}"/>
          </ac:spMkLst>
        </pc:spChg>
        <pc:spChg chg="add mod">
          <ac:chgData name="YIU, cwyiu [IC]" userId="bf614949-7652-487e-94c4-bd05b6d44df9" providerId="ADAL" clId="{E7BD8F4C-33A1-4EA5-B9EC-E33B1E25C004}" dt="2026-10-29T05:31:55.807" v="148" actId="1035"/>
          <ac:spMkLst>
            <pc:docMk/>
            <pc:sldMk cId="3942235984" sldId="2147329549"/>
            <ac:spMk id="5" creationId="{75003ECC-97D5-53F5-8E4C-1A0B6C31212F}"/>
          </ac:spMkLst>
        </pc:spChg>
        <pc:spChg chg="add mod">
          <ac:chgData name="YIU, cwyiu [IC]" userId="bf614949-7652-487e-94c4-bd05b6d44df9" providerId="ADAL" clId="{E7BD8F4C-33A1-4EA5-B9EC-E33B1E25C004}" dt="2026-10-29T06:54:12.570" v="2241" actId="207"/>
          <ac:spMkLst>
            <pc:docMk/>
            <pc:sldMk cId="3942235984" sldId="2147329549"/>
            <ac:spMk id="6" creationId="{8F9B8F11-4C53-3EAF-3053-2F9F34D901C0}"/>
          </ac:spMkLst>
        </pc:spChg>
        <pc:spChg chg="add mod">
          <ac:chgData name="YIU, cwyiu [IC]" userId="bf614949-7652-487e-94c4-bd05b6d44df9" providerId="ADAL" clId="{E7BD8F4C-33A1-4EA5-B9EC-E33B1E25C004}" dt="2026-10-29T06:55:18.545" v="2246" actId="207"/>
          <ac:spMkLst>
            <pc:docMk/>
            <pc:sldMk cId="3942235984" sldId="2147329549"/>
            <ac:spMk id="7" creationId="{FA6019F3-4817-1562-9DDF-C8D0FF8C7C0A}"/>
          </ac:spMkLst>
        </pc:spChg>
        <pc:spChg chg="add mod">
          <ac:chgData name="YIU, cwyiu [IC]" userId="bf614949-7652-487e-94c4-bd05b6d44df9" providerId="ADAL" clId="{E7BD8F4C-33A1-4EA5-B9EC-E33B1E25C004}" dt="2026-10-29T05:31:55.807" v="148" actId="1035"/>
          <ac:spMkLst>
            <pc:docMk/>
            <pc:sldMk cId="3942235984" sldId="2147329549"/>
            <ac:spMk id="8" creationId="{0BF9E2BB-A3A5-D879-55F9-4CA14D81C6B5}"/>
          </ac:spMkLst>
        </pc:spChg>
        <pc:spChg chg="add mod">
          <ac:chgData name="YIU, cwyiu [IC]" userId="bf614949-7652-487e-94c4-bd05b6d44df9" providerId="ADAL" clId="{E7BD8F4C-33A1-4EA5-B9EC-E33B1E25C004}" dt="2026-10-29T05:31:55.807" v="148" actId="1035"/>
          <ac:spMkLst>
            <pc:docMk/>
            <pc:sldMk cId="3942235984" sldId="2147329549"/>
            <ac:spMk id="9" creationId="{0E7CB688-5AE8-29E1-E21A-3C1795338DFB}"/>
          </ac:spMkLst>
        </pc:spChg>
        <pc:spChg chg="add mod">
          <ac:chgData name="YIU, cwyiu [IC]" userId="bf614949-7652-487e-94c4-bd05b6d44df9" providerId="ADAL" clId="{E7BD8F4C-33A1-4EA5-B9EC-E33B1E25C004}" dt="2026-10-29T05:31:55.807" v="148" actId="1035"/>
          <ac:spMkLst>
            <pc:docMk/>
            <pc:sldMk cId="3942235984" sldId="2147329549"/>
            <ac:spMk id="10" creationId="{0DABB6AC-1601-7187-1CA9-A48DD3C4A7AA}"/>
          </ac:spMkLst>
        </pc:spChg>
        <pc:spChg chg="add mod">
          <ac:chgData name="YIU, cwyiu [IC]" userId="bf614949-7652-487e-94c4-bd05b6d44df9" providerId="ADAL" clId="{E7BD8F4C-33A1-4EA5-B9EC-E33B1E25C004}" dt="2026-10-29T05:31:55.807" v="148" actId="1035"/>
          <ac:spMkLst>
            <pc:docMk/>
            <pc:sldMk cId="3942235984" sldId="2147329549"/>
            <ac:spMk id="11" creationId="{3F34D2BD-F90E-F4E1-A8A4-C7495C5A22CF}"/>
          </ac:spMkLst>
        </pc:spChg>
        <pc:spChg chg="add mod">
          <ac:chgData name="YIU, cwyiu [IC]" userId="bf614949-7652-487e-94c4-bd05b6d44df9" providerId="ADAL" clId="{E7BD8F4C-33A1-4EA5-B9EC-E33B1E25C004}" dt="2026-10-29T05:31:55.807" v="148" actId="1035"/>
          <ac:spMkLst>
            <pc:docMk/>
            <pc:sldMk cId="3942235984" sldId="2147329549"/>
            <ac:spMk id="12" creationId="{1969DB0A-2503-245F-32F4-412D2C5D7C8C}"/>
          </ac:spMkLst>
        </pc:spChg>
        <pc:spChg chg="add mod">
          <ac:chgData name="YIU, cwyiu [IC]" userId="bf614949-7652-487e-94c4-bd05b6d44df9" providerId="ADAL" clId="{E7BD8F4C-33A1-4EA5-B9EC-E33B1E25C004}" dt="2026-10-29T05:31:55.807" v="148" actId="1035"/>
          <ac:spMkLst>
            <pc:docMk/>
            <pc:sldMk cId="3942235984" sldId="2147329549"/>
            <ac:spMk id="13" creationId="{E02978A3-F0FF-E237-160F-A927E77ABE18}"/>
          </ac:spMkLst>
        </pc:spChg>
      </pc:sldChg>
      <pc:sldChg chg="addSp delSp modSp add mod">
        <pc:chgData name="YIU, cwyiu [IC]" userId="bf614949-7652-487e-94c4-bd05b6d44df9" providerId="ADAL" clId="{E7BD8F4C-33A1-4EA5-B9EC-E33B1E25C004}" dt="2026-10-29T11:56:10.635" v="2711"/>
        <pc:sldMkLst>
          <pc:docMk/>
          <pc:sldMk cId="3026626867" sldId="2147329550"/>
        </pc:sldMkLst>
        <pc:spChg chg="del">
          <ac:chgData name="YIU, cwyiu [IC]" userId="bf614949-7652-487e-94c4-bd05b6d44df9" providerId="ADAL" clId="{E7BD8F4C-33A1-4EA5-B9EC-E33B1E25C004}" dt="2026-10-29T05:29:34.185" v="46" actId="478"/>
          <ac:spMkLst>
            <pc:docMk/>
            <pc:sldMk cId="3026626867" sldId="2147329550"/>
            <ac:spMk id="2" creationId="{4E8BFDF4-FB00-B339-41D7-F62CF4855376}"/>
          </ac:spMkLst>
        </pc:spChg>
        <pc:spChg chg="mod">
          <ac:chgData name="YIU, cwyiu [IC]" userId="bf614949-7652-487e-94c4-bd05b6d44df9" providerId="ADAL" clId="{E7BD8F4C-33A1-4EA5-B9EC-E33B1E25C004}" dt="2026-10-29T05:36:38.516" v="600" actId="1036"/>
          <ac:spMkLst>
            <pc:docMk/>
            <pc:sldMk cId="3026626867" sldId="2147329550"/>
            <ac:spMk id="3" creationId="{EE7C3974-5AEB-69A9-7F04-A6FD712FF74B}"/>
          </ac:spMkLst>
        </pc:spChg>
        <pc:spChg chg="mod">
          <ac:chgData name="YIU, cwyiu [IC]" userId="bf614949-7652-487e-94c4-bd05b6d44df9" providerId="ADAL" clId="{E7BD8F4C-33A1-4EA5-B9EC-E33B1E25C004}" dt="2026-10-29T11:56:10.635" v="2711"/>
          <ac:spMkLst>
            <pc:docMk/>
            <pc:sldMk cId="3026626867" sldId="2147329550"/>
            <ac:spMk id="4" creationId="{0750B0EA-2E49-906B-0423-C3F9205BA8FA}"/>
          </ac:spMkLst>
        </pc:spChg>
        <pc:spChg chg="add mod">
          <ac:chgData name="YIU, cwyiu [IC]" userId="bf614949-7652-487e-94c4-bd05b6d44df9" providerId="ADAL" clId="{E7BD8F4C-33A1-4EA5-B9EC-E33B1E25C004}" dt="2026-10-29T05:32:25.384" v="165" actId="1036"/>
          <ac:spMkLst>
            <pc:docMk/>
            <pc:sldMk cId="3026626867" sldId="2147329550"/>
            <ac:spMk id="5" creationId="{7D378CF9-F58E-2B06-653A-1E050FD2C250}"/>
          </ac:spMkLst>
        </pc:spChg>
        <pc:spChg chg="add mod">
          <ac:chgData name="YIU, cwyiu [IC]" userId="bf614949-7652-487e-94c4-bd05b6d44df9" providerId="ADAL" clId="{E7BD8F4C-33A1-4EA5-B9EC-E33B1E25C004}" dt="2026-10-29T05:32:31.995" v="166" actId="207"/>
          <ac:spMkLst>
            <pc:docMk/>
            <pc:sldMk cId="3026626867" sldId="2147329550"/>
            <ac:spMk id="6" creationId="{F9466295-F225-78C2-3DBC-AA2DE6E160AB}"/>
          </ac:spMkLst>
        </pc:spChg>
        <pc:spChg chg="add mod">
          <ac:chgData name="YIU, cwyiu [IC]" userId="bf614949-7652-487e-94c4-bd05b6d44df9" providerId="ADAL" clId="{E7BD8F4C-33A1-4EA5-B9EC-E33B1E25C004}" dt="2026-10-29T05:32:25.384" v="165" actId="1036"/>
          <ac:spMkLst>
            <pc:docMk/>
            <pc:sldMk cId="3026626867" sldId="2147329550"/>
            <ac:spMk id="7" creationId="{B4A37E49-BF1A-9226-A2EC-12D6229FF7AE}"/>
          </ac:spMkLst>
        </pc:spChg>
        <pc:spChg chg="add mod">
          <ac:chgData name="YIU, cwyiu [IC]" userId="bf614949-7652-487e-94c4-bd05b6d44df9" providerId="ADAL" clId="{E7BD8F4C-33A1-4EA5-B9EC-E33B1E25C004}" dt="2026-10-29T05:32:25.384" v="165" actId="1036"/>
          <ac:spMkLst>
            <pc:docMk/>
            <pc:sldMk cId="3026626867" sldId="2147329550"/>
            <ac:spMk id="8" creationId="{B22511FE-85E9-C75D-5EAB-4F4662DF6322}"/>
          </ac:spMkLst>
        </pc:spChg>
        <pc:spChg chg="add mod">
          <ac:chgData name="YIU, cwyiu [IC]" userId="bf614949-7652-487e-94c4-bd05b6d44df9" providerId="ADAL" clId="{E7BD8F4C-33A1-4EA5-B9EC-E33B1E25C004}" dt="2026-10-29T05:32:25.384" v="165" actId="1036"/>
          <ac:spMkLst>
            <pc:docMk/>
            <pc:sldMk cId="3026626867" sldId="2147329550"/>
            <ac:spMk id="9" creationId="{28EA4E2D-B703-6381-FDD5-45C2ACDF4CCF}"/>
          </ac:spMkLst>
        </pc:spChg>
        <pc:spChg chg="add mod">
          <ac:chgData name="YIU, cwyiu [IC]" userId="bf614949-7652-487e-94c4-bd05b6d44df9" providerId="ADAL" clId="{E7BD8F4C-33A1-4EA5-B9EC-E33B1E25C004}" dt="2026-10-29T05:32:25.384" v="165" actId="1036"/>
          <ac:spMkLst>
            <pc:docMk/>
            <pc:sldMk cId="3026626867" sldId="2147329550"/>
            <ac:spMk id="10" creationId="{11C8B51C-8527-FE4E-99C8-5EAAF19F3E1A}"/>
          </ac:spMkLst>
        </pc:spChg>
        <pc:spChg chg="add mod">
          <ac:chgData name="YIU, cwyiu [IC]" userId="bf614949-7652-487e-94c4-bd05b6d44df9" providerId="ADAL" clId="{E7BD8F4C-33A1-4EA5-B9EC-E33B1E25C004}" dt="2026-10-29T05:32:25.384" v="165" actId="1036"/>
          <ac:spMkLst>
            <pc:docMk/>
            <pc:sldMk cId="3026626867" sldId="2147329550"/>
            <ac:spMk id="11" creationId="{AECA8621-F2B9-926A-A34E-154C48AA2854}"/>
          </ac:spMkLst>
        </pc:spChg>
      </pc:sldChg>
      <pc:sldChg chg="addSp delSp modSp new mod">
        <pc:chgData name="YIU, cwyiu [IC]" userId="bf614949-7652-487e-94c4-bd05b6d44df9" providerId="ADAL" clId="{E7BD8F4C-33A1-4EA5-B9EC-E33B1E25C004}" dt="2026-10-29T11:56:15.827" v="2712"/>
        <pc:sldMkLst>
          <pc:docMk/>
          <pc:sldMk cId="3492640819" sldId="2147329551"/>
        </pc:sldMkLst>
        <pc:spChg chg="del">
          <ac:chgData name="YIU, cwyiu [IC]" userId="bf614949-7652-487e-94c4-bd05b6d44df9" providerId="ADAL" clId="{E7BD8F4C-33A1-4EA5-B9EC-E33B1E25C004}" dt="2026-10-29T05:32:51.643" v="168" actId="478"/>
          <ac:spMkLst>
            <pc:docMk/>
            <pc:sldMk cId="3492640819" sldId="2147329551"/>
            <ac:spMk id="2" creationId="{99C5B878-A17E-3B2C-42B2-1F4A9C65B283}"/>
          </ac:spMkLst>
        </pc:spChg>
        <pc:spChg chg="mod">
          <ac:chgData name="YIU, cwyiu [IC]" userId="bf614949-7652-487e-94c4-bd05b6d44df9" providerId="ADAL" clId="{E7BD8F4C-33A1-4EA5-B9EC-E33B1E25C004}" dt="2026-10-29T05:36:49.603" v="658" actId="1037"/>
          <ac:spMkLst>
            <pc:docMk/>
            <pc:sldMk cId="3492640819" sldId="2147329551"/>
            <ac:spMk id="3" creationId="{11B584D8-DED6-01CA-A309-BB4BCAF8AE83}"/>
          </ac:spMkLst>
        </pc:spChg>
        <pc:spChg chg="mod">
          <ac:chgData name="YIU, cwyiu [IC]" userId="bf614949-7652-487e-94c4-bd05b6d44df9" providerId="ADAL" clId="{E7BD8F4C-33A1-4EA5-B9EC-E33B1E25C004}" dt="2026-10-29T11:56:15.827" v="2712"/>
          <ac:spMkLst>
            <pc:docMk/>
            <pc:sldMk cId="3492640819" sldId="2147329551"/>
            <ac:spMk id="4" creationId="{87EF8E6C-6CE2-162F-630B-B47A5E48ECED}"/>
          </ac:spMkLst>
        </pc:spChg>
        <pc:spChg chg="add mod">
          <ac:chgData name="YIU, cwyiu [IC]" userId="bf614949-7652-487e-94c4-bd05b6d44df9" providerId="ADAL" clId="{E7BD8F4C-33A1-4EA5-B9EC-E33B1E25C004}" dt="2026-10-29T05:33:10.238" v="207" actId="1035"/>
          <ac:spMkLst>
            <pc:docMk/>
            <pc:sldMk cId="3492640819" sldId="2147329551"/>
            <ac:spMk id="5" creationId="{5C32E2AE-129F-6C14-9AF2-DA11A291B54A}"/>
          </ac:spMkLst>
        </pc:spChg>
        <pc:spChg chg="add mod">
          <ac:chgData name="YIU, cwyiu [IC]" userId="bf614949-7652-487e-94c4-bd05b6d44df9" providerId="ADAL" clId="{E7BD8F4C-33A1-4EA5-B9EC-E33B1E25C004}" dt="2026-10-29T05:43:38.615" v="763" actId="207"/>
          <ac:spMkLst>
            <pc:docMk/>
            <pc:sldMk cId="3492640819" sldId="2147329551"/>
            <ac:spMk id="6" creationId="{287DFB5C-7148-2BB8-B59C-BBCAB0A2C711}"/>
          </ac:spMkLst>
        </pc:spChg>
        <pc:spChg chg="add mod">
          <ac:chgData name="YIU, cwyiu [IC]" userId="bf614949-7652-487e-94c4-bd05b6d44df9" providerId="ADAL" clId="{E7BD8F4C-33A1-4EA5-B9EC-E33B1E25C004}" dt="2026-10-29T05:33:10.238" v="207" actId="1035"/>
          <ac:spMkLst>
            <pc:docMk/>
            <pc:sldMk cId="3492640819" sldId="2147329551"/>
            <ac:spMk id="7" creationId="{8DBE782A-7A8D-CD92-6FC2-31DBCED16A6E}"/>
          </ac:spMkLst>
        </pc:spChg>
        <pc:spChg chg="add mod">
          <ac:chgData name="YIU, cwyiu [IC]" userId="bf614949-7652-487e-94c4-bd05b6d44df9" providerId="ADAL" clId="{E7BD8F4C-33A1-4EA5-B9EC-E33B1E25C004}" dt="2026-10-29T05:33:10.238" v="207" actId="1035"/>
          <ac:spMkLst>
            <pc:docMk/>
            <pc:sldMk cId="3492640819" sldId="2147329551"/>
            <ac:spMk id="8" creationId="{5498BA6C-9899-163F-D0D0-F2E86CFE3C21}"/>
          </ac:spMkLst>
        </pc:spChg>
        <pc:spChg chg="add mod">
          <ac:chgData name="YIU, cwyiu [IC]" userId="bf614949-7652-487e-94c4-bd05b6d44df9" providerId="ADAL" clId="{E7BD8F4C-33A1-4EA5-B9EC-E33B1E25C004}" dt="2026-10-29T05:33:10.238" v="207" actId="1035"/>
          <ac:spMkLst>
            <pc:docMk/>
            <pc:sldMk cId="3492640819" sldId="2147329551"/>
            <ac:spMk id="9" creationId="{7CC6EBD7-04C8-3765-87DD-1FCB30401BE7}"/>
          </ac:spMkLst>
        </pc:spChg>
        <pc:spChg chg="add mod">
          <ac:chgData name="YIU, cwyiu [IC]" userId="bf614949-7652-487e-94c4-bd05b6d44df9" providerId="ADAL" clId="{E7BD8F4C-33A1-4EA5-B9EC-E33B1E25C004}" dt="2026-10-29T05:33:10.238" v="207" actId="1035"/>
          <ac:spMkLst>
            <pc:docMk/>
            <pc:sldMk cId="3492640819" sldId="2147329551"/>
            <ac:spMk id="10" creationId="{2E384C7B-733E-ECE9-1331-277C3EF9F1D7}"/>
          </ac:spMkLst>
        </pc:spChg>
        <pc:spChg chg="add mod">
          <ac:chgData name="YIU, cwyiu [IC]" userId="bf614949-7652-487e-94c4-bd05b6d44df9" providerId="ADAL" clId="{E7BD8F4C-33A1-4EA5-B9EC-E33B1E25C004}" dt="2026-10-29T05:33:10.238" v="207" actId="1035"/>
          <ac:spMkLst>
            <pc:docMk/>
            <pc:sldMk cId="3492640819" sldId="2147329551"/>
            <ac:spMk id="11" creationId="{A4BA40F3-4619-0B87-D0AE-8054F32CB8AA}"/>
          </ac:spMkLst>
        </pc:spChg>
      </pc:sldChg>
      <pc:sldChg chg="addSp delSp modSp new mod modNotesTx">
        <pc:chgData name="YIU, cwyiu [IC]" userId="bf614949-7652-487e-94c4-bd05b6d44df9" providerId="ADAL" clId="{E7BD8F4C-33A1-4EA5-B9EC-E33B1E25C004}" dt="2026-10-29T11:56:30.767" v="2722" actId="20577"/>
        <pc:sldMkLst>
          <pc:docMk/>
          <pc:sldMk cId="3840631176" sldId="2147329552"/>
        </pc:sldMkLst>
        <pc:spChg chg="del">
          <ac:chgData name="YIU, cwyiu [IC]" userId="bf614949-7652-487e-94c4-bd05b6d44df9" providerId="ADAL" clId="{E7BD8F4C-33A1-4EA5-B9EC-E33B1E25C004}" dt="2026-10-29T05:37:13.764" v="660" actId="478"/>
          <ac:spMkLst>
            <pc:docMk/>
            <pc:sldMk cId="3840631176" sldId="2147329552"/>
            <ac:spMk id="2" creationId="{032B50BA-3B2E-406B-437C-46691FD04E09}"/>
          </ac:spMkLst>
        </pc:spChg>
        <pc:spChg chg="mod">
          <ac:chgData name="YIU, cwyiu [IC]" userId="bf614949-7652-487e-94c4-bd05b6d44df9" providerId="ADAL" clId="{E7BD8F4C-33A1-4EA5-B9EC-E33B1E25C004}" dt="2026-10-29T05:37:24.937" v="710" actId="1037"/>
          <ac:spMkLst>
            <pc:docMk/>
            <pc:sldMk cId="3840631176" sldId="2147329552"/>
            <ac:spMk id="3" creationId="{987F959A-9CC1-50C9-65FF-1F7BF4D4F6E1}"/>
          </ac:spMkLst>
        </pc:spChg>
        <pc:spChg chg="mod">
          <ac:chgData name="YIU, cwyiu [IC]" userId="bf614949-7652-487e-94c4-bd05b6d44df9" providerId="ADAL" clId="{E7BD8F4C-33A1-4EA5-B9EC-E33B1E25C004}" dt="2026-10-29T11:56:30.767" v="2722" actId="20577"/>
          <ac:spMkLst>
            <pc:docMk/>
            <pc:sldMk cId="3840631176" sldId="2147329552"/>
            <ac:spMk id="4" creationId="{ACB2F1C7-52BF-0362-7422-933A9C8574F5}"/>
          </ac:spMkLst>
        </pc:spChg>
        <pc:spChg chg="add del mod">
          <ac:chgData name="YIU, cwyiu [IC]" userId="bf614949-7652-487e-94c4-bd05b6d44df9" providerId="ADAL" clId="{E7BD8F4C-33A1-4EA5-B9EC-E33B1E25C004}" dt="2026-10-29T05:44:46.385" v="815" actId="478"/>
          <ac:spMkLst>
            <pc:docMk/>
            <pc:sldMk cId="3840631176" sldId="2147329552"/>
            <ac:spMk id="5" creationId="{32699F79-725D-2034-5B1B-9BA998F9C65C}"/>
          </ac:spMkLst>
        </pc:spChg>
        <pc:spChg chg="add mod">
          <ac:chgData name="YIU, cwyiu [IC]" userId="bf614949-7652-487e-94c4-bd05b6d44df9" providerId="ADAL" clId="{E7BD8F4C-33A1-4EA5-B9EC-E33B1E25C004}" dt="2026-10-29T05:44:42.257" v="814" actId="1036"/>
          <ac:spMkLst>
            <pc:docMk/>
            <pc:sldMk cId="3840631176" sldId="2147329552"/>
            <ac:spMk id="6" creationId="{52FB6BB2-EAF5-7531-6172-129ACBD63505}"/>
          </ac:spMkLst>
        </pc:spChg>
        <pc:spChg chg="add mod">
          <ac:chgData name="YIU, cwyiu [IC]" userId="bf614949-7652-487e-94c4-bd05b6d44df9" providerId="ADAL" clId="{E7BD8F4C-33A1-4EA5-B9EC-E33B1E25C004}" dt="2026-10-29T05:44:50.930" v="816" actId="207"/>
          <ac:spMkLst>
            <pc:docMk/>
            <pc:sldMk cId="3840631176" sldId="2147329552"/>
            <ac:spMk id="7" creationId="{A2F01AC9-93E2-E3F9-7913-482B369A0280}"/>
          </ac:spMkLst>
        </pc:spChg>
        <pc:spChg chg="add mod">
          <ac:chgData name="YIU, cwyiu [IC]" userId="bf614949-7652-487e-94c4-bd05b6d44df9" providerId="ADAL" clId="{E7BD8F4C-33A1-4EA5-B9EC-E33B1E25C004}" dt="2026-10-29T05:44:42.257" v="814" actId="1036"/>
          <ac:spMkLst>
            <pc:docMk/>
            <pc:sldMk cId="3840631176" sldId="2147329552"/>
            <ac:spMk id="8" creationId="{8E09B6E0-361A-3BFB-7030-9EC704F16F9B}"/>
          </ac:spMkLst>
        </pc:spChg>
        <pc:spChg chg="add mod">
          <ac:chgData name="YIU, cwyiu [IC]" userId="bf614949-7652-487e-94c4-bd05b6d44df9" providerId="ADAL" clId="{E7BD8F4C-33A1-4EA5-B9EC-E33B1E25C004}" dt="2026-10-29T05:44:42.257" v="814" actId="1036"/>
          <ac:spMkLst>
            <pc:docMk/>
            <pc:sldMk cId="3840631176" sldId="2147329552"/>
            <ac:spMk id="9" creationId="{5329CCD1-CAF1-59AD-E216-AD5248299F58}"/>
          </ac:spMkLst>
        </pc:spChg>
        <pc:spChg chg="add mod">
          <ac:chgData name="YIU, cwyiu [IC]" userId="bf614949-7652-487e-94c4-bd05b6d44df9" providerId="ADAL" clId="{E7BD8F4C-33A1-4EA5-B9EC-E33B1E25C004}" dt="2026-10-29T05:44:42.257" v="814" actId="1036"/>
          <ac:spMkLst>
            <pc:docMk/>
            <pc:sldMk cId="3840631176" sldId="2147329552"/>
            <ac:spMk id="10" creationId="{6431C990-2908-D792-CFE8-6B5BC5C4422E}"/>
          </ac:spMkLst>
        </pc:spChg>
        <pc:spChg chg="add mod">
          <ac:chgData name="YIU, cwyiu [IC]" userId="bf614949-7652-487e-94c4-bd05b6d44df9" providerId="ADAL" clId="{E7BD8F4C-33A1-4EA5-B9EC-E33B1E25C004}" dt="2026-10-29T05:44:42.257" v="814" actId="1036"/>
          <ac:spMkLst>
            <pc:docMk/>
            <pc:sldMk cId="3840631176" sldId="2147329552"/>
            <ac:spMk id="11" creationId="{E3311DAD-DD0F-4780-28E6-E017E8854B9F}"/>
          </ac:spMkLst>
        </pc:spChg>
        <pc:spChg chg="add mod">
          <ac:chgData name="YIU, cwyiu [IC]" userId="bf614949-7652-487e-94c4-bd05b6d44df9" providerId="ADAL" clId="{E7BD8F4C-33A1-4EA5-B9EC-E33B1E25C004}" dt="2026-10-29T05:44:42.257" v="814" actId="1036"/>
          <ac:spMkLst>
            <pc:docMk/>
            <pc:sldMk cId="3840631176" sldId="2147329552"/>
            <ac:spMk id="12" creationId="{8EFA038C-3436-58FA-D2C0-2445D0BC42F4}"/>
          </ac:spMkLst>
        </pc:spChg>
        <pc:spChg chg="add mod">
          <ac:chgData name="YIU, cwyiu [IC]" userId="bf614949-7652-487e-94c4-bd05b6d44df9" providerId="ADAL" clId="{E7BD8F4C-33A1-4EA5-B9EC-E33B1E25C004}" dt="2026-10-29T05:44:42.257" v="814" actId="1036"/>
          <ac:spMkLst>
            <pc:docMk/>
            <pc:sldMk cId="3840631176" sldId="2147329552"/>
            <ac:spMk id="13" creationId="{D0015D43-C00B-5772-C2C7-A9A0FA552F0E}"/>
          </ac:spMkLst>
        </pc:spChg>
        <pc:spChg chg="add mod">
          <ac:chgData name="YIU, cwyiu [IC]" userId="bf614949-7652-487e-94c4-bd05b6d44df9" providerId="ADAL" clId="{E7BD8F4C-33A1-4EA5-B9EC-E33B1E25C004}" dt="2026-10-29T05:44:42.257" v="814" actId="1036"/>
          <ac:spMkLst>
            <pc:docMk/>
            <pc:sldMk cId="3840631176" sldId="2147329552"/>
            <ac:spMk id="14" creationId="{98BF5D0B-27DA-CC40-7953-11ADB57F9996}"/>
          </ac:spMkLst>
        </pc:spChg>
        <pc:spChg chg="add mod">
          <ac:chgData name="YIU, cwyiu [IC]" userId="bf614949-7652-487e-94c4-bd05b6d44df9" providerId="ADAL" clId="{E7BD8F4C-33A1-4EA5-B9EC-E33B1E25C004}" dt="2026-10-29T05:44:42.257" v="814" actId="1036"/>
          <ac:spMkLst>
            <pc:docMk/>
            <pc:sldMk cId="3840631176" sldId="2147329552"/>
            <ac:spMk id="15" creationId="{C5DFFD7E-6FAE-184F-CED2-C7DC80B4AFC2}"/>
          </ac:spMkLst>
        </pc:spChg>
        <pc:spChg chg="add mod">
          <ac:chgData name="YIU, cwyiu [IC]" userId="bf614949-7652-487e-94c4-bd05b6d44df9" providerId="ADAL" clId="{E7BD8F4C-33A1-4EA5-B9EC-E33B1E25C004}" dt="2026-10-29T05:44:42.257" v="814" actId="1036"/>
          <ac:spMkLst>
            <pc:docMk/>
            <pc:sldMk cId="3840631176" sldId="2147329552"/>
            <ac:spMk id="16" creationId="{7FC45888-FCFB-183C-1E11-231E028BE7D5}"/>
          </ac:spMkLst>
        </pc:spChg>
        <pc:spChg chg="add mod">
          <ac:chgData name="YIU, cwyiu [IC]" userId="bf614949-7652-487e-94c4-bd05b6d44df9" providerId="ADAL" clId="{E7BD8F4C-33A1-4EA5-B9EC-E33B1E25C004}" dt="2026-10-29T05:44:42.257" v="814" actId="1036"/>
          <ac:spMkLst>
            <pc:docMk/>
            <pc:sldMk cId="3840631176" sldId="2147329552"/>
            <ac:spMk id="17" creationId="{61908315-74E2-ACE7-05B2-819A6D20CB66}"/>
          </ac:spMkLst>
        </pc:spChg>
        <pc:spChg chg="add mod">
          <ac:chgData name="YIU, cwyiu [IC]" userId="bf614949-7652-487e-94c4-bd05b6d44df9" providerId="ADAL" clId="{E7BD8F4C-33A1-4EA5-B9EC-E33B1E25C004}" dt="2026-10-29T05:44:42.257" v="814" actId="1036"/>
          <ac:spMkLst>
            <pc:docMk/>
            <pc:sldMk cId="3840631176" sldId="2147329552"/>
            <ac:spMk id="18" creationId="{0D4CD0CB-6675-81F2-08F3-AB83E96B6EAB}"/>
          </ac:spMkLst>
        </pc:spChg>
        <pc:spChg chg="add mod">
          <ac:chgData name="YIU, cwyiu [IC]" userId="bf614949-7652-487e-94c4-bd05b6d44df9" providerId="ADAL" clId="{E7BD8F4C-33A1-4EA5-B9EC-E33B1E25C004}" dt="2026-10-29T05:44:42.257" v="814" actId="1036"/>
          <ac:spMkLst>
            <pc:docMk/>
            <pc:sldMk cId="3840631176" sldId="2147329552"/>
            <ac:spMk id="19" creationId="{7BD9BC7B-915F-D0C7-7A2A-1F4D8F40F008}"/>
          </ac:spMkLst>
        </pc:spChg>
        <pc:spChg chg="add mod">
          <ac:chgData name="YIU, cwyiu [IC]" userId="bf614949-7652-487e-94c4-bd05b6d44df9" providerId="ADAL" clId="{E7BD8F4C-33A1-4EA5-B9EC-E33B1E25C004}" dt="2026-10-29T05:44:42.257" v="814" actId="1036"/>
          <ac:spMkLst>
            <pc:docMk/>
            <pc:sldMk cId="3840631176" sldId="2147329552"/>
            <ac:spMk id="20" creationId="{844454BB-CCC0-AFFF-DB69-04C946468EC1}"/>
          </ac:spMkLst>
        </pc:spChg>
        <pc:spChg chg="add mod">
          <ac:chgData name="YIU, cwyiu [IC]" userId="bf614949-7652-487e-94c4-bd05b6d44df9" providerId="ADAL" clId="{E7BD8F4C-33A1-4EA5-B9EC-E33B1E25C004}" dt="2026-10-29T05:44:42.257" v="814" actId="1036"/>
          <ac:spMkLst>
            <pc:docMk/>
            <pc:sldMk cId="3840631176" sldId="2147329552"/>
            <ac:spMk id="21" creationId="{F7CA6535-BDEC-F1EF-2B75-D4D8DDD75E68}"/>
          </ac:spMkLst>
        </pc:spChg>
        <pc:spChg chg="add mod">
          <ac:chgData name="YIU, cwyiu [IC]" userId="bf614949-7652-487e-94c4-bd05b6d44df9" providerId="ADAL" clId="{E7BD8F4C-33A1-4EA5-B9EC-E33B1E25C004}" dt="2026-10-29T05:44:42.257" v="814" actId="1036"/>
          <ac:spMkLst>
            <pc:docMk/>
            <pc:sldMk cId="3840631176" sldId="2147329552"/>
            <ac:spMk id="22" creationId="{9B96986C-588D-B930-68B2-B3ECCDBC4641}"/>
          </ac:spMkLst>
        </pc:spChg>
        <pc:spChg chg="add mod">
          <ac:chgData name="YIU, cwyiu [IC]" userId="bf614949-7652-487e-94c4-bd05b6d44df9" providerId="ADAL" clId="{E7BD8F4C-33A1-4EA5-B9EC-E33B1E25C004}" dt="2026-10-29T05:44:42.257" v="814" actId="1036"/>
          <ac:spMkLst>
            <pc:docMk/>
            <pc:sldMk cId="3840631176" sldId="2147329552"/>
            <ac:spMk id="23" creationId="{FAD259F7-AEB8-6D71-D7AC-4FEB366AF786}"/>
          </ac:spMkLst>
        </pc:spChg>
        <pc:spChg chg="add mod">
          <ac:chgData name="YIU, cwyiu [IC]" userId="bf614949-7652-487e-94c4-bd05b6d44df9" providerId="ADAL" clId="{E7BD8F4C-33A1-4EA5-B9EC-E33B1E25C004}" dt="2026-10-29T05:44:42.257" v="814" actId="1036"/>
          <ac:spMkLst>
            <pc:docMk/>
            <pc:sldMk cId="3840631176" sldId="2147329552"/>
            <ac:spMk id="24" creationId="{28DABFA8-F75A-3EF7-5169-922DB7E8CE61}"/>
          </ac:spMkLst>
        </pc:spChg>
      </pc:sldChg>
      <pc:sldChg chg="addSp delSp modSp add mod modNotesTx">
        <pc:chgData name="YIU, cwyiu [IC]" userId="bf614949-7652-487e-94c4-bd05b6d44df9" providerId="ADAL" clId="{E7BD8F4C-33A1-4EA5-B9EC-E33B1E25C004}" dt="2026-10-29T11:56:38.763" v="2723"/>
        <pc:sldMkLst>
          <pc:docMk/>
          <pc:sldMk cId="3826480736" sldId="2147329553"/>
        </pc:sldMkLst>
        <pc:spChg chg="add del mod">
          <ac:chgData name="YIU, cwyiu [IC]" userId="bf614949-7652-487e-94c4-bd05b6d44df9" providerId="ADAL" clId="{E7BD8F4C-33A1-4EA5-B9EC-E33B1E25C004}" dt="2026-10-29T05:45:45.591" v="840" actId="478"/>
          <ac:spMkLst>
            <pc:docMk/>
            <pc:sldMk cId="3826480736" sldId="2147329553"/>
            <ac:spMk id="2" creationId="{ED221564-3544-DBCE-C405-B01572A46C9E}"/>
          </ac:spMkLst>
        </pc:spChg>
        <pc:spChg chg="mod">
          <ac:chgData name="YIU, cwyiu [IC]" userId="bf614949-7652-487e-94c4-bd05b6d44df9" providerId="ADAL" clId="{E7BD8F4C-33A1-4EA5-B9EC-E33B1E25C004}" dt="2026-10-29T11:40:08.696" v="2485" actId="1036"/>
          <ac:spMkLst>
            <pc:docMk/>
            <pc:sldMk cId="3826480736" sldId="2147329553"/>
            <ac:spMk id="3" creationId="{987F959A-9CC1-50C9-65FF-1F7BF4D4F6E1}"/>
          </ac:spMkLst>
        </pc:spChg>
        <pc:spChg chg="mod">
          <ac:chgData name="YIU, cwyiu [IC]" userId="bf614949-7652-487e-94c4-bd05b6d44df9" providerId="ADAL" clId="{E7BD8F4C-33A1-4EA5-B9EC-E33B1E25C004}" dt="2026-10-29T11:56:38.763" v="2723"/>
          <ac:spMkLst>
            <pc:docMk/>
            <pc:sldMk cId="3826480736" sldId="2147329553"/>
            <ac:spMk id="4" creationId="{ACB2F1C7-52BF-0362-7422-933A9C8574F5}"/>
          </ac:spMkLst>
        </pc:spChg>
        <pc:spChg chg="add mod">
          <ac:chgData name="YIU, cwyiu [IC]" userId="bf614949-7652-487e-94c4-bd05b6d44df9" providerId="ADAL" clId="{E7BD8F4C-33A1-4EA5-B9EC-E33B1E25C004}" dt="2026-10-29T11:40:08.696" v="2485" actId="1036"/>
          <ac:spMkLst>
            <pc:docMk/>
            <pc:sldMk cId="3826480736" sldId="2147329553"/>
            <ac:spMk id="5" creationId="{18594C52-2D33-A35D-3950-B856525AE72A}"/>
          </ac:spMkLst>
        </pc:spChg>
        <pc:spChg chg="add mod">
          <ac:chgData name="YIU, cwyiu [IC]" userId="bf614949-7652-487e-94c4-bd05b6d44df9" providerId="ADAL" clId="{E7BD8F4C-33A1-4EA5-B9EC-E33B1E25C004}" dt="2026-10-29T11:40:08.696" v="2485" actId="1036"/>
          <ac:spMkLst>
            <pc:docMk/>
            <pc:sldMk cId="3826480736" sldId="2147329553"/>
            <ac:spMk id="6" creationId="{6860A0C3-3C79-3BB0-E220-DE076DAF0A9E}"/>
          </ac:spMkLst>
        </pc:spChg>
        <pc:spChg chg="add mod">
          <ac:chgData name="YIU, cwyiu [IC]" userId="bf614949-7652-487e-94c4-bd05b6d44df9" providerId="ADAL" clId="{E7BD8F4C-33A1-4EA5-B9EC-E33B1E25C004}" dt="2026-10-29T11:40:08.696" v="2485" actId="1036"/>
          <ac:spMkLst>
            <pc:docMk/>
            <pc:sldMk cId="3826480736" sldId="2147329553"/>
            <ac:spMk id="7" creationId="{CC2836EC-9874-69C9-2C7C-D9D342D4BBFB}"/>
          </ac:spMkLst>
        </pc:spChg>
        <pc:spChg chg="add mod">
          <ac:chgData name="YIU, cwyiu [IC]" userId="bf614949-7652-487e-94c4-bd05b6d44df9" providerId="ADAL" clId="{E7BD8F4C-33A1-4EA5-B9EC-E33B1E25C004}" dt="2026-10-29T11:40:08.696" v="2485" actId="1036"/>
          <ac:spMkLst>
            <pc:docMk/>
            <pc:sldMk cId="3826480736" sldId="2147329553"/>
            <ac:spMk id="8" creationId="{237C8345-F80F-B8E3-0CC1-24654EB94FA2}"/>
          </ac:spMkLst>
        </pc:spChg>
        <pc:spChg chg="add mod">
          <ac:chgData name="YIU, cwyiu [IC]" userId="bf614949-7652-487e-94c4-bd05b6d44df9" providerId="ADAL" clId="{E7BD8F4C-33A1-4EA5-B9EC-E33B1E25C004}" dt="2026-10-29T11:40:08.696" v="2485" actId="1036"/>
          <ac:spMkLst>
            <pc:docMk/>
            <pc:sldMk cId="3826480736" sldId="2147329553"/>
            <ac:spMk id="9" creationId="{939A62D5-61EC-FCF8-1CB7-6F788B30E079}"/>
          </ac:spMkLst>
        </pc:spChg>
        <pc:spChg chg="add mod">
          <ac:chgData name="YIU, cwyiu [IC]" userId="bf614949-7652-487e-94c4-bd05b6d44df9" providerId="ADAL" clId="{E7BD8F4C-33A1-4EA5-B9EC-E33B1E25C004}" dt="2026-10-29T11:40:08.696" v="2485" actId="1036"/>
          <ac:spMkLst>
            <pc:docMk/>
            <pc:sldMk cId="3826480736" sldId="2147329553"/>
            <ac:spMk id="10" creationId="{8D28745C-BA17-298C-04B2-B8F4926DEFDC}"/>
          </ac:spMkLst>
        </pc:spChg>
        <pc:spChg chg="add mod">
          <ac:chgData name="YIU, cwyiu [IC]" userId="bf614949-7652-487e-94c4-bd05b6d44df9" providerId="ADAL" clId="{E7BD8F4C-33A1-4EA5-B9EC-E33B1E25C004}" dt="2026-10-29T11:40:08.696" v="2485" actId="1036"/>
          <ac:spMkLst>
            <pc:docMk/>
            <pc:sldMk cId="3826480736" sldId="2147329553"/>
            <ac:spMk id="11" creationId="{5B9C6E16-9150-151B-5BD7-F00B725E8812}"/>
          </ac:spMkLst>
        </pc:spChg>
        <pc:spChg chg="add mod">
          <ac:chgData name="YIU, cwyiu [IC]" userId="bf614949-7652-487e-94c4-bd05b6d44df9" providerId="ADAL" clId="{E7BD8F4C-33A1-4EA5-B9EC-E33B1E25C004}" dt="2026-10-29T11:40:08.696" v="2485" actId="1036"/>
          <ac:spMkLst>
            <pc:docMk/>
            <pc:sldMk cId="3826480736" sldId="2147329553"/>
            <ac:spMk id="12" creationId="{C3CC33E9-D93D-8C70-26FF-617A479A58F4}"/>
          </ac:spMkLst>
        </pc:spChg>
        <pc:spChg chg="add mod">
          <ac:chgData name="YIU, cwyiu [IC]" userId="bf614949-7652-487e-94c4-bd05b6d44df9" providerId="ADAL" clId="{E7BD8F4C-33A1-4EA5-B9EC-E33B1E25C004}" dt="2026-10-29T11:40:08.696" v="2485" actId="1036"/>
          <ac:spMkLst>
            <pc:docMk/>
            <pc:sldMk cId="3826480736" sldId="2147329553"/>
            <ac:spMk id="13" creationId="{15C6D5C7-3F0F-6593-3580-F202AB2E154F}"/>
          </ac:spMkLst>
        </pc:spChg>
        <pc:spChg chg="add mod">
          <ac:chgData name="YIU, cwyiu [IC]" userId="bf614949-7652-487e-94c4-bd05b6d44df9" providerId="ADAL" clId="{E7BD8F4C-33A1-4EA5-B9EC-E33B1E25C004}" dt="2026-10-29T11:40:08.696" v="2485" actId="1036"/>
          <ac:spMkLst>
            <pc:docMk/>
            <pc:sldMk cId="3826480736" sldId="2147329553"/>
            <ac:spMk id="14" creationId="{DC29D594-BBB0-C85A-68EC-0355DA7DD87D}"/>
          </ac:spMkLst>
        </pc:spChg>
        <pc:spChg chg="add mod">
          <ac:chgData name="YIU, cwyiu [IC]" userId="bf614949-7652-487e-94c4-bd05b6d44df9" providerId="ADAL" clId="{E7BD8F4C-33A1-4EA5-B9EC-E33B1E25C004}" dt="2026-10-29T11:40:08.696" v="2485" actId="1036"/>
          <ac:spMkLst>
            <pc:docMk/>
            <pc:sldMk cId="3826480736" sldId="2147329553"/>
            <ac:spMk id="15" creationId="{C7C705B7-253A-FB08-8A62-EC86202FE2D4}"/>
          </ac:spMkLst>
        </pc:spChg>
        <pc:spChg chg="add mod">
          <ac:chgData name="YIU, cwyiu [IC]" userId="bf614949-7652-487e-94c4-bd05b6d44df9" providerId="ADAL" clId="{E7BD8F4C-33A1-4EA5-B9EC-E33B1E25C004}" dt="2026-10-29T11:40:08.696" v="2485" actId="1036"/>
          <ac:spMkLst>
            <pc:docMk/>
            <pc:sldMk cId="3826480736" sldId="2147329553"/>
            <ac:spMk id="16" creationId="{A426C231-91F3-59A0-D6B5-C4C5DC057486}"/>
          </ac:spMkLst>
        </pc:spChg>
        <pc:spChg chg="add mod">
          <ac:chgData name="YIU, cwyiu [IC]" userId="bf614949-7652-487e-94c4-bd05b6d44df9" providerId="ADAL" clId="{E7BD8F4C-33A1-4EA5-B9EC-E33B1E25C004}" dt="2026-10-29T11:40:08.696" v="2485" actId="1036"/>
          <ac:spMkLst>
            <pc:docMk/>
            <pc:sldMk cId="3826480736" sldId="2147329553"/>
            <ac:spMk id="17" creationId="{41AAB444-ED5A-E8FF-ACF9-99633EC57668}"/>
          </ac:spMkLst>
        </pc:spChg>
        <pc:spChg chg="add mod">
          <ac:chgData name="YIU, cwyiu [IC]" userId="bf614949-7652-487e-94c4-bd05b6d44df9" providerId="ADAL" clId="{E7BD8F4C-33A1-4EA5-B9EC-E33B1E25C004}" dt="2026-10-29T11:40:08.696" v="2485" actId="1036"/>
          <ac:spMkLst>
            <pc:docMk/>
            <pc:sldMk cId="3826480736" sldId="2147329553"/>
            <ac:spMk id="18" creationId="{A153395B-C8B5-B5DB-A8E4-B003825144C5}"/>
          </ac:spMkLst>
        </pc:spChg>
        <pc:spChg chg="add mod">
          <ac:chgData name="YIU, cwyiu [IC]" userId="bf614949-7652-487e-94c4-bd05b6d44df9" providerId="ADAL" clId="{E7BD8F4C-33A1-4EA5-B9EC-E33B1E25C004}" dt="2026-10-29T11:40:08.696" v="2485" actId="1036"/>
          <ac:spMkLst>
            <pc:docMk/>
            <pc:sldMk cId="3826480736" sldId="2147329553"/>
            <ac:spMk id="19" creationId="{DA8764F5-0473-CE20-E698-EC3B4D0BAE8E}"/>
          </ac:spMkLst>
        </pc:spChg>
        <pc:spChg chg="add mod">
          <ac:chgData name="YIU, cwyiu [IC]" userId="bf614949-7652-487e-94c4-bd05b6d44df9" providerId="ADAL" clId="{E7BD8F4C-33A1-4EA5-B9EC-E33B1E25C004}" dt="2026-10-29T11:40:08.696" v="2485" actId="1036"/>
          <ac:spMkLst>
            <pc:docMk/>
            <pc:sldMk cId="3826480736" sldId="2147329553"/>
            <ac:spMk id="20" creationId="{ECADACD3-5B1A-C703-955D-6137B6E0D2AE}"/>
          </ac:spMkLst>
        </pc:spChg>
        <pc:spChg chg="add mod">
          <ac:chgData name="YIU, cwyiu [IC]" userId="bf614949-7652-487e-94c4-bd05b6d44df9" providerId="ADAL" clId="{E7BD8F4C-33A1-4EA5-B9EC-E33B1E25C004}" dt="2026-10-29T11:40:08.696" v="2485" actId="1036"/>
          <ac:spMkLst>
            <pc:docMk/>
            <pc:sldMk cId="3826480736" sldId="2147329553"/>
            <ac:spMk id="21" creationId="{C749C570-2DC2-0566-8B25-15DB160F5D8F}"/>
          </ac:spMkLst>
        </pc:spChg>
        <pc:spChg chg="add mod">
          <ac:chgData name="YIU, cwyiu [IC]" userId="bf614949-7652-487e-94c4-bd05b6d44df9" providerId="ADAL" clId="{E7BD8F4C-33A1-4EA5-B9EC-E33B1E25C004}" dt="2026-10-29T11:40:08.696" v="2485" actId="1036"/>
          <ac:spMkLst>
            <pc:docMk/>
            <pc:sldMk cId="3826480736" sldId="2147329553"/>
            <ac:spMk id="22" creationId="{A1654F17-7CB5-3E57-C77A-F681BCE91BC8}"/>
          </ac:spMkLst>
        </pc:spChg>
        <pc:spChg chg="add mod">
          <ac:chgData name="YIU, cwyiu [IC]" userId="bf614949-7652-487e-94c4-bd05b6d44df9" providerId="ADAL" clId="{E7BD8F4C-33A1-4EA5-B9EC-E33B1E25C004}" dt="2026-10-29T11:40:08.696" v="2485" actId="1036"/>
          <ac:spMkLst>
            <pc:docMk/>
            <pc:sldMk cId="3826480736" sldId="2147329553"/>
            <ac:spMk id="23" creationId="{96C13E20-0F6E-A3E9-C86E-BBDD337018BC}"/>
          </ac:spMkLst>
        </pc:spChg>
        <pc:spChg chg="add mod">
          <ac:chgData name="YIU, cwyiu [IC]" userId="bf614949-7652-487e-94c4-bd05b6d44df9" providerId="ADAL" clId="{E7BD8F4C-33A1-4EA5-B9EC-E33B1E25C004}" dt="2026-10-29T11:40:08.696" v="2485" actId="1036"/>
          <ac:spMkLst>
            <pc:docMk/>
            <pc:sldMk cId="3826480736" sldId="2147329553"/>
            <ac:spMk id="24" creationId="{AD54C25E-1B5B-5C4D-093B-365DB214371F}"/>
          </ac:spMkLst>
        </pc:spChg>
        <pc:spChg chg="add mod">
          <ac:chgData name="YIU, cwyiu [IC]" userId="bf614949-7652-487e-94c4-bd05b6d44df9" providerId="ADAL" clId="{E7BD8F4C-33A1-4EA5-B9EC-E33B1E25C004}" dt="2026-10-29T11:40:08.696" v="2485" actId="1036"/>
          <ac:spMkLst>
            <pc:docMk/>
            <pc:sldMk cId="3826480736" sldId="2147329553"/>
            <ac:spMk id="25" creationId="{D5D5060A-8848-4F5E-2194-71580BA31175}"/>
          </ac:spMkLst>
        </pc:spChg>
        <pc:spChg chg="add mod">
          <ac:chgData name="YIU, cwyiu [IC]" userId="bf614949-7652-487e-94c4-bd05b6d44df9" providerId="ADAL" clId="{E7BD8F4C-33A1-4EA5-B9EC-E33B1E25C004}" dt="2026-10-29T11:40:08.696" v="2485" actId="1036"/>
          <ac:spMkLst>
            <pc:docMk/>
            <pc:sldMk cId="3826480736" sldId="2147329553"/>
            <ac:spMk id="26" creationId="{AFF1EEBC-C3A1-572C-0D56-C54E91A68F99}"/>
          </ac:spMkLst>
        </pc:spChg>
        <pc:spChg chg="add mod">
          <ac:chgData name="YIU, cwyiu [IC]" userId="bf614949-7652-487e-94c4-bd05b6d44df9" providerId="ADAL" clId="{E7BD8F4C-33A1-4EA5-B9EC-E33B1E25C004}" dt="2026-10-29T11:41:25.019" v="2495" actId="14100"/>
          <ac:spMkLst>
            <pc:docMk/>
            <pc:sldMk cId="3826480736" sldId="2147329553"/>
            <ac:spMk id="27" creationId="{428A1AB5-2B5B-0BB6-7723-D3BEEB809050}"/>
          </ac:spMkLst>
        </pc:spChg>
        <pc:spChg chg="add mod">
          <ac:chgData name="YIU, cwyiu [IC]" userId="bf614949-7652-487e-94c4-bd05b6d44df9" providerId="ADAL" clId="{E7BD8F4C-33A1-4EA5-B9EC-E33B1E25C004}" dt="2026-10-29T11:41:49.409" v="2505" actId="1035"/>
          <ac:spMkLst>
            <pc:docMk/>
            <pc:sldMk cId="3826480736" sldId="2147329553"/>
            <ac:spMk id="28" creationId="{602D5EE0-8B51-38F1-5595-ACDC15C1A5CC}"/>
          </ac:spMkLst>
        </pc:spChg>
      </pc:sldChg>
      <pc:sldChg chg="addSp delSp modSp add mod modNotesTx">
        <pc:chgData name="YIU, cwyiu [IC]" userId="bf614949-7652-487e-94c4-bd05b6d44df9" providerId="ADAL" clId="{E7BD8F4C-33A1-4EA5-B9EC-E33B1E25C004}" dt="2026-10-29T11:56:40.819" v="2724"/>
        <pc:sldMkLst>
          <pc:docMk/>
          <pc:sldMk cId="737221665" sldId="2147329554"/>
        </pc:sldMkLst>
        <pc:spChg chg="add del mod">
          <ac:chgData name="YIU, cwyiu [IC]" userId="bf614949-7652-487e-94c4-bd05b6d44df9" providerId="ADAL" clId="{E7BD8F4C-33A1-4EA5-B9EC-E33B1E25C004}" dt="2026-10-29T05:47:53.143" v="926" actId="478"/>
          <ac:spMkLst>
            <pc:docMk/>
            <pc:sldMk cId="737221665" sldId="2147329554"/>
            <ac:spMk id="2" creationId="{25492597-CC20-70D5-6569-63300C7A5500}"/>
          </ac:spMkLst>
        </pc:spChg>
        <pc:spChg chg="mod">
          <ac:chgData name="YIU, cwyiu [IC]" userId="bf614949-7652-487e-94c4-bd05b6d44df9" providerId="ADAL" clId="{E7BD8F4C-33A1-4EA5-B9EC-E33B1E25C004}" dt="2026-10-29T11:56:40.819" v="2724"/>
          <ac:spMkLst>
            <pc:docMk/>
            <pc:sldMk cId="737221665" sldId="2147329554"/>
            <ac:spMk id="4" creationId="{ACB2F1C7-52BF-0362-7422-933A9C8574F5}"/>
          </ac:spMkLst>
        </pc:spChg>
        <pc:spChg chg="add mod">
          <ac:chgData name="YIU, cwyiu [IC]" userId="bf614949-7652-487e-94c4-bd05b6d44df9" providerId="ADAL" clId="{E7BD8F4C-33A1-4EA5-B9EC-E33B1E25C004}" dt="2026-10-29T05:48:02.490" v="942" actId="1036"/>
          <ac:spMkLst>
            <pc:docMk/>
            <pc:sldMk cId="737221665" sldId="2147329554"/>
            <ac:spMk id="5" creationId="{C75C88A8-C419-4AB6-ADEC-941F487B1CD9}"/>
          </ac:spMkLst>
        </pc:spChg>
        <pc:spChg chg="add mod">
          <ac:chgData name="YIU, cwyiu [IC]" userId="bf614949-7652-487e-94c4-bd05b6d44df9" providerId="ADAL" clId="{E7BD8F4C-33A1-4EA5-B9EC-E33B1E25C004}" dt="2026-10-29T05:47:49.157" v="925" actId="1036"/>
          <ac:spMkLst>
            <pc:docMk/>
            <pc:sldMk cId="737221665" sldId="2147329554"/>
            <ac:spMk id="6" creationId="{5E04081D-2BD2-6A05-67C4-599C16A996D5}"/>
          </ac:spMkLst>
        </pc:spChg>
        <pc:spChg chg="add mod">
          <ac:chgData name="YIU, cwyiu [IC]" userId="bf614949-7652-487e-94c4-bd05b6d44df9" providerId="ADAL" clId="{E7BD8F4C-33A1-4EA5-B9EC-E33B1E25C004}" dt="2026-10-29T05:47:37.210" v="909" actId="1036"/>
          <ac:spMkLst>
            <pc:docMk/>
            <pc:sldMk cId="737221665" sldId="2147329554"/>
            <ac:spMk id="7" creationId="{7A3304FC-8C7B-AF51-9861-FE63032A4FD0}"/>
          </ac:spMkLst>
        </pc:spChg>
        <pc:spChg chg="add mod">
          <ac:chgData name="YIU, cwyiu [IC]" userId="bf614949-7652-487e-94c4-bd05b6d44df9" providerId="ADAL" clId="{E7BD8F4C-33A1-4EA5-B9EC-E33B1E25C004}" dt="2026-10-29T05:47:37.210" v="909" actId="1036"/>
          <ac:spMkLst>
            <pc:docMk/>
            <pc:sldMk cId="737221665" sldId="2147329554"/>
            <ac:spMk id="8" creationId="{AE6479CA-F9E5-7F79-354E-F40D57D359A6}"/>
          </ac:spMkLst>
        </pc:spChg>
        <pc:spChg chg="add mod">
          <ac:chgData name="YIU, cwyiu [IC]" userId="bf614949-7652-487e-94c4-bd05b6d44df9" providerId="ADAL" clId="{E7BD8F4C-33A1-4EA5-B9EC-E33B1E25C004}" dt="2026-10-29T05:47:37.210" v="909" actId="1036"/>
          <ac:spMkLst>
            <pc:docMk/>
            <pc:sldMk cId="737221665" sldId="2147329554"/>
            <ac:spMk id="9" creationId="{882C4DC1-3BBF-61E4-A7E0-608BB408C5CA}"/>
          </ac:spMkLst>
        </pc:spChg>
        <pc:spChg chg="add mod">
          <ac:chgData name="YIU, cwyiu [IC]" userId="bf614949-7652-487e-94c4-bd05b6d44df9" providerId="ADAL" clId="{E7BD8F4C-33A1-4EA5-B9EC-E33B1E25C004}" dt="2026-10-29T05:47:37.210" v="909" actId="1036"/>
          <ac:spMkLst>
            <pc:docMk/>
            <pc:sldMk cId="737221665" sldId="2147329554"/>
            <ac:spMk id="10" creationId="{A13940E0-7863-5BDB-D142-E6B261CE2D20}"/>
          </ac:spMkLst>
        </pc:spChg>
        <pc:spChg chg="add mod">
          <ac:chgData name="YIU, cwyiu [IC]" userId="bf614949-7652-487e-94c4-bd05b6d44df9" providerId="ADAL" clId="{E7BD8F4C-33A1-4EA5-B9EC-E33B1E25C004}" dt="2026-10-29T05:47:37.210" v="909" actId="1036"/>
          <ac:spMkLst>
            <pc:docMk/>
            <pc:sldMk cId="737221665" sldId="2147329554"/>
            <ac:spMk id="11" creationId="{AC7156AC-1C56-1432-B6DB-76845D897FE9}"/>
          </ac:spMkLst>
        </pc:spChg>
        <pc:spChg chg="add mod">
          <ac:chgData name="YIU, cwyiu [IC]" userId="bf614949-7652-487e-94c4-bd05b6d44df9" providerId="ADAL" clId="{E7BD8F4C-33A1-4EA5-B9EC-E33B1E25C004}" dt="2026-10-29T05:47:37.210" v="909" actId="1036"/>
          <ac:spMkLst>
            <pc:docMk/>
            <pc:sldMk cId="737221665" sldId="2147329554"/>
            <ac:spMk id="12" creationId="{4784E639-9B7B-EEB0-29B9-24DA8CA0B8EF}"/>
          </ac:spMkLst>
        </pc:spChg>
        <pc:spChg chg="add mod">
          <ac:chgData name="YIU, cwyiu [IC]" userId="bf614949-7652-487e-94c4-bd05b6d44df9" providerId="ADAL" clId="{E7BD8F4C-33A1-4EA5-B9EC-E33B1E25C004}" dt="2026-10-29T05:47:37.210" v="909" actId="1036"/>
          <ac:spMkLst>
            <pc:docMk/>
            <pc:sldMk cId="737221665" sldId="2147329554"/>
            <ac:spMk id="13" creationId="{84C67144-17E5-FC97-3FF5-9362744FCFDA}"/>
          </ac:spMkLst>
        </pc:spChg>
        <pc:spChg chg="add mod">
          <ac:chgData name="YIU, cwyiu [IC]" userId="bf614949-7652-487e-94c4-bd05b6d44df9" providerId="ADAL" clId="{E7BD8F4C-33A1-4EA5-B9EC-E33B1E25C004}" dt="2026-10-29T05:47:37.210" v="909" actId="1036"/>
          <ac:spMkLst>
            <pc:docMk/>
            <pc:sldMk cId="737221665" sldId="2147329554"/>
            <ac:spMk id="14" creationId="{5563EB28-6AA1-3550-0C6C-0DA228BFC957}"/>
          </ac:spMkLst>
        </pc:spChg>
        <pc:spChg chg="add mod">
          <ac:chgData name="YIU, cwyiu [IC]" userId="bf614949-7652-487e-94c4-bd05b6d44df9" providerId="ADAL" clId="{E7BD8F4C-33A1-4EA5-B9EC-E33B1E25C004}" dt="2026-10-29T05:47:37.210" v="909" actId="1036"/>
          <ac:spMkLst>
            <pc:docMk/>
            <pc:sldMk cId="737221665" sldId="2147329554"/>
            <ac:spMk id="15" creationId="{EB6984CD-E7B6-6559-A6F5-D8F9A31FB053}"/>
          </ac:spMkLst>
        </pc:spChg>
        <pc:spChg chg="add mod">
          <ac:chgData name="YIU, cwyiu [IC]" userId="bf614949-7652-487e-94c4-bd05b6d44df9" providerId="ADAL" clId="{E7BD8F4C-33A1-4EA5-B9EC-E33B1E25C004}" dt="2026-10-29T05:47:37.210" v="909" actId="1036"/>
          <ac:spMkLst>
            <pc:docMk/>
            <pc:sldMk cId="737221665" sldId="2147329554"/>
            <ac:spMk id="16" creationId="{A81EBAA2-E69A-73B0-AF00-C06ABE21083A}"/>
          </ac:spMkLst>
        </pc:spChg>
        <pc:spChg chg="add mod">
          <ac:chgData name="YIU, cwyiu [IC]" userId="bf614949-7652-487e-94c4-bd05b6d44df9" providerId="ADAL" clId="{E7BD8F4C-33A1-4EA5-B9EC-E33B1E25C004}" dt="2026-10-29T05:47:37.210" v="909" actId="1036"/>
          <ac:spMkLst>
            <pc:docMk/>
            <pc:sldMk cId="737221665" sldId="2147329554"/>
            <ac:spMk id="17" creationId="{542A5381-15D5-55E7-6429-5BD178875D66}"/>
          </ac:spMkLst>
        </pc:spChg>
        <pc:spChg chg="add mod">
          <ac:chgData name="YIU, cwyiu [IC]" userId="bf614949-7652-487e-94c4-bd05b6d44df9" providerId="ADAL" clId="{E7BD8F4C-33A1-4EA5-B9EC-E33B1E25C004}" dt="2026-10-29T05:47:37.210" v="909" actId="1036"/>
          <ac:spMkLst>
            <pc:docMk/>
            <pc:sldMk cId="737221665" sldId="2147329554"/>
            <ac:spMk id="18" creationId="{DBA25E8F-A1E7-17F4-C414-5EC12C4AEAA7}"/>
          </ac:spMkLst>
        </pc:spChg>
        <pc:spChg chg="add mod">
          <ac:chgData name="YIU, cwyiu [IC]" userId="bf614949-7652-487e-94c4-bd05b6d44df9" providerId="ADAL" clId="{E7BD8F4C-33A1-4EA5-B9EC-E33B1E25C004}" dt="2026-10-29T05:47:37.210" v="909" actId="1036"/>
          <ac:spMkLst>
            <pc:docMk/>
            <pc:sldMk cId="737221665" sldId="2147329554"/>
            <ac:spMk id="19" creationId="{CD7C90DB-E057-F9C4-A6D4-96F9439B6A0F}"/>
          </ac:spMkLst>
        </pc:spChg>
        <pc:spChg chg="add mod">
          <ac:chgData name="YIU, cwyiu [IC]" userId="bf614949-7652-487e-94c4-bd05b6d44df9" providerId="ADAL" clId="{E7BD8F4C-33A1-4EA5-B9EC-E33B1E25C004}" dt="2026-10-29T05:47:37.210" v="909" actId="1036"/>
          <ac:spMkLst>
            <pc:docMk/>
            <pc:sldMk cId="737221665" sldId="2147329554"/>
            <ac:spMk id="20" creationId="{F9D08CA3-D5D5-2134-DDCA-88E03FFC2C1D}"/>
          </ac:spMkLst>
        </pc:spChg>
      </pc:sldChg>
      <pc:sldChg chg="addSp delSp modSp add mod modNotesTx">
        <pc:chgData name="YIU, cwyiu [IC]" userId="bf614949-7652-487e-94c4-bd05b6d44df9" providerId="ADAL" clId="{E7BD8F4C-33A1-4EA5-B9EC-E33B1E25C004}" dt="2026-10-29T11:56:42.451" v="2725"/>
        <pc:sldMkLst>
          <pc:docMk/>
          <pc:sldMk cId="2963678677" sldId="2147329555"/>
        </pc:sldMkLst>
        <pc:spChg chg="add del mod">
          <ac:chgData name="YIU, cwyiu [IC]" userId="bf614949-7652-487e-94c4-bd05b6d44df9" providerId="ADAL" clId="{E7BD8F4C-33A1-4EA5-B9EC-E33B1E25C004}" dt="2026-10-29T05:48:56.526" v="1006" actId="478"/>
          <ac:spMkLst>
            <pc:docMk/>
            <pc:sldMk cId="2963678677" sldId="2147329555"/>
            <ac:spMk id="2" creationId="{9D320A72-4A63-BBD4-5A0D-2DCBA8903519}"/>
          </ac:spMkLst>
        </pc:spChg>
        <pc:spChg chg="mod">
          <ac:chgData name="YIU, cwyiu [IC]" userId="bf614949-7652-487e-94c4-bd05b6d44df9" providerId="ADAL" clId="{E7BD8F4C-33A1-4EA5-B9EC-E33B1E25C004}" dt="2026-10-29T11:56:42.451" v="2725"/>
          <ac:spMkLst>
            <pc:docMk/>
            <pc:sldMk cId="2963678677" sldId="2147329555"/>
            <ac:spMk id="4" creationId="{ACB2F1C7-52BF-0362-7422-933A9C8574F5}"/>
          </ac:spMkLst>
        </pc:spChg>
        <pc:spChg chg="add mod">
          <ac:chgData name="YIU, cwyiu [IC]" userId="bf614949-7652-487e-94c4-bd05b6d44df9" providerId="ADAL" clId="{E7BD8F4C-33A1-4EA5-B9EC-E33B1E25C004}" dt="2026-10-29T05:48:51.296" v="1005" actId="1036"/>
          <ac:spMkLst>
            <pc:docMk/>
            <pc:sldMk cId="2963678677" sldId="2147329555"/>
            <ac:spMk id="5" creationId="{95FA3E3A-3244-6536-2BE9-7B0F1A37F237}"/>
          </ac:spMkLst>
        </pc:spChg>
        <pc:spChg chg="add mod">
          <ac:chgData name="YIU, cwyiu [IC]" userId="bf614949-7652-487e-94c4-bd05b6d44df9" providerId="ADAL" clId="{E7BD8F4C-33A1-4EA5-B9EC-E33B1E25C004}" dt="2026-10-29T05:48:42.883" v="980" actId="1035"/>
          <ac:spMkLst>
            <pc:docMk/>
            <pc:sldMk cId="2963678677" sldId="2147329555"/>
            <ac:spMk id="6" creationId="{45227BBB-C335-7093-29F8-E8B2E91AF3E9}"/>
          </ac:spMkLst>
        </pc:spChg>
        <pc:spChg chg="add mod">
          <ac:chgData name="YIU, cwyiu [IC]" userId="bf614949-7652-487e-94c4-bd05b6d44df9" providerId="ADAL" clId="{E7BD8F4C-33A1-4EA5-B9EC-E33B1E25C004}" dt="2026-10-29T05:48:31.549" v="966" actId="1036"/>
          <ac:spMkLst>
            <pc:docMk/>
            <pc:sldMk cId="2963678677" sldId="2147329555"/>
            <ac:spMk id="7" creationId="{CE778E25-2F56-A4B7-9AB9-E8E3AD504D22}"/>
          </ac:spMkLst>
        </pc:spChg>
        <pc:spChg chg="add mod">
          <ac:chgData name="YIU, cwyiu [IC]" userId="bf614949-7652-487e-94c4-bd05b6d44df9" providerId="ADAL" clId="{E7BD8F4C-33A1-4EA5-B9EC-E33B1E25C004}" dt="2026-10-29T05:48:31.549" v="966" actId="1036"/>
          <ac:spMkLst>
            <pc:docMk/>
            <pc:sldMk cId="2963678677" sldId="2147329555"/>
            <ac:spMk id="8" creationId="{E349FB02-C620-94E0-705E-0F291896C535}"/>
          </ac:spMkLst>
        </pc:spChg>
        <pc:spChg chg="add mod">
          <ac:chgData name="YIU, cwyiu [IC]" userId="bf614949-7652-487e-94c4-bd05b6d44df9" providerId="ADAL" clId="{E7BD8F4C-33A1-4EA5-B9EC-E33B1E25C004}" dt="2026-10-29T05:48:31.549" v="966" actId="1036"/>
          <ac:spMkLst>
            <pc:docMk/>
            <pc:sldMk cId="2963678677" sldId="2147329555"/>
            <ac:spMk id="9" creationId="{7276873E-3B23-CF88-ED26-D10DD1CE737C}"/>
          </ac:spMkLst>
        </pc:spChg>
        <pc:spChg chg="add mod">
          <ac:chgData name="YIU, cwyiu [IC]" userId="bf614949-7652-487e-94c4-bd05b6d44df9" providerId="ADAL" clId="{E7BD8F4C-33A1-4EA5-B9EC-E33B1E25C004}" dt="2026-10-29T05:48:31.549" v="966" actId="1036"/>
          <ac:spMkLst>
            <pc:docMk/>
            <pc:sldMk cId="2963678677" sldId="2147329555"/>
            <ac:spMk id="10" creationId="{F5ADEA70-CFE7-FC27-1966-75B628DC0EC4}"/>
          </ac:spMkLst>
        </pc:spChg>
        <pc:spChg chg="add mod">
          <ac:chgData name="YIU, cwyiu [IC]" userId="bf614949-7652-487e-94c4-bd05b6d44df9" providerId="ADAL" clId="{E7BD8F4C-33A1-4EA5-B9EC-E33B1E25C004}" dt="2026-10-29T05:48:31.549" v="966" actId="1036"/>
          <ac:spMkLst>
            <pc:docMk/>
            <pc:sldMk cId="2963678677" sldId="2147329555"/>
            <ac:spMk id="11" creationId="{10D82AF6-0855-2827-D49E-CB4D1B802683}"/>
          </ac:spMkLst>
        </pc:spChg>
        <pc:spChg chg="add mod">
          <ac:chgData name="YIU, cwyiu [IC]" userId="bf614949-7652-487e-94c4-bd05b6d44df9" providerId="ADAL" clId="{E7BD8F4C-33A1-4EA5-B9EC-E33B1E25C004}" dt="2026-10-29T05:48:31.549" v="966" actId="1036"/>
          <ac:spMkLst>
            <pc:docMk/>
            <pc:sldMk cId="2963678677" sldId="2147329555"/>
            <ac:spMk id="12" creationId="{C8396D83-F04C-362E-74B1-88F66624DF34}"/>
          </ac:spMkLst>
        </pc:spChg>
        <pc:spChg chg="add mod">
          <ac:chgData name="YIU, cwyiu [IC]" userId="bf614949-7652-487e-94c4-bd05b6d44df9" providerId="ADAL" clId="{E7BD8F4C-33A1-4EA5-B9EC-E33B1E25C004}" dt="2026-10-29T05:48:31.549" v="966" actId="1036"/>
          <ac:spMkLst>
            <pc:docMk/>
            <pc:sldMk cId="2963678677" sldId="2147329555"/>
            <ac:spMk id="13" creationId="{78ABCF72-14E2-5F78-9B82-9B9C0CF4BEF6}"/>
          </ac:spMkLst>
        </pc:spChg>
        <pc:spChg chg="add mod">
          <ac:chgData name="YIU, cwyiu [IC]" userId="bf614949-7652-487e-94c4-bd05b6d44df9" providerId="ADAL" clId="{E7BD8F4C-33A1-4EA5-B9EC-E33B1E25C004}" dt="2026-10-29T05:48:31.549" v="966" actId="1036"/>
          <ac:spMkLst>
            <pc:docMk/>
            <pc:sldMk cId="2963678677" sldId="2147329555"/>
            <ac:spMk id="14" creationId="{0FA68D14-DB84-B7B7-F28B-10F4D104D40D}"/>
          </ac:spMkLst>
        </pc:spChg>
        <pc:spChg chg="add mod">
          <ac:chgData name="YIU, cwyiu [IC]" userId="bf614949-7652-487e-94c4-bd05b6d44df9" providerId="ADAL" clId="{E7BD8F4C-33A1-4EA5-B9EC-E33B1E25C004}" dt="2026-10-29T05:48:31.549" v="966" actId="1036"/>
          <ac:spMkLst>
            <pc:docMk/>
            <pc:sldMk cId="2963678677" sldId="2147329555"/>
            <ac:spMk id="15" creationId="{71CE182C-4390-6C96-F40A-468E1C2CD475}"/>
          </ac:spMkLst>
        </pc:spChg>
        <pc:spChg chg="add mod">
          <ac:chgData name="YIU, cwyiu [IC]" userId="bf614949-7652-487e-94c4-bd05b6d44df9" providerId="ADAL" clId="{E7BD8F4C-33A1-4EA5-B9EC-E33B1E25C004}" dt="2026-10-29T05:48:31.549" v="966" actId="1036"/>
          <ac:spMkLst>
            <pc:docMk/>
            <pc:sldMk cId="2963678677" sldId="2147329555"/>
            <ac:spMk id="16" creationId="{C814A93C-441E-FC8F-11C3-9401B386680E}"/>
          </ac:spMkLst>
        </pc:spChg>
        <pc:spChg chg="add mod">
          <ac:chgData name="YIU, cwyiu [IC]" userId="bf614949-7652-487e-94c4-bd05b6d44df9" providerId="ADAL" clId="{E7BD8F4C-33A1-4EA5-B9EC-E33B1E25C004}" dt="2026-10-29T05:48:31.549" v="966" actId="1036"/>
          <ac:spMkLst>
            <pc:docMk/>
            <pc:sldMk cId="2963678677" sldId="2147329555"/>
            <ac:spMk id="17" creationId="{33265E60-2D50-22AC-6F8E-ACAFC0832690}"/>
          </ac:spMkLst>
        </pc:spChg>
        <pc:spChg chg="add mod">
          <ac:chgData name="YIU, cwyiu [IC]" userId="bf614949-7652-487e-94c4-bd05b6d44df9" providerId="ADAL" clId="{E7BD8F4C-33A1-4EA5-B9EC-E33B1E25C004}" dt="2026-10-29T05:48:31.549" v="966" actId="1036"/>
          <ac:spMkLst>
            <pc:docMk/>
            <pc:sldMk cId="2963678677" sldId="2147329555"/>
            <ac:spMk id="18" creationId="{0798BED6-907E-08C8-BD5A-A63B9CC1CD9D}"/>
          </ac:spMkLst>
        </pc:spChg>
        <pc:spChg chg="add mod">
          <ac:chgData name="YIU, cwyiu [IC]" userId="bf614949-7652-487e-94c4-bd05b6d44df9" providerId="ADAL" clId="{E7BD8F4C-33A1-4EA5-B9EC-E33B1E25C004}" dt="2026-10-29T05:48:31.549" v="966" actId="1036"/>
          <ac:spMkLst>
            <pc:docMk/>
            <pc:sldMk cId="2963678677" sldId="2147329555"/>
            <ac:spMk id="19" creationId="{D6628BD4-56FA-D9FD-1AF5-D6514F9676B2}"/>
          </ac:spMkLst>
        </pc:spChg>
        <pc:spChg chg="add mod">
          <ac:chgData name="YIU, cwyiu [IC]" userId="bf614949-7652-487e-94c4-bd05b6d44df9" providerId="ADAL" clId="{E7BD8F4C-33A1-4EA5-B9EC-E33B1E25C004}" dt="2026-10-29T05:48:31.549" v="966" actId="1036"/>
          <ac:spMkLst>
            <pc:docMk/>
            <pc:sldMk cId="2963678677" sldId="2147329555"/>
            <ac:spMk id="20" creationId="{B9C62AAF-1FF5-4058-56A1-2DF4418B0605}"/>
          </ac:spMkLst>
        </pc:spChg>
        <pc:spChg chg="add mod">
          <ac:chgData name="YIU, cwyiu [IC]" userId="bf614949-7652-487e-94c4-bd05b6d44df9" providerId="ADAL" clId="{E7BD8F4C-33A1-4EA5-B9EC-E33B1E25C004}" dt="2026-10-29T05:48:31.549" v="966" actId="1036"/>
          <ac:spMkLst>
            <pc:docMk/>
            <pc:sldMk cId="2963678677" sldId="2147329555"/>
            <ac:spMk id="21" creationId="{77770C12-E8A8-4CB2-DB42-4426C7FF3797}"/>
          </ac:spMkLst>
        </pc:spChg>
        <pc:spChg chg="add mod">
          <ac:chgData name="YIU, cwyiu [IC]" userId="bf614949-7652-487e-94c4-bd05b6d44df9" providerId="ADAL" clId="{E7BD8F4C-33A1-4EA5-B9EC-E33B1E25C004}" dt="2026-10-29T05:48:31.549" v="966" actId="1036"/>
          <ac:spMkLst>
            <pc:docMk/>
            <pc:sldMk cId="2963678677" sldId="2147329555"/>
            <ac:spMk id="22" creationId="{B1EDC17B-BE20-7DD9-E55C-E1A1B4160999}"/>
          </ac:spMkLst>
        </pc:spChg>
        <pc:spChg chg="add mod">
          <ac:chgData name="YIU, cwyiu [IC]" userId="bf614949-7652-487e-94c4-bd05b6d44df9" providerId="ADAL" clId="{E7BD8F4C-33A1-4EA5-B9EC-E33B1E25C004}" dt="2026-10-29T05:48:31.549" v="966" actId="1036"/>
          <ac:spMkLst>
            <pc:docMk/>
            <pc:sldMk cId="2963678677" sldId="2147329555"/>
            <ac:spMk id="23" creationId="{A102E72D-F1F9-07F5-D374-A1256EB1C293}"/>
          </ac:spMkLst>
        </pc:spChg>
        <pc:spChg chg="add mod">
          <ac:chgData name="YIU, cwyiu [IC]" userId="bf614949-7652-487e-94c4-bd05b6d44df9" providerId="ADAL" clId="{E7BD8F4C-33A1-4EA5-B9EC-E33B1E25C004}" dt="2026-10-29T05:48:31.549" v="966" actId="1036"/>
          <ac:spMkLst>
            <pc:docMk/>
            <pc:sldMk cId="2963678677" sldId="2147329555"/>
            <ac:spMk id="24" creationId="{7CD8FCD9-8ABE-DB5C-1464-BA718EA607DA}"/>
          </ac:spMkLst>
        </pc:spChg>
        <pc:spChg chg="add mod">
          <ac:chgData name="YIU, cwyiu [IC]" userId="bf614949-7652-487e-94c4-bd05b6d44df9" providerId="ADAL" clId="{E7BD8F4C-33A1-4EA5-B9EC-E33B1E25C004}" dt="2026-10-29T05:48:31.549" v="966" actId="1036"/>
          <ac:spMkLst>
            <pc:docMk/>
            <pc:sldMk cId="2963678677" sldId="2147329555"/>
            <ac:spMk id="25" creationId="{943895EF-6F56-B735-A711-C8D1A51C9484}"/>
          </ac:spMkLst>
        </pc:spChg>
        <pc:spChg chg="add mod">
          <ac:chgData name="YIU, cwyiu [IC]" userId="bf614949-7652-487e-94c4-bd05b6d44df9" providerId="ADAL" clId="{E7BD8F4C-33A1-4EA5-B9EC-E33B1E25C004}" dt="2026-10-29T05:48:31.549" v="966" actId="1036"/>
          <ac:spMkLst>
            <pc:docMk/>
            <pc:sldMk cId="2963678677" sldId="2147329555"/>
            <ac:spMk id="26" creationId="{9946A5BD-2B04-046B-53EE-6DA21CFD480E}"/>
          </ac:spMkLst>
        </pc:spChg>
        <pc:spChg chg="add mod">
          <ac:chgData name="YIU, cwyiu [IC]" userId="bf614949-7652-487e-94c4-bd05b6d44df9" providerId="ADAL" clId="{E7BD8F4C-33A1-4EA5-B9EC-E33B1E25C004}" dt="2026-10-29T05:48:31.549" v="966" actId="1036"/>
          <ac:spMkLst>
            <pc:docMk/>
            <pc:sldMk cId="2963678677" sldId="2147329555"/>
            <ac:spMk id="27" creationId="{D9A097B9-F555-27AC-93FD-B4A290EA2259}"/>
          </ac:spMkLst>
        </pc:spChg>
      </pc:sldChg>
      <pc:sldChg chg="addSp delSp modSp add mod modNotesTx">
        <pc:chgData name="YIU, cwyiu [IC]" userId="bf614949-7652-487e-94c4-bd05b6d44df9" providerId="ADAL" clId="{E7BD8F4C-33A1-4EA5-B9EC-E33B1E25C004}" dt="2026-10-29T11:56:44.885" v="2726"/>
        <pc:sldMkLst>
          <pc:docMk/>
          <pc:sldMk cId="3520915053" sldId="2147329556"/>
        </pc:sldMkLst>
        <pc:spChg chg="add del mod">
          <ac:chgData name="YIU, cwyiu [IC]" userId="bf614949-7652-487e-94c4-bd05b6d44df9" providerId="ADAL" clId="{E7BD8F4C-33A1-4EA5-B9EC-E33B1E25C004}" dt="2026-10-29T05:50:21.262" v="1062" actId="478"/>
          <ac:spMkLst>
            <pc:docMk/>
            <pc:sldMk cId="3520915053" sldId="2147329556"/>
            <ac:spMk id="2" creationId="{6B35FC50-0863-519A-9F19-42D66E631252}"/>
          </ac:spMkLst>
        </pc:spChg>
        <pc:spChg chg="mod">
          <ac:chgData name="YIU, cwyiu [IC]" userId="bf614949-7652-487e-94c4-bd05b6d44df9" providerId="ADAL" clId="{E7BD8F4C-33A1-4EA5-B9EC-E33B1E25C004}" dt="2026-10-29T11:56:44.885" v="2726"/>
          <ac:spMkLst>
            <pc:docMk/>
            <pc:sldMk cId="3520915053" sldId="2147329556"/>
            <ac:spMk id="4" creationId="{ACB2F1C7-52BF-0362-7422-933A9C8574F5}"/>
          </ac:spMkLst>
        </pc:spChg>
        <pc:spChg chg="add mod">
          <ac:chgData name="YIU, cwyiu [IC]" userId="bf614949-7652-487e-94c4-bd05b6d44df9" providerId="ADAL" clId="{E7BD8F4C-33A1-4EA5-B9EC-E33B1E25C004}" dt="2026-10-29T05:50:16.517" v="1061" actId="1036"/>
          <ac:spMkLst>
            <pc:docMk/>
            <pc:sldMk cId="3520915053" sldId="2147329556"/>
            <ac:spMk id="5" creationId="{83DFD5D1-4379-7B7F-E9BB-D45953E08F6C}"/>
          </ac:spMkLst>
        </pc:spChg>
        <pc:spChg chg="add mod">
          <ac:chgData name="YIU, cwyiu [IC]" userId="bf614949-7652-487e-94c4-bd05b6d44df9" providerId="ADAL" clId="{E7BD8F4C-33A1-4EA5-B9EC-E33B1E25C004}" dt="2026-10-29T05:50:08.278" v="1046" actId="1036"/>
          <ac:spMkLst>
            <pc:docMk/>
            <pc:sldMk cId="3520915053" sldId="2147329556"/>
            <ac:spMk id="6" creationId="{CFDD7FD4-EB9A-9CAB-8DA5-CD70393F37C3}"/>
          </ac:spMkLst>
        </pc:spChg>
        <pc:spChg chg="add mod">
          <ac:chgData name="YIU, cwyiu [IC]" userId="bf614949-7652-487e-94c4-bd05b6d44df9" providerId="ADAL" clId="{E7BD8F4C-33A1-4EA5-B9EC-E33B1E25C004}" dt="2026-10-29T05:49:54.883" v="1032" actId="1036"/>
          <ac:spMkLst>
            <pc:docMk/>
            <pc:sldMk cId="3520915053" sldId="2147329556"/>
            <ac:spMk id="7" creationId="{AD2897FD-E921-F751-2126-2DA7742CED53}"/>
          </ac:spMkLst>
        </pc:spChg>
        <pc:spChg chg="add mod">
          <ac:chgData name="YIU, cwyiu [IC]" userId="bf614949-7652-487e-94c4-bd05b6d44df9" providerId="ADAL" clId="{E7BD8F4C-33A1-4EA5-B9EC-E33B1E25C004}" dt="2026-10-29T05:49:54.883" v="1032" actId="1036"/>
          <ac:spMkLst>
            <pc:docMk/>
            <pc:sldMk cId="3520915053" sldId="2147329556"/>
            <ac:spMk id="8" creationId="{8D17DDC2-51F6-3267-1CCE-994FF2D04553}"/>
          </ac:spMkLst>
        </pc:spChg>
        <pc:spChg chg="add mod">
          <ac:chgData name="YIU, cwyiu [IC]" userId="bf614949-7652-487e-94c4-bd05b6d44df9" providerId="ADAL" clId="{E7BD8F4C-33A1-4EA5-B9EC-E33B1E25C004}" dt="2026-10-29T05:49:54.883" v="1032" actId="1036"/>
          <ac:spMkLst>
            <pc:docMk/>
            <pc:sldMk cId="3520915053" sldId="2147329556"/>
            <ac:spMk id="9" creationId="{70A05059-E66A-7EBF-8FA9-6BBBD3367BE6}"/>
          </ac:spMkLst>
        </pc:spChg>
        <pc:spChg chg="add mod">
          <ac:chgData name="YIU, cwyiu [IC]" userId="bf614949-7652-487e-94c4-bd05b6d44df9" providerId="ADAL" clId="{E7BD8F4C-33A1-4EA5-B9EC-E33B1E25C004}" dt="2026-10-29T05:49:54.883" v="1032" actId="1036"/>
          <ac:spMkLst>
            <pc:docMk/>
            <pc:sldMk cId="3520915053" sldId="2147329556"/>
            <ac:spMk id="10" creationId="{2520654A-CE2B-D391-2F4B-B3024ECCA189}"/>
          </ac:spMkLst>
        </pc:spChg>
        <pc:spChg chg="add mod">
          <ac:chgData name="YIU, cwyiu [IC]" userId="bf614949-7652-487e-94c4-bd05b6d44df9" providerId="ADAL" clId="{E7BD8F4C-33A1-4EA5-B9EC-E33B1E25C004}" dt="2026-10-29T05:49:54.883" v="1032" actId="1036"/>
          <ac:spMkLst>
            <pc:docMk/>
            <pc:sldMk cId="3520915053" sldId="2147329556"/>
            <ac:spMk id="11" creationId="{A09219D9-C6D8-4B7B-0B96-F86DEE62C54C}"/>
          </ac:spMkLst>
        </pc:spChg>
        <pc:spChg chg="add mod">
          <ac:chgData name="YIU, cwyiu [IC]" userId="bf614949-7652-487e-94c4-bd05b6d44df9" providerId="ADAL" clId="{E7BD8F4C-33A1-4EA5-B9EC-E33B1E25C004}" dt="2026-10-29T05:49:54.883" v="1032" actId="1036"/>
          <ac:spMkLst>
            <pc:docMk/>
            <pc:sldMk cId="3520915053" sldId="2147329556"/>
            <ac:spMk id="12" creationId="{D436EAAF-633A-3C94-0A26-CDB90D3C0586}"/>
          </ac:spMkLst>
        </pc:spChg>
        <pc:spChg chg="add mod">
          <ac:chgData name="YIU, cwyiu [IC]" userId="bf614949-7652-487e-94c4-bd05b6d44df9" providerId="ADAL" clId="{E7BD8F4C-33A1-4EA5-B9EC-E33B1E25C004}" dt="2026-10-29T05:49:54.883" v="1032" actId="1036"/>
          <ac:spMkLst>
            <pc:docMk/>
            <pc:sldMk cId="3520915053" sldId="2147329556"/>
            <ac:spMk id="13" creationId="{1B4ED269-BFEB-8E84-B143-041EA30E1AB5}"/>
          </ac:spMkLst>
        </pc:spChg>
        <pc:spChg chg="add mod">
          <ac:chgData name="YIU, cwyiu [IC]" userId="bf614949-7652-487e-94c4-bd05b6d44df9" providerId="ADAL" clId="{E7BD8F4C-33A1-4EA5-B9EC-E33B1E25C004}" dt="2026-10-29T05:49:54.883" v="1032" actId="1036"/>
          <ac:spMkLst>
            <pc:docMk/>
            <pc:sldMk cId="3520915053" sldId="2147329556"/>
            <ac:spMk id="14" creationId="{AA7E8973-A998-7DFF-81E0-9C0E864FC541}"/>
          </ac:spMkLst>
        </pc:spChg>
        <pc:spChg chg="add mod">
          <ac:chgData name="YIU, cwyiu [IC]" userId="bf614949-7652-487e-94c4-bd05b6d44df9" providerId="ADAL" clId="{E7BD8F4C-33A1-4EA5-B9EC-E33B1E25C004}" dt="2026-10-29T05:49:54.883" v="1032" actId="1036"/>
          <ac:spMkLst>
            <pc:docMk/>
            <pc:sldMk cId="3520915053" sldId="2147329556"/>
            <ac:spMk id="15" creationId="{189EB714-ACC8-8E5C-D7F1-F3E14FE5A4AA}"/>
          </ac:spMkLst>
        </pc:spChg>
        <pc:spChg chg="add mod">
          <ac:chgData name="YIU, cwyiu [IC]" userId="bf614949-7652-487e-94c4-bd05b6d44df9" providerId="ADAL" clId="{E7BD8F4C-33A1-4EA5-B9EC-E33B1E25C004}" dt="2026-10-29T05:49:54.883" v="1032" actId="1036"/>
          <ac:spMkLst>
            <pc:docMk/>
            <pc:sldMk cId="3520915053" sldId="2147329556"/>
            <ac:spMk id="16" creationId="{65C25CCC-0806-D1A7-8416-FC544EC4E3E8}"/>
          </ac:spMkLst>
        </pc:spChg>
        <pc:spChg chg="add mod">
          <ac:chgData name="YIU, cwyiu [IC]" userId="bf614949-7652-487e-94c4-bd05b6d44df9" providerId="ADAL" clId="{E7BD8F4C-33A1-4EA5-B9EC-E33B1E25C004}" dt="2026-10-29T05:49:54.883" v="1032" actId="1036"/>
          <ac:spMkLst>
            <pc:docMk/>
            <pc:sldMk cId="3520915053" sldId="2147329556"/>
            <ac:spMk id="17" creationId="{DB70B600-13A2-7289-EDAE-3684BD369542}"/>
          </ac:spMkLst>
        </pc:spChg>
        <pc:spChg chg="add mod">
          <ac:chgData name="YIU, cwyiu [IC]" userId="bf614949-7652-487e-94c4-bd05b6d44df9" providerId="ADAL" clId="{E7BD8F4C-33A1-4EA5-B9EC-E33B1E25C004}" dt="2026-10-29T05:49:54.883" v="1032" actId="1036"/>
          <ac:spMkLst>
            <pc:docMk/>
            <pc:sldMk cId="3520915053" sldId="2147329556"/>
            <ac:spMk id="18" creationId="{BF9A93EA-6E67-91DE-3E7D-591294280614}"/>
          </ac:spMkLst>
        </pc:spChg>
      </pc:sldChg>
      <pc:sldChg chg="addSp delSp modSp add mod modNotesTx">
        <pc:chgData name="YIU, cwyiu [IC]" userId="bf614949-7652-487e-94c4-bd05b6d44df9" providerId="ADAL" clId="{E7BD8F4C-33A1-4EA5-B9EC-E33B1E25C004}" dt="2026-10-29T11:56:46.944" v="2727"/>
        <pc:sldMkLst>
          <pc:docMk/>
          <pc:sldMk cId="4282318323" sldId="2147329557"/>
        </pc:sldMkLst>
        <pc:spChg chg="add del mod">
          <ac:chgData name="YIU, cwyiu [IC]" userId="bf614949-7652-487e-94c4-bd05b6d44df9" providerId="ADAL" clId="{E7BD8F4C-33A1-4EA5-B9EC-E33B1E25C004}" dt="2026-10-29T05:51:33.886" v="1124" actId="478"/>
          <ac:spMkLst>
            <pc:docMk/>
            <pc:sldMk cId="4282318323" sldId="2147329557"/>
            <ac:spMk id="2" creationId="{FCDB0C4E-B364-A5D0-1851-28ED2F9C095E}"/>
          </ac:spMkLst>
        </pc:spChg>
        <pc:spChg chg="mod">
          <ac:chgData name="YIU, cwyiu [IC]" userId="bf614949-7652-487e-94c4-bd05b6d44df9" providerId="ADAL" clId="{E7BD8F4C-33A1-4EA5-B9EC-E33B1E25C004}" dt="2026-10-29T11:56:46.944" v="2727"/>
          <ac:spMkLst>
            <pc:docMk/>
            <pc:sldMk cId="4282318323" sldId="2147329557"/>
            <ac:spMk id="4" creationId="{ACB2F1C7-52BF-0362-7422-933A9C8574F5}"/>
          </ac:spMkLst>
        </pc:spChg>
        <pc:spChg chg="add mod">
          <ac:chgData name="YIU, cwyiu [IC]" userId="bf614949-7652-487e-94c4-bd05b6d44df9" providerId="ADAL" clId="{E7BD8F4C-33A1-4EA5-B9EC-E33B1E25C004}" dt="2026-10-29T05:51:30.725" v="1123" actId="1036"/>
          <ac:spMkLst>
            <pc:docMk/>
            <pc:sldMk cId="4282318323" sldId="2147329557"/>
            <ac:spMk id="5" creationId="{FF27CC23-8D2A-231C-2331-110AC733EA01}"/>
          </ac:spMkLst>
        </pc:spChg>
        <pc:spChg chg="add mod">
          <ac:chgData name="YIU, cwyiu [IC]" userId="bf614949-7652-487e-94c4-bd05b6d44df9" providerId="ADAL" clId="{E7BD8F4C-33A1-4EA5-B9EC-E33B1E25C004}" dt="2026-10-29T05:51:23.319" v="1105" actId="1036"/>
          <ac:spMkLst>
            <pc:docMk/>
            <pc:sldMk cId="4282318323" sldId="2147329557"/>
            <ac:spMk id="6" creationId="{C6052DC1-0D62-1FBD-FA90-26207DFFB7EC}"/>
          </ac:spMkLst>
        </pc:spChg>
        <pc:spChg chg="add mod">
          <ac:chgData name="YIU, cwyiu [IC]" userId="bf614949-7652-487e-94c4-bd05b6d44df9" providerId="ADAL" clId="{E7BD8F4C-33A1-4EA5-B9EC-E33B1E25C004}" dt="2026-10-29T05:51:12.304" v="1088" actId="1035"/>
          <ac:spMkLst>
            <pc:docMk/>
            <pc:sldMk cId="4282318323" sldId="2147329557"/>
            <ac:spMk id="7" creationId="{7B1C9637-4D8F-EA56-AC08-5F1C68648922}"/>
          </ac:spMkLst>
        </pc:spChg>
        <pc:spChg chg="add mod">
          <ac:chgData name="YIU, cwyiu [IC]" userId="bf614949-7652-487e-94c4-bd05b6d44df9" providerId="ADAL" clId="{E7BD8F4C-33A1-4EA5-B9EC-E33B1E25C004}" dt="2026-10-29T05:51:12.304" v="1088" actId="1035"/>
          <ac:spMkLst>
            <pc:docMk/>
            <pc:sldMk cId="4282318323" sldId="2147329557"/>
            <ac:spMk id="8" creationId="{2259E3E8-6AE2-63A6-28EC-8E4585CD75E4}"/>
          </ac:spMkLst>
        </pc:spChg>
        <pc:spChg chg="add mod">
          <ac:chgData name="YIU, cwyiu [IC]" userId="bf614949-7652-487e-94c4-bd05b6d44df9" providerId="ADAL" clId="{E7BD8F4C-33A1-4EA5-B9EC-E33B1E25C004}" dt="2026-10-29T05:51:12.304" v="1088" actId="1035"/>
          <ac:spMkLst>
            <pc:docMk/>
            <pc:sldMk cId="4282318323" sldId="2147329557"/>
            <ac:spMk id="9" creationId="{25FC118C-BF88-8A35-3BF7-A7A2BB15AD29}"/>
          </ac:spMkLst>
        </pc:spChg>
        <pc:spChg chg="add mod">
          <ac:chgData name="YIU, cwyiu [IC]" userId="bf614949-7652-487e-94c4-bd05b6d44df9" providerId="ADAL" clId="{E7BD8F4C-33A1-4EA5-B9EC-E33B1E25C004}" dt="2026-10-29T05:51:12.304" v="1088" actId="1035"/>
          <ac:spMkLst>
            <pc:docMk/>
            <pc:sldMk cId="4282318323" sldId="2147329557"/>
            <ac:spMk id="10" creationId="{DDD9E630-B898-21F4-2838-3D4E35BA5001}"/>
          </ac:spMkLst>
        </pc:spChg>
        <pc:spChg chg="add mod">
          <ac:chgData name="YIU, cwyiu [IC]" userId="bf614949-7652-487e-94c4-bd05b6d44df9" providerId="ADAL" clId="{E7BD8F4C-33A1-4EA5-B9EC-E33B1E25C004}" dt="2026-10-29T05:51:12.304" v="1088" actId="1035"/>
          <ac:spMkLst>
            <pc:docMk/>
            <pc:sldMk cId="4282318323" sldId="2147329557"/>
            <ac:spMk id="11" creationId="{276E7A30-FEF4-EF1E-C5D6-3F441984F926}"/>
          </ac:spMkLst>
        </pc:spChg>
        <pc:spChg chg="add mod">
          <ac:chgData name="YIU, cwyiu [IC]" userId="bf614949-7652-487e-94c4-bd05b6d44df9" providerId="ADAL" clId="{E7BD8F4C-33A1-4EA5-B9EC-E33B1E25C004}" dt="2026-10-29T05:51:12.304" v="1088" actId="1035"/>
          <ac:spMkLst>
            <pc:docMk/>
            <pc:sldMk cId="4282318323" sldId="2147329557"/>
            <ac:spMk id="12" creationId="{2955DA88-5DC3-C7F6-7E03-D9F3C4C60976}"/>
          </ac:spMkLst>
        </pc:spChg>
        <pc:spChg chg="add mod">
          <ac:chgData name="YIU, cwyiu [IC]" userId="bf614949-7652-487e-94c4-bd05b6d44df9" providerId="ADAL" clId="{E7BD8F4C-33A1-4EA5-B9EC-E33B1E25C004}" dt="2026-10-29T05:51:12.304" v="1088" actId="1035"/>
          <ac:spMkLst>
            <pc:docMk/>
            <pc:sldMk cId="4282318323" sldId="2147329557"/>
            <ac:spMk id="13" creationId="{E6A15572-1B67-FAAA-662E-285EC4E8D57F}"/>
          </ac:spMkLst>
        </pc:spChg>
        <pc:spChg chg="add mod">
          <ac:chgData name="YIU, cwyiu [IC]" userId="bf614949-7652-487e-94c4-bd05b6d44df9" providerId="ADAL" clId="{E7BD8F4C-33A1-4EA5-B9EC-E33B1E25C004}" dt="2026-10-29T05:51:12.304" v="1088" actId="1035"/>
          <ac:spMkLst>
            <pc:docMk/>
            <pc:sldMk cId="4282318323" sldId="2147329557"/>
            <ac:spMk id="14" creationId="{12BA0122-CC60-EA78-0007-5D04C7FDF68F}"/>
          </ac:spMkLst>
        </pc:spChg>
        <pc:spChg chg="add mod">
          <ac:chgData name="YIU, cwyiu [IC]" userId="bf614949-7652-487e-94c4-bd05b6d44df9" providerId="ADAL" clId="{E7BD8F4C-33A1-4EA5-B9EC-E33B1E25C004}" dt="2026-10-29T05:51:12.304" v="1088" actId="1035"/>
          <ac:spMkLst>
            <pc:docMk/>
            <pc:sldMk cId="4282318323" sldId="2147329557"/>
            <ac:spMk id="15" creationId="{B8B15F3A-732F-8945-2DAC-C41B383E0402}"/>
          </ac:spMkLst>
        </pc:spChg>
        <pc:spChg chg="add mod">
          <ac:chgData name="YIU, cwyiu [IC]" userId="bf614949-7652-487e-94c4-bd05b6d44df9" providerId="ADAL" clId="{E7BD8F4C-33A1-4EA5-B9EC-E33B1E25C004}" dt="2026-10-29T05:51:12.304" v="1088" actId="1035"/>
          <ac:spMkLst>
            <pc:docMk/>
            <pc:sldMk cId="4282318323" sldId="2147329557"/>
            <ac:spMk id="16" creationId="{5EB9A678-DAF2-F7CC-2BE4-3248C58E971B}"/>
          </ac:spMkLst>
        </pc:spChg>
        <pc:spChg chg="add mod">
          <ac:chgData name="YIU, cwyiu [IC]" userId="bf614949-7652-487e-94c4-bd05b6d44df9" providerId="ADAL" clId="{E7BD8F4C-33A1-4EA5-B9EC-E33B1E25C004}" dt="2026-10-29T05:51:12.304" v="1088" actId="1035"/>
          <ac:spMkLst>
            <pc:docMk/>
            <pc:sldMk cId="4282318323" sldId="2147329557"/>
            <ac:spMk id="17" creationId="{1171D293-10E1-3F4D-5DCA-75DC4D60527C}"/>
          </ac:spMkLst>
        </pc:spChg>
        <pc:spChg chg="add mod">
          <ac:chgData name="YIU, cwyiu [IC]" userId="bf614949-7652-487e-94c4-bd05b6d44df9" providerId="ADAL" clId="{E7BD8F4C-33A1-4EA5-B9EC-E33B1E25C004}" dt="2026-10-29T05:51:12.304" v="1088" actId="1035"/>
          <ac:spMkLst>
            <pc:docMk/>
            <pc:sldMk cId="4282318323" sldId="2147329557"/>
            <ac:spMk id="18" creationId="{D8E31B4B-815D-F79C-9716-0EADFBD176D4}"/>
          </ac:spMkLst>
        </pc:spChg>
        <pc:spChg chg="add mod">
          <ac:chgData name="YIU, cwyiu [IC]" userId="bf614949-7652-487e-94c4-bd05b6d44df9" providerId="ADAL" clId="{E7BD8F4C-33A1-4EA5-B9EC-E33B1E25C004}" dt="2026-10-29T05:51:12.304" v="1088" actId="1035"/>
          <ac:spMkLst>
            <pc:docMk/>
            <pc:sldMk cId="4282318323" sldId="2147329557"/>
            <ac:spMk id="19" creationId="{6EA6754C-D8DD-3E75-468A-1FFB7A0E02D1}"/>
          </ac:spMkLst>
        </pc:spChg>
        <pc:spChg chg="add mod">
          <ac:chgData name="YIU, cwyiu [IC]" userId="bf614949-7652-487e-94c4-bd05b6d44df9" providerId="ADAL" clId="{E7BD8F4C-33A1-4EA5-B9EC-E33B1E25C004}" dt="2026-10-29T05:51:12.304" v="1088" actId="1035"/>
          <ac:spMkLst>
            <pc:docMk/>
            <pc:sldMk cId="4282318323" sldId="2147329557"/>
            <ac:spMk id="20" creationId="{8B6925C9-2A0B-7CBD-ECAA-C614F1183622}"/>
          </ac:spMkLst>
        </pc:spChg>
        <pc:spChg chg="add mod">
          <ac:chgData name="YIU, cwyiu [IC]" userId="bf614949-7652-487e-94c4-bd05b6d44df9" providerId="ADAL" clId="{E7BD8F4C-33A1-4EA5-B9EC-E33B1E25C004}" dt="2026-10-29T05:51:12.304" v="1088" actId="1035"/>
          <ac:spMkLst>
            <pc:docMk/>
            <pc:sldMk cId="4282318323" sldId="2147329557"/>
            <ac:spMk id="21" creationId="{350506F6-4E94-FD9C-1876-255EE1B70CB1}"/>
          </ac:spMkLst>
        </pc:spChg>
        <pc:spChg chg="add mod">
          <ac:chgData name="YIU, cwyiu [IC]" userId="bf614949-7652-487e-94c4-bd05b6d44df9" providerId="ADAL" clId="{E7BD8F4C-33A1-4EA5-B9EC-E33B1E25C004}" dt="2026-10-29T05:51:12.304" v="1088" actId="1035"/>
          <ac:spMkLst>
            <pc:docMk/>
            <pc:sldMk cId="4282318323" sldId="2147329557"/>
            <ac:spMk id="22" creationId="{97E598BA-6BB8-620F-240A-9150B1003055}"/>
          </ac:spMkLst>
        </pc:spChg>
        <pc:spChg chg="add mod">
          <ac:chgData name="YIU, cwyiu [IC]" userId="bf614949-7652-487e-94c4-bd05b6d44df9" providerId="ADAL" clId="{E7BD8F4C-33A1-4EA5-B9EC-E33B1E25C004}" dt="2026-10-29T05:51:12.304" v="1088" actId="1035"/>
          <ac:spMkLst>
            <pc:docMk/>
            <pc:sldMk cId="4282318323" sldId="2147329557"/>
            <ac:spMk id="23" creationId="{0A33D6F8-35CC-1B06-B561-BCE3B80CFAF5}"/>
          </ac:spMkLst>
        </pc:spChg>
        <pc:spChg chg="add mod">
          <ac:chgData name="YIU, cwyiu [IC]" userId="bf614949-7652-487e-94c4-bd05b6d44df9" providerId="ADAL" clId="{E7BD8F4C-33A1-4EA5-B9EC-E33B1E25C004}" dt="2026-10-29T05:51:12.304" v="1088" actId="1035"/>
          <ac:spMkLst>
            <pc:docMk/>
            <pc:sldMk cId="4282318323" sldId="2147329557"/>
            <ac:spMk id="24" creationId="{8182EA6E-9319-2424-D82C-5E0B9EC6A3A5}"/>
          </ac:spMkLst>
        </pc:spChg>
        <pc:spChg chg="add mod">
          <ac:chgData name="YIU, cwyiu [IC]" userId="bf614949-7652-487e-94c4-bd05b6d44df9" providerId="ADAL" clId="{E7BD8F4C-33A1-4EA5-B9EC-E33B1E25C004}" dt="2026-10-29T05:51:12.304" v="1088" actId="1035"/>
          <ac:spMkLst>
            <pc:docMk/>
            <pc:sldMk cId="4282318323" sldId="2147329557"/>
            <ac:spMk id="25" creationId="{707B0925-8B81-04DF-87F1-0D28B2ACC224}"/>
          </ac:spMkLst>
        </pc:spChg>
        <pc:spChg chg="add mod">
          <ac:chgData name="YIU, cwyiu [IC]" userId="bf614949-7652-487e-94c4-bd05b6d44df9" providerId="ADAL" clId="{E7BD8F4C-33A1-4EA5-B9EC-E33B1E25C004}" dt="2026-10-29T05:51:12.304" v="1088" actId="1035"/>
          <ac:spMkLst>
            <pc:docMk/>
            <pc:sldMk cId="4282318323" sldId="2147329557"/>
            <ac:spMk id="26" creationId="{1503F90D-D95B-B75E-FF45-3150987D3376}"/>
          </ac:spMkLst>
        </pc:spChg>
        <pc:spChg chg="add mod">
          <ac:chgData name="YIU, cwyiu [IC]" userId="bf614949-7652-487e-94c4-bd05b6d44df9" providerId="ADAL" clId="{E7BD8F4C-33A1-4EA5-B9EC-E33B1E25C004}" dt="2026-10-29T05:51:12.304" v="1088" actId="1035"/>
          <ac:spMkLst>
            <pc:docMk/>
            <pc:sldMk cId="4282318323" sldId="2147329557"/>
            <ac:spMk id="27" creationId="{0B8B5382-28CD-D960-09DB-D47522AFF539}"/>
          </ac:spMkLst>
        </pc:spChg>
        <pc:spChg chg="add mod">
          <ac:chgData name="YIU, cwyiu [IC]" userId="bf614949-7652-487e-94c4-bd05b6d44df9" providerId="ADAL" clId="{E7BD8F4C-33A1-4EA5-B9EC-E33B1E25C004}" dt="2026-10-29T05:51:12.304" v="1088" actId="1035"/>
          <ac:spMkLst>
            <pc:docMk/>
            <pc:sldMk cId="4282318323" sldId="2147329557"/>
            <ac:spMk id="28" creationId="{D248D12B-5BCD-CEDB-9378-81869CCAB045}"/>
          </ac:spMkLst>
        </pc:spChg>
        <pc:spChg chg="add mod">
          <ac:chgData name="YIU, cwyiu [IC]" userId="bf614949-7652-487e-94c4-bd05b6d44df9" providerId="ADAL" clId="{E7BD8F4C-33A1-4EA5-B9EC-E33B1E25C004}" dt="2026-10-29T05:51:12.304" v="1088" actId="1035"/>
          <ac:spMkLst>
            <pc:docMk/>
            <pc:sldMk cId="4282318323" sldId="2147329557"/>
            <ac:spMk id="29" creationId="{440F02FE-CB91-F4AD-8D35-F0D722950F67}"/>
          </ac:spMkLst>
        </pc:spChg>
        <pc:spChg chg="add mod">
          <ac:chgData name="YIU, cwyiu [IC]" userId="bf614949-7652-487e-94c4-bd05b6d44df9" providerId="ADAL" clId="{E7BD8F4C-33A1-4EA5-B9EC-E33B1E25C004}" dt="2026-10-29T05:51:12.304" v="1088" actId="1035"/>
          <ac:spMkLst>
            <pc:docMk/>
            <pc:sldMk cId="4282318323" sldId="2147329557"/>
            <ac:spMk id="30" creationId="{F2ABC601-389A-C97C-84EC-EB69F8913CE0}"/>
          </ac:spMkLst>
        </pc:spChg>
        <pc:spChg chg="add mod">
          <ac:chgData name="YIU, cwyiu [IC]" userId="bf614949-7652-487e-94c4-bd05b6d44df9" providerId="ADAL" clId="{E7BD8F4C-33A1-4EA5-B9EC-E33B1E25C004}" dt="2026-10-29T05:51:12.304" v="1088" actId="1035"/>
          <ac:spMkLst>
            <pc:docMk/>
            <pc:sldMk cId="4282318323" sldId="2147329557"/>
            <ac:spMk id="31" creationId="{2E36EA54-C3C1-3D84-458E-E01133E4CA79}"/>
          </ac:spMkLst>
        </pc:spChg>
        <pc:spChg chg="add mod">
          <ac:chgData name="YIU, cwyiu [IC]" userId="bf614949-7652-487e-94c4-bd05b6d44df9" providerId="ADAL" clId="{E7BD8F4C-33A1-4EA5-B9EC-E33B1E25C004}" dt="2026-10-29T05:51:12.304" v="1088" actId="1035"/>
          <ac:spMkLst>
            <pc:docMk/>
            <pc:sldMk cId="4282318323" sldId="2147329557"/>
            <ac:spMk id="32" creationId="{E182B7C6-29F2-E5D8-3C25-9D3A4144743D}"/>
          </ac:spMkLst>
        </pc:spChg>
        <pc:spChg chg="add mod">
          <ac:chgData name="YIU, cwyiu [IC]" userId="bf614949-7652-487e-94c4-bd05b6d44df9" providerId="ADAL" clId="{E7BD8F4C-33A1-4EA5-B9EC-E33B1E25C004}" dt="2026-10-29T05:51:12.304" v="1088" actId="1035"/>
          <ac:spMkLst>
            <pc:docMk/>
            <pc:sldMk cId="4282318323" sldId="2147329557"/>
            <ac:spMk id="33" creationId="{08978D7F-F9E7-BC11-D61D-038AD4D2D80A}"/>
          </ac:spMkLst>
        </pc:spChg>
        <pc:spChg chg="add mod">
          <ac:chgData name="YIU, cwyiu [IC]" userId="bf614949-7652-487e-94c4-bd05b6d44df9" providerId="ADAL" clId="{E7BD8F4C-33A1-4EA5-B9EC-E33B1E25C004}" dt="2026-10-29T05:51:12.304" v="1088" actId="1035"/>
          <ac:spMkLst>
            <pc:docMk/>
            <pc:sldMk cId="4282318323" sldId="2147329557"/>
            <ac:spMk id="34" creationId="{1AA17EEF-223D-8DC8-4822-001E5EB6FF12}"/>
          </ac:spMkLst>
        </pc:spChg>
        <pc:spChg chg="add mod">
          <ac:chgData name="YIU, cwyiu [IC]" userId="bf614949-7652-487e-94c4-bd05b6d44df9" providerId="ADAL" clId="{E7BD8F4C-33A1-4EA5-B9EC-E33B1E25C004}" dt="2026-10-29T05:51:12.304" v="1088" actId="1035"/>
          <ac:spMkLst>
            <pc:docMk/>
            <pc:sldMk cId="4282318323" sldId="2147329557"/>
            <ac:spMk id="35" creationId="{0ECC9322-71AF-A3EE-D15C-DE6C86537841}"/>
          </ac:spMkLst>
        </pc:spChg>
      </pc:sldChg>
      <pc:sldChg chg="addSp delSp modSp add mod modNotesTx">
        <pc:chgData name="YIU, cwyiu [IC]" userId="bf614949-7652-487e-94c4-bd05b6d44df9" providerId="ADAL" clId="{E7BD8F4C-33A1-4EA5-B9EC-E33B1E25C004}" dt="2026-10-29T11:56:49.453" v="2728"/>
        <pc:sldMkLst>
          <pc:docMk/>
          <pc:sldMk cId="3663540966" sldId="2147329558"/>
        </pc:sldMkLst>
        <pc:spChg chg="add del mod">
          <ac:chgData name="YIU, cwyiu [IC]" userId="bf614949-7652-487e-94c4-bd05b6d44df9" providerId="ADAL" clId="{E7BD8F4C-33A1-4EA5-B9EC-E33B1E25C004}" dt="2026-10-29T05:52:49.577" v="1199" actId="478"/>
          <ac:spMkLst>
            <pc:docMk/>
            <pc:sldMk cId="3663540966" sldId="2147329558"/>
            <ac:spMk id="2" creationId="{1988E802-EF83-787E-C1B3-9F74909B240B}"/>
          </ac:spMkLst>
        </pc:spChg>
        <pc:spChg chg="mod">
          <ac:chgData name="YIU, cwyiu [IC]" userId="bf614949-7652-487e-94c4-bd05b6d44df9" providerId="ADAL" clId="{E7BD8F4C-33A1-4EA5-B9EC-E33B1E25C004}" dt="2026-10-29T11:56:49.453" v="2728"/>
          <ac:spMkLst>
            <pc:docMk/>
            <pc:sldMk cId="3663540966" sldId="2147329558"/>
            <ac:spMk id="4" creationId="{ACB2F1C7-52BF-0362-7422-933A9C8574F5}"/>
          </ac:spMkLst>
        </pc:spChg>
        <pc:spChg chg="add mod">
          <ac:chgData name="YIU, cwyiu [IC]" userId="bf614949-7652-487e-94c4-bd05b6d44df9" providerId="ADAL" clId="{E7BD8F4C-33A1-4EA5-B9EC-E33B1E25C004}" dt="2026-10-29T05:52:45.753" v="1198" actId="1036"/>
          <ac:spMkLst>
            <pc:docMk/>
            <pc:sldMk cId="3663540966" sldId="2147329558"/>
            <ac:spMk id="5" creationId="{91214473-084E-0C3E-6417-910D7A27C897}"/>
          </ac:spMkLst>
        </pc:spChg>
        <pc:spChg chg="add mod">
          <ac:chgData name="YIU, cwyiu [IC]" userId="bf614949-7652-487e-94c4-bd05b6d44df9" providerId="ADAL" clId="{E7BD8F4C-33A1-4EA5-B9EC-E33B1E25C004}" dt="2026-10-29T05:52:38.157" v="1179" actId="1035"/>
          <ac:spMkLst>
            <pc:docMk/>
            <pc:sldMk cId="3663540966" sldId="2147329558"/>
            <ac:spMk id="6" creationId="{008B1891-708B-F082-8AF6-56BC778EC8B8}"/>
          </ac:spMkLst>
        </pc:spChg>
        <pc:spChg chg="add mod">
          <ac:chgData name="YIU, cwyiu [IC]" userId="bf614949-7652-487e-94c4-bd05b6d44df9" providerId="ADAL" clId="{E7BD8F4C-33A1-4EA5-B9EC-E33B1E25C004}" dt="2026-10-29T05:52:26.534" v="1156" actId="1035"/>
          <ac:spMkLst>
            <pc:docMk/>
            <pc:sldMk cId="3663540966" sldId="2147329558"/>
            <ac:spMk id="7" creationId="{4DC8A964-CBED-3C3D-BBE3-773BA5658019}"/>
          </ac:spMkLst>
        </pc:spChg>
        <pc:spChg chg="add mod">
          <ac:chgData name="YIU, cwyiu [IC]" userId="bf614949-7652-487e-94c4-bd05b6d44df9" providerId="ADAL" clId="{E7BD8F4C-33A1-4EA5-B9EC-E33B1E25C004}" dt="2026-10-29T05:52:26.534" v="1156" actId="1035"/>
          <ac:spMkLst>
            <pc:docMk/>
            <pc:sldMk cId="3663540966" sldId="2147329558"/>
            <ac:spMk id="8" creationId="{61497EB4-EC6A-FEEA-3AC7-838AFCB6FC31}"/>
          </ac:spMkLst>
        </pc:spChg>
        <pc:spChg chg="add mod">
          <ac:chgData name="YIU, cwyiu [IC]" userId="bf614949-7652-487e-94c4-bd05b6d44df9" providerId="ADAL" clId="{E7BD8F4C-33A1-4EA5-B9EC-E33B1E25C004}" dt="2026-10-29T05:52:26.534" v="1156" actId="1035"/>
          <ac:spMkLst>
            <pc:docMk/>
            <pc:sldMk cId="3663540966" sldId="2147329558"/>
            <ac:spMk id="9" creationId="{41948D3F-A442-1CB3-1F0B-B0087830FDA1}"/>
          </ac:spMkLst>
        </pc:spChg>
        <pc:spChg chg="add mod">
          <ac:chgData name="YIU, cwyiu [IC]" userId="bf614949-7652-487e-94c4-bd05b6d44df9" providerId="ADAL" clId="{E7BD8F4C-33A1-4EA5-B9EC-E33B1E25C004}" dt="2026-10-29T05:52:26.534" v="1156" actId="1035"/>
          <ac:spMkLst>
            <pc:docMk/>
            <pc:sldMk cId="3663540966" sldId="2147329558"/>
            <ac:spMk id="10" creationId="{C22290F6-9EAA-CBBE-A82B-D850E6F725D4}"/>
          </ac:spMkLst>
        </pc:spChg>
        <pc:spChg chg="add mod">
          <ac:chgData name="YIU, cwyiu [IC]" userId="bf614949-7652-487e-94c4-bd05b6d44df9" providerId="ADAL" clId="{E7BD8F4C-33A1-4EA5-B9EC-E33B1E25C004}" dt="2026-10-29T05:52:26.534" v="1156" actId="1035"/>
          <ac:spMkLst>
            <pc:docMk/>
            <pc:sldMk cId="3663540966" sldId="2147329558"/>
            <ac:spMk id="11" creationId="{E8F25348-0358-3013-BC51-63AD94A0F1B8}"/>
          </ac:spMkLst>
        </pc:spChg>
        <pc:spChg chg="add mod">
          <ac:chgData name="YIU, cwyiu [IC]" userId="bf614949-7652-487e-94c4-bd05b6d44df9" providerId="ADAL" clId="{E7BD8F4C-33A1-4EA5-B9EC-E33B1E25C004}" dt="2026-10-29T05:52:26.534" v="1156" actId="1035"/>
          <ac:spMkLst>
            <pc:docMk/>
            <pc:sldMk cId="3663540966" sldId="2147329558"/>
            <ac:spMk id="12" creationId="{8D70F046-B6E2-2BB6-E4AA-0E30C6AC11AC}"/>
          </ac:spMkLst>
        </pc:spChg>
        <pc:spChg chg="add mod">
          <ac:chgData name="YIU, cwyiu [IC]" userId="bf614949-7652-487e-94c4-bd05b6d44df9" providerId="ADAL" clId="{E7BD8F4C-33A1-4EA5-B9EC-E33B1E25C004}" dt="2026-10-29T05:52:26.534" v="1156" actId="1035"/>
          <ac:spMkLst>
            <pc:docMk/>
            <pc:sldMk cId="3663540966" sldId="2147329558"/>
            <ac:spMk id="13" creationId="{98AE634B-5DAA-67EB-66CC-6407F4F72C29}"/>
          </ac:spMkLst>
        </pc:spChg>
        <pc:spChg chg="add mod">
          <ac:chgData name="YIU, cwyiu [IC]" userId="bf614949-7652-487e-94c4-bd05b6d44df9" providerId="ADAL" clId="{E7BD8F4C-33A1-4EA5-B9EC-E33B1E25C004}" dt="2026-10-29T05:52:26.534" v="1156" actId="1035"/>
          <ac:spMkLst>
            <pc:docMk/>
            <pc:sldMk cId="3663540966" sldId="2147329558"/>
            <ac:spMk id="14" creationId="{3C6E171D-F49F-419F-5C74-76F44B5D1AC8}"/>
          </ac:spMkLst>
        </pc:spChg>
        <pc:spChg chg="add mod">
          <ac:chgData name="YIU, cwyiu [IC]" userId="bf614949-7652-487e-94c4-bd05b6d44df9" providerId="ADAL" clId="{E7BD8F4C-33A1-4EA5-B9EC-E33B1E25C004}" dt="2026-10-29T05:52:26.534" v="1156" actId="1035"/>
          <ac:spMkLst>
            <pc:docMk/>
            <pc:sldMk cId="3663540966" sldId="2147329558"/>
            <ac:spMk id="15" creationId="{D3F5916B-DC0B-769C-CB1B-731F6E01D422}"/>
          </ac:spMkLst>
        </pc:spChg>
      </pc:sldChg>
      <pc:sldChg chg="addSp delSp modSp add mod modNotesTx">
        <pc:chgData name="YIU, cwyiu [IC]" userId="bf614949-7652-487e-94c4-bd05b6d44df9" providerId="ADAL" clId="{E7BD8F4C-33A1-4EA5-B9EC-E33B1E25C004}" dt="2026-10-29T11:56:51.603" v="2729"/>
        <pc:sldMkLst>
          <pc:docMk/>
          <pc:sldMk cId="1085950402" sldId="2147329559"/>
        </pc:sldMkLst>
        <pc:spChg chg="add del mod">
          <ac:chgData name="YIU, cwyiu [IC]" userId="bf614949-7652-487e-94c4-bd05b6d44df9" providerId="ADAL" clId="{E7BD8F4C-33A1-4EA5-B9EC-E33B1E25C004}" dt="2026-10-29T05:54:05.803" v="1257" actId="478"/>
          <ac:spMkLst>
            <pc:docMk/>
            <pc:sldMk cId="1085950402" sldId="2147329559"/>
            <ac:spMk id="2" creationId="{49FDB523-DF83-B597-543D-11D41AB6348F}"/>
          </ac:spMkLst>
        </pc:spChg>
        <pc:spChg chg="mod">
          <ac:chgData name="YIU, cwyiu [IC]" userId="bf614949-7652-487e-94c4-bd05b6d44df9" providerId="ADAL" clId="{E7BD8F4C-33A1-4EA5-B9EC-E33B1E25C004}" dt="2026-10-29T11:56:51.603" v="2729"/>
          <ac:spMkLst>
            <pc:docMk/>
            <pc:sldMk cId="1085950402" sldId="2147329559"/>
            <ac:spMk id="4" creationId="{ACB2F1C7-52BF-0362-7422-933A9C8574F5}"/>
          </ac:spMkLst>
        </pc:spChg>
        <pc:spChg chg="add mod">
          <ac:chgData name="YIU, cwyiu [IC]" userId="bf614949-7652-487e-94c4-bd05b6d44df9" providerId="ADAL" clId="{E7BD8F4C-33A1-4EA5-B9EC-E33B1E25C004}" dt="2026-10-29T05:54:01.393" v="1256" actId="1036"/>
          <ac:spMkLst>
            <pc:docMk/>
            <pc:sldMk cId="1085950402" sldId="2147329559"/>
            <ac:spMk id="5" creationId="{A91FC858-8D6F-9292-282A-1B31C083A5D1}"/>
          </ac:spMkLst>
        </pc:spChg>
        <pc:spChg chg="add mod">
          <ac:chgData name="YIU, cwyiu [IC]" userId="bf614949-7652-487e-94c4-bd05b6d44df9" providerId="ADAL" clId="{E7BD8F4C-33A1-4EA5-B9EC-E33B1E25C004}" dt="2026-10-29T05:53:54.691" v="1241" actId="1036"/>
          <ac:spMkLst>
            <pc:docMk/>
            <pc:sldMk cId="1085950402" sldId="2147329559"/>
            <ac:spMk id="6" creationId="{CB68B6F0-1137-4EDC-218D-FB122DFFAAFB}"/>
          </ac:spMkLst>
        </pc:spChg>
        <pc:spChg chg="add mod">
          <ac:chgData name="YIU, cwyiu [IC]" userId="bf614949-7652-487e-94c4-bd05b6d44df9" providerId="ADAL" clId="{E7BD8F4C-33A1-4EA5-B9EC-E33B1E25C004}" dt="2026-10-29T05:53:39.900" v="1224" actId="1036"/>
          <ac:spMkLst>
            <pc:docMk/>
            <pc:sldMk cId="1085950402" sldId="2147329559"/>
            <ac:spMk id="7" creationId="{EEBF71BA-0E68-8B7C-AC90-DF3E51F2772D}"/>
          </ac:spMkLst>
        </pc:spChg>
        <pc:spChg chg="add mod">
          <ac:chgData name="YIU, cwyiu [IC]" userId="bf614949-7652-487e-94c4-bd05b6d44df9" providerId="ADAL" clId="{E7BD8F4C-33A1-4EA5-B9EC-E33B1E25C004}" dt="2026-10-29T05:53:39.900" v="1224" actId="1036"/>
          <ac:spMkLst>
            <pc:docMk/>
            <pc:sldMk cId="1085950402" sldId="2147329559"/>
            <ac:spMk id="8" creationId="{6DD8A096-5C1F-59E8-FD80-1527086C5669}"/>
          </ac:spMkLst>
        </pc:spChg>
        <pc:spChg chg="add mod">
          <ac:chgData name="YIU, cwyiu [IC]" userId="bf614949-7652-487e-94c4-bd05b6d44df9" providerId="ADAL" clId="{E7BD8F4C-33A1-4EA5-B9EC-E33B1E25C004}" dt="2026-10-29T05:53:39.900" v="1224" actId="1036"/>
          <ac:spMkLst>
            <pc:docMk/>
            <pc:sldMk cId="1085950402" sldId="2147329559"/>
            <ac:spMk id="9" creationId="{E5D0CAD4-1536-334A-6FE4-A0E50D6DE60D}"/>
          </ac:spMkLst>
        </pc:spChg>
        <pc:spChg chg="add mod">
          <ac:chgData name="YIU, cwyiu [IC]" userId="bf614949-7652-487e-94c4-bd05b6d44df9" providerId="ADAL" clId="{E7BD8F4C-33A1-4EA5-B9EC-E33B1E25C004}" dt="2026-10-29T05:53:39.900" v="1224" actId="1036"/>
          <ac:spMkLst>
            <pc:docMk/>
            <pc:sldMk cId="1085950402" sldId="2147329559"/>
            <ac:spMk id="10" creationId="{F34C4B9E-97B1-C094-7C6C-4ABAF621FC1C}"/>
          </ac:spMkLst>
        </pc:spChg>
        <pc:spChg chg="add mod">
          <ac:chgData name="YIU, cwyiu [IC]" userId="bf614949-7652-487e-94c4-bd05b6d44df9" providerId="ADAL" clId="{E7BD8F4C-33A1-4EA5-B9EC-E33B1E25C004}" dt="2026-10-29T05:53:39.900" v="1224" actId="1036"/>
          <ac:spMkLst>
            <pc:docMk/>
            <pc:sldMk cId="1085950402" sldId="2147329559"/>
            <ac:spMk id="11" creationId="{101D5B1A-F53B-4478-F645-6D562EB50B3C}"/>
          </ac:spMkLst>
        </pc:spChg>
        <pc:spChg chg="add mod">
          <ac:chgData name="YIU, cwyiu [IC]" userId="bf614949-7652-487e-94c4-bd05b6d44df9" providerId="ADAL" clId="{E7BD8F4C-33A1-4EA5-B9EC-E33B1E25C004}" dt="2026-10-29T05:53:39.900" v="1224" actId="1036"/>
          <ac:spMkLst>
            <pc:docMk/>
            <pc:sldMk cId="1085950402" sldId="2147329559"/>
            <ac:spMk id="12" creationId="{939AC649-4E2E-24DD-A1DC-EEFDD2468993}"/>
          </ac:spMkLst>
        </pc:spChg>
        <pc:spChg chg="add mod">
          <ac:chgData name="YIU, cwyiu [IC]" userId="bf614949-7652-487e-94c4-bd05b6d44df9" providerId="ADAL" clId="{E7BD8F4C-33A1-4EA5-B9EC-E33B1E25C004}" dt="2026-10-29T05:53:39.900" v="1224" actId="1036"/>
          <ac:spMkLst>
            <pc:docMk/>
            <pc:sldMk cId="1085950402" sldId="2147329559"/>
            <ac:spMk id="13" creationId="{B39B7D0B-E9DA-EC42-B7E1-6C2871749F87}"/>
          </ac:spMkLst>
        </pc:spChg>
        <pc:spChg chg="add mod">
          <ac:chgData name="YIU, cwyiu [IC]" userId="bf614949-7652-487e-94c4-bd05b6d44df9" providerId="ADAL" clId="{E7BD8F4C-33A1-4EA5-B9EC-E33B1E25C004}" dt="2026-10-29T05:53:39.900" v="1224" actId="1036"/>
          <ac:spMkLst>
            <pc:docMk/>
            <pc:sldMk cId="1085950402" sldId="2147329559"/>
            <ac:spMk id="14" creationId="{8FA8532C-59E0-E467-85EA-799D31EEAE6A}"/>
          </ac:spMkLst>
        </pc:spChg>
        <pc:spChg chg="add mod">
          <ac:chgData name="YIU, cwyiu [IC]" userId="bf614949-7652-487e-94c4-bd05b6d44df9" providerId="ADAL" clId="{E7BD8F4C-33A1-4EA5-B9EC-E33B1E25C004}" dt="2026-10-29T05:53:39.900" v="1224" actId="1036"/>
          <ac:spMkLst>
            <pc:docMk/>
            <pc:sldMk cId="1085950402" sldId="2147329559"/>
            <ac:spMk id="15" creationId="{76ED8352-C11D-4D39-C57B-43EF7A956CDC}"/>
          </ac:spMkLst>
        </pc:spChg>
      </pc:sldChg>
      <pc:sldChg chg="addSp delSp modSp add mod modNotesTx">
        <pc:chgData name="YIU, cwyiu [IC]" userId="bf614949-7652-487e-94c4-bd05b6d44df9" providerId="ADAL" clId="{E7BD8F4C-33A1-4EA5-B9EC-E33B1E25C004}" dt="2026-10-29T11:56:53.832" v="2730"/>
        <pc:sldMkLst>
          <pc:docMk/>
          <pc:sldMk cId="2113936223" sldId="2147329560"/>
        </pc:sldMkLst>
        <pc:spChg chg="add del mod">
          <ac:chgData name="YIU, cwyiu [IC]" userId="bf614949-7652-487e-94c4-bd05b6d44df9" providerId="ADAL" clId="{E7BD8F4C-33A1-4EA5-B9EC-E33B1E25C004}" dt="2026-10-29T05:55:30.349" v="1335" actId="478"/>
          <ac:spMkLst>
            <pc:docMk/>
            <pc:sldMk cId="2113936223" sldId="2147329560"/>
            <ac:spMk id="2" creationId="{CBF56F5C-4227-D0FC-B256-691EEB518C8E}"/>
          </ac:spMkLst>
        </pc:spChg>
        <pc:spChg chg="mod">
          <ac:chgData name="YIU, cwyiu [IC]" userId="bf614949-7652-487e-94c4-bd05b6d44df9" providerId="ADAL" clId="{E7BD8F4C-33A1-4EA5-B9EC-E33B1E25C004}" dt="2026-10-29T11:56:53.832" v="2730"/>
          <ac:spMkLst>
            <pc:docMk/>
            <pc:sldMk cId="2113936223" sldId="2147329560"/>
            <ac:spMk id="4" creationId="{ACB2F1C7-52BF-0362-7422-933A9C8574F5}"/>
          </ac:spMkLst>
        </pc:spChg>
        <pc:spChg chg="add mod">
          <ac:chgData name="YIU, cwyiu [IC]" userId="bf614949-7652-487e-94c4-bd05b6d44df9" providerId="ADAL" clId="{E7BD8F4C-33A1-4EA5-B9EC-E33B1E25C004}" dt="2026-10-29T05:55:26.281" v="1334" actId="1036"/>
          <ac:spMkLst>
            <pc:docMk/>
            <pc:sldMk cId="2113936223" sldId="2147329560"/>
            <ac:spMk id="5" creationId="{EE64F8F4-835A-4CE2-3620-97EBEF22381A}"/>
          </ac:spMkLst>
        </pc:spChg>
        <pc:spChg chg="add mod">
          <ac:chgData name="YIU, cwyiu [IC]" userId="bf614949-7652-487e-94c4-bd05b6d44df9" providerId="ADAL" clId="{E7BD8F4C-33A1-4EA5-B9EC-E33B1E25C004}" dt="2026-10-29T05:55:18.383" v="1311" actId="1036"/>
          <ac:spMkLst>
            <pc:docMk/>
            <pc:sldMk cId="2113936223" sldId="2147329560"/>
            <ac:spMk id="6" creationId="{E7D9EF17-BF4B-653C-F545-2549BBD8738E}"/>
          </ac:spMkLst>
        </pc:spChg>
        <pc:graphicFrameChg chg="add mod">
          <ac:chgData name="YIU, cwyiu [IC]" userId="bf614949-7652-487e-94c4-bd05b6d44df9" providerId="ADAL" clId="{E7BD8F4C-33A1-4EA5-B9EC-E33B1E25C004}" dt="2026-10-29T05:55:05.745" v="1284" actId="1036"/>
          <ac:graphicFrameMkLst>
            <pc:docMk/>
            <pc:sldMk cId="2113936223" sldId="2147329560"/>
            <ac:graphicFrameMk id="7" creationId="{9D2A5513-30C0-B60C-21EA-488872C124C3}"/>
          </ac:graphicFrameMkLst>
        </pc:graphicFrameChg>
      </pc:sldChg>
      <pc:sldChg chg="addSp delSp modSp add mod modNotesTx">
        <pc:chgData name="YIU, cwyiu [IC]" userId="bf614949-7652-487e-94c4-bd05b6d44df9" providerId="ADAL" clId="{E7BD8F4C-33A1-4EA5-B9EC-E33B1E25C004}" dt="2026-10-29T11:56:56.073" v="2731"/>
        <pc:sldMkLst>
          <pc:docMk/>
          <pc:sldMk cId="450651251" sldId="2147329561"/>
        </pc:sldMkLst>
        <pc:spChg chg="add del mod">
          <ac:chgData name="YIU, cwyiu [IC]" userId="bf614949-7652-487e-94c4-bd05b6d44df9" providerId="ADAL" clId="{E7BD8F4C-33A1-4EA5-B9EC-E33B1E25C004}" dt="2026-10-29T05:59:42.996" v="1406" actId="478"/>
          <ac:spMkLst>
            <pc:docMk/>
            <pc:sldMk cId="450651251" sldId="2147329561"/>
            <ac:spMk id="2" creationId="{39C9997E-9E99-070E-6ED8-2521884DF176}"/>
          </ac:spMkLst>
        </pc:spChg>
        <pc:spChg chg="mod">
          <ac:chgData name="YIU, cwyiu [IC]" userId="bf614949-7652-487e-94c4-bd05b6d44df9" providerId="ADAL" clId="{E7BD8F4C-33A1-4EA5-B9EC-E33B1E25C004}" dt="2026-10-29T11:56:56.073" v="2731"/>
          <ac:spMkLst>
            <pc:docMk/>
            <pc:sldMk cId="450651251" sldId="2147329561"/>
            <ac:spMk id="4" creationId="{ACB2F1C7-52BF-0362-7422-933A9C8574F5}"/>
          </ac:spMkLst>
        </pc:spChg>
        <pc:spChg chg="add mod">
          <ac:chgData name="YIU, cwyiu [IC]" userId="bf614949-7652-487e-94c4-bd05b6d44df9" providerId="ADAL" clId="{E7BD8F4C-33A1-4EA5-B9EC-E33B1E25C004}" dt="2026-10-29T05:59:38.896" v="1405" actId="1036"/>
          <ac:spMkLst>
            <pc:docMk/>
            <pc:sldMk cId="450651251" sldId="2147329561"/>
            <ac:spMk id="5" creationId="{C59F62E1-BEBA-946C-1E97-CB0DBD7617D2}"/>
          </ac:spMkLst>
        </pc:spChg>
        <pc:spChg chg="add mod">
          <ac:chgData name="YIU, cwyiu [IC]" userId="bf614949-7652-487e-94c4-bd05b6d44df9" providerId="ADAL" clId="{E7BD8F4C-33A1-4EA5-B9EC-E33B1E25C004}" dt="2026-10-29T05:59:31.099" v="1381" actId="1036"/>
          <ac:spMkLst>
            <pc:docMk/>
            <pc:sldMk cId="450651251" sldId="2147329561"/>
            <ac:spMk id="6" creationId="{CF0ACAF1-815E-0F8B-2383-FA48EEF10FDA}"/>
          </ac:spMkLst>
        </pc:spChg>
        <pc:spChg chg="add mod">
          <ac:chgData name="YIU, cwyiu [IC]" userId="bf614949-7652-487e-94c4-bd05b6d44df9" providerId="ADAL" clId="{E7BD8F4C-33A1-4EA5-B9EC-E33B1E25C004}" dt="2026-10-29T05:59:16.423" v="1357" actId="1036"/>
          <ac:spMkLst>
            <pc:docMk/>
            <pc:sldMk cId="450651251" sldId="2147329561"/>
            <ac:spMk id="7" creationId="{6099771C-5EB7-EE20-37EB-BBFAD8E495C3}"/>
          </ac:spMkLst>
        </pc:spChg>
        <pc:spChg chg="add mod">
          <ac:chgData name="YIU, cwyiu [IC]" userId="bf614949-7652-487e-94c4-bd05b6d44df9" providerId="ADAL" clId="{E7BD8F4C-33A1-4EA5-B9EC-E33B1E25C004}" dt="2026-10-29T05:59:16.423" v="1357" actId="1036"/>
          <ac:spMkLst>
            <pc:docMk/>
            <pc:sldMk cId="450651251" sldId="2147329561"/>
            <ac:spMk id="8" creationId="{7BA02D3F-BF6D-1D94-A3B6-71FCC3E5E902}"/>
          </ac:spMkLst>
        </pc:spChg>
        <pc:spChg chg="add mod">
          <ac:chgData name="YIU, cwyiu [IC]" userId="bf614949-7652-487e-94c4-bd05b6d44df9" providerId="ADAL" clId="{E7BD8F4C-33A1-4EA5-B9EC-E33B1E25C004}" dt="2026-10-29T05:59:16.423" v="1357" actId="1036"/>
          <ac:spMkLst>
            <pc:docMk/>
            <pc:sldMk cId="450651251" sldId="2147329561"/>
            <ac:spMk id="9" creationId="{806E0027-EBB3-5B45-E4F4-8137B6489392}"/>
          </ac:spMkLst>
        </pc:spChg>
        <pc:spChg chg="add mod">
          <ac:chgData name="YIU, cwyiu [IC]" userId="bf614949-7652-487e-94c4-bd05b6d44df9" providerId="ADAL" clId="{E7BD8F4C-33A1-4EA5-B9EC-E33B1E25C004}" dt="2026-10-29T05:59:16.423" v="1357" actId="1036"/>
          <ac:spMkLst>
            <pc:docMk/>
            <pc:sldMk cId="450651251" sldId="2147329561"/>
            <ac:spMk id="10" creationId="{553B7F04-9C37-3723-18B4-6926A670BF11}"/>
          </ac:spMkLst>
        </pc:spChg>
        <pc:spChg chg="add mod">
          <ac:chgData name="YIU, cwyiu [IC]" userId="bf614949-7652-487e-94c4-bd05b6d44df9" providerId="ADAL" clId="{E7BD8F4C-33A1-4EA5-B9EC-E33B1E25C004}" dt="2026-10-29T05:59:16.423" v="1357" actId="1036"/>
          <ac:spMkLst>
            <pc:docMk/>
            <pc:sldMk cId="450651251" sldId="2147329561"/>
            <ac:spMk id="11" creationId="{564EE101-282E-14CA-955A-04C172ABE8C5}"/>
          </ac:spMkLst>
        </pc:spChg>
        <pc:spChg chg="add mod">
          <ac:chgData name="YIU, cwyiu [IC]" userId="bf614949-7652-487e-94c4-bd05b6d44df9" providerId="ADAL" clId="{E7BD8F4C-33A1-4EA5-B9EC-E33B1E25C004}" dt="2026-10-29T05:59:16.423" v="1357" actId="1036"/>
          <ac:spMkLst>
            <pc:docMk/>
            <pc:sldMk cId="450651251" sldId="2147329561"/>
            <ac:spMk id="12" creationId="{79FDDB2E-8863-EDA9-A5EA-E5E8961D9469}"/>
          </ac:spMkLst>
        </pc:spChg>
        <pc:spChg chg="add mod">
          <ac:chgData name="YIU, cwyiu [IC]" userId="bf614949-7652-487e-94c4-bd05b6d44df9" providerId="ADAL" clId="{E7BD8F4C-33A1-4EA5-B9EC-E33B1E25C004}" dt="2026-10-29T05:59:16.423" v="1357" actId="1036"/>
          <ac:spMkLst>
            <pc:docMk/>
            <pc:sldMk cId="450651251" sldId="2147329561"/>
            <ac:spMk id="13" creationId="{4AECCF59-B9B7-3937-8F8F-E2ACB4192D00}"/>
          </ac:spMkLst>
        </pc:spChg>
        <pc:spChg chg="add mod">
          <ac:chgData name="YIU, cwyiu [IC]" userId="bf614949-7652-487e-94c4-bd05b6d44df9" providerId="ADAL" clId="{E7BD8F4C-33A1-4EA5-B9EC-E33B1E25C004}" dt="2026-10-29T05:59:16.423" v="1357" actId="1036"/>
          <ac:spMkLst>
            <pc:docMk/>
            <pc:sldMk cId="450651251" sldId="2147329561"/>
            <ac:spMk id="14" creationId="{D886C022-5B2F-D0F7-3349-01CF5A6366E9}"/>
          </ac:spMkLst>
        </pc:spChg>
        <pc:spChg chg="add mod">
          <ac:chgData name="YIU, cwyiu [IC]" userId="bf614949-7652-487e-94c4-bd05b6d44df9" providerId="ADAL" clId="{E7BD8F4C-33A1-4EA5-B9EC-E33B1E25C004}" dt="2026-10-29T05:59:16.423" v="1357" actId="1036"/>
          <ac:spMkLst>
            <pc:docMk/>
            <pc:sldMk cId="450651251" sldId="2147329561"/>
            <ac:spMk id="15" creationId="{C9BD3A84-FAD2-D826-B595-EEF4B3488CC9}"/>
          </ac:spMkLst>
        </pc:spChg>
        <pc:spChg chg="add mod">
          <ac:chgData name="YIU, cwyiu [IC]" userId="bf614949-7652-487e-94c4-bd05b6d44df9" providerId="ADAL" clId="{E7BD8F4C-33A1-4EA5-B9EC-E33B1E25C004}" dt="2026-10-29T05:59:16.423" v="1357" actId="1036"/>
          <ac:spMkLst>
            <pc:docMk/>
            <pc:sldMk cId="450651251" sldId="2147329561"/>
            <ac:spMk id="16" creationId="{C031F293-A0C2-7C2F-92EF-4702BBA012C2}"/>
          </ac:spMkLst>
        </pc:spChg>
        <pc:spChg chg="add mod">
          <ac:chgData name="YIU, cwyiu [IC]" userId="bf614949-7652-487e-94c4-bd05b6d44df9" providerId="ADAL" clId="{E7BD8F4C-33A1-4EA5-B9EC-E33B1E25C004}" dt="2026-10-29T05:59:16.423" v="1357" actId="1036"/>
          <ac:spMkLst>
            <pc:docMk/>
            <pc:sldMk cId="450651251" sldId="2147329561"/>
            <ac:spMk id="17" creationId="{2A121D7A-9FCA-C5EA-8FE2-A35E34F43074}"/>
          </ac:spMkLst>
        </pc:spChg>
        <pc:spChg chg="add mod">
          <ac:chgData name="YIU, cwyiu [IC]" userId="bf614949-7652-487e-94c4-bd05b6d44df9" providerId="ADAL" clId="{E7BD8F4C-33A1-4EA5-B9EC-E33B1E25C004}" dt="2026-10-29T05:59:16.423" v="1357" actId="1036"/>
          <ac:spMkLst>
            <pc:docMk/>
            <pc:sldMk cId="450651251" sldId="2147329561"/>
            <ac:spMk id="18" creationId="{8F29BEB5-ABAD-CE7D-C2C2-F9BA1FFD24D4}"/>
          </ac:spMkLst>
        </pc:spChg>
      </pc:sldChg>
      <pc:sldChg chg="addSp delSp modSp add mod modNotesTx">
        <pc:chgData name="YIU, cwyiu [IC]" userId="bf614949-7652-487e-94c4-bd05b6d44df9" providerId="ADAL" clId="{E7BD8F4C-33A1-4EA5-B9EC-E33B1E25C004}" dt="2026-10-29T11:56:58.744" v="2732"/>
        <pc:sldMkLst>
          <pc:docMk/>
          <pc:sldMk cId="1824176463" sldId="2147329562"/>
        </pc:sldMkLst>
        <pc:spChg chg="add del mod">
          <ac:chgData name="YIU, cwyiu [IC]" userId="bf614949-7652-487e-94c4-bd05b6d44df9" providerId="ADAL" clId="{E7BD8F4C-33A1-4EA5-B9EC-E33B1E25C004}" dt="2026-10-29T06:01:57.449" v="1478" actId="478"/>
          <ac:spMkLst>
            <pc:docMk/>
            <pc:sldMk cId="1824176463" sldId="2147329562"/>
            <ac:spMk id="2" creationId="{B61A26CC-0F7D-BDBC-903D-32F2D15352ED}"/>
          </ac:spMkLst>
        </pc:spChg>
        <pc:spChg chg="mod">
          <ac:chgData name="YIU, cwyiu [IC]" userId="bf614949-7652-487e-94c4-bd05b6d44df9" providerId="ADAL" clId="{E7BD8F4C-33A1-4EA5-B9EC-E33B1E25C004}" dt="2026-10-29T11:56:58.744" v="2732"/>
          <ac:spMkLst>
            <pc:docMk/>
            <pc:sldMk cId="1824176463" sldId="2147329562"/>
            <ac:spMk id="4" creationId="{ACB2F1C7-52BF-0362-7422-933A9C8574F5}"/>
          </ac:spMkLst>
        </pc:spChg>
        <pc:spChg chg="add mod">
          <ac:chgData name="YIU, cwyiu [IC]" userId="bf614949-7652-487e-94c4-bd05b6d44df9" providerId="ADAL" clId="{E7BD8F4C-33A1-4EA5-B9EC-E33B1E25C004}" dt="2026-10-29T06:01:53.965" v="1477" actId="1036"/>
          <ac:spMkLst>
            <pc:docMk/>
            <pc:sldMk cId="1824176463" sldId="2147329562"/>
            <ac:spMk id="5" creationId="{25ACD128-E6DA-A2CE-7C94-476EBE69E737}"/>
          </ac:spMkLst>
        </pc:spChg>
        <pc:spChg chg="add mod">
          <ac:chgData name="YIU, cwyiu [IC]" userId="bf614949-7652-487e-94c4-bd05b6d44df9" providerId="ADAL" clId="{E7BD8F4C-33A1-4EA5-B9EC-E33B1E25C004}" dt="2026-10-29T06:01:46.772" v="1457" actId="1036"/>
          <ac:spMkLst>
            <pc:docMk/>
            <pc:sldMk cId="1824176463" sldId="2147329562"/>
            <ac:spMk id="6" creationId="{3E5CF941-571F-F7FA-EB60-68131159D1B9}"/>
          </ac:spMkLst>
        </pc:spChg>
        <pc:spChg chg="add mod">
          <ac:chgData name="YIU, cwyiu [IC]" userId="bf614949-7652-487e-94c4-bd05b6d44df9" providerId="ADAL" clId="{E7BD8F4C-33A1-4EA5-B9EC-E33B1E25C004}" dt="2026-10-29T06:01:35.935" v="1442" actId="1035"/>
          <ac:spMkLst>
            <pc:docMk/>
            <pc:sldMk cId="1824176463" sldId="2147329562"/>
            <ac:spMk id="7" creationId="{B41EA7C3-6D17-E22F-1BF1-73ED98B2AF04}"/>
          </ac:spMkLst>
        </pc:spChg>
        <pc:spChg chg="add mod">
          <ac:chgData name="YIU, cwyiu [IC]" userId="bf614949-7652-487e-94c4-bd05b6d44df9" providerId="ADAL" clId="{E7BD8F4C-33A1-4EA5-B9EC-E33B1E25C004}" dt="2026-10-29T06:01:35.935" v="1442" actId="1035"/>
          <ac:spMkLst>
            <pc:docMk/>
            <pc:sldMk cId="1824176463" sldId="2147329562"/>
            <ac:spMk id="8" creationId="{D0BBE604-58DD-E3C7-B3D0-830C2B8C73A8}"/>
          </ac:spMkLst>
        </pc:spChg>
        <pc:spChg chg="add mod">
          <ac:chgData name="YIU, cwyiu [IC]" userId="bf614949-7652-487e-94c4-bd05b6d44df9" providerId="ADAL" clId="{E7BD8F4C-33A1-4EA5-B9EC-E33B1E25C004}" dt="2026-10-29T06:01:35.935" v="1442" actId="1035"/>
          <ac:spMkLst>
            <pc:docMk/>
            <pc:sldMk cId="1824176463" sldId="2147329562"/>
            <ac:spMk id="9" creationId="{C9722577-8AC4-0EA6-1066-F4C74B69F2DA}"/>
          </ac:spMkLst>
        </pc:spChg>
        <pc:spChg chg="add mod">
          <ac:chgData name="YIU, cwyiu [IC]" userId="bf614949-7652-487e-94c4-bd05b6d44df9" providerId="ADAL" clId="{E7BD8F4C-33A1-4EA5-B9EC-E33B1E25C004}" dt="2026-10-29T06:01:35.935" v="1442" actId="1035"/>
          <ac:spMkLst>
            <pc:docMk/>
            <pc:sldMk cId="1824176463" sldId="2147329562"/>
            <ac:spMk id="10" creationId="{CF2E9F0E-4875-4F20-1871-90ADB4185DC5}"/>
          </ac:spMkLst>
        </pc:spChg>
        <pc:spChg chg="add mod">
          <ac:chgData name="YIU, cwyiu [IC]" userId="bf614949-7652-487e-94c4-bd05b6d44df9" providerId="ADAL" clId="{E7BD8F4C-33A1-4EA5-B9EC-E33B1E25C004}" dt="2026-10-29T06:01:35.935" v="1442" actId="1035"/>
          <ac:spMkLst>
            <pc:docMk/>
            <pc:sldMk cId="1824176463" sldId="2147329562"/>
            <ac:spMk id="11" creationId="{F7DB81F1-F34C-E193-2004-2C5925D9DBA4}"/>
          </ac:spMkLst>
        </pc:spChg>
        <pc:spChg chg="add mod">
          <ac:chgData name="YIU, cwyiu [IC]" userId="bf614949-7652-487e-94c4-bd05b6d44df9" providerId="ADAL" clId="{E7BD8F4C-33A1-4EA5-B9EC-E33B1E25C004}" dt="2026-10-29T06:01:35.935" v="1442" actId="1035"/>
          <ac:spMkLst>
            <pc:docMk/>
            <pc:sldMk cId="1824176463" sldId="2147329562"/>
            <ac:spMk id="12" creationId="{D31BDD75-AEA0-5EB4-EA9E-31617E89EBD2}"/>
          </ac:spMkLst>
        </pc:spChg>
        <pc:spChg chg="add mod">
          <ac:chgData name="YIU, cwyiu [IC]" userId="bf614949-7652-487e-94c4-bd05b6d44df9" providerId="ADAL" clId="{E7BD8F4C-33A1-4EA5-B9EC-E33B1E25C004}" dt="2026-10-29T06:01:35.935" v="1442" actId="1035"/>
          <ac:spMkLst>
            <pc:docMk/>
            <pc:sldMk cId="1824176463" sldId="2147329562"/>
            <ac:spMk id="13" creationId="{89D2827A-478A-D25B-7706-1EEDDD8F918A}"/>
          </ac:spMkLst>
        </pc:spChg>
        <pc:spChg chg="add mod">
          <ac:chgData name="YIU, cwyiu [IC]" userId="bf614949-7652-487e-94c4-bd05b6d44df9" providerId="ADAL" clId="{E7BD8F4C-33A1-4EA5-B9EC-E33B1E25C004}" dt="2026-10-29T06:01:35.935" v="1442" actId="1035"/>
          <ac:spMkLst>
            <pc:docMk/>
            <pc:sldMk cId="1824176463" sldId="2147329562"/>
            <ac:spMk id="14" creationId="{67176F4B-DE16-B296-D63A-EF2839031531}"/>
          </ac:spMkLst>
        </pc:spChg>
        <pc:spChg chg="add mod">
          <ac:chgData name="YIU, cwyiu [IC]" userId="bf614949-7652-487e-94c4-bd05b6d44df9" providerId="ADAL" clId="{E7BD8F4C-33A1-4EA5-B9EC-E33B1E25C004}" dt="2026-10-29T06:01:35.935" v="1442" actId="1035"/>
          <ac:spMkLst>
            <pc:docMk/>
            <pc:sldMk cId="1824176463" sldId="2147329562"/>
            <ac:spMk id="15" creationId="{E2FF9284-9CA1-61CB-39A7-2AB5F4C5E29E}"/>
          </ac:spMkLst>
        </pc:spChg>
      </pc:sldChg>
      <pc:sldChg chg="addSp delSp modSp add mod modNotesTx">
        <pc:chgData name="YIU, cwyiu [IC]" userId="bf614949-7652-487e-94c4-bd05b6d44df9" providerId="ADAL" clId="{E7BD8F4C-33A1-4EA5-B9EC-E33B1E25C004}" dt="2026-10-29T11:57:00.878" v="2733"/>
        <pc:sldMkLst>
          <pc:docMk/>
          <pc:sldMk cId="1893405658" sldId="2147329563"/>
        </pc:sldMkLst>
        <pc:spChg chg="add del mod">
          <ac:chgData name="YIU, cwyiu [IC]" userId="bf614949-7652-487e-94c4-bd05b6d44df9" providerId="ADAL" clId="{E7BD8F4C-33A1-4EA5-B9EC-E33B1E25C004}" dt="2026-10-29T06:03:19.820" v="1530" actId="478"/>
          <ac:spMkLst>
            <pc:docMk/>
            <pc:sldMk cId="1893405658" sldId="2147329563"/>
            <ac:spMk id="2" creationId="{D373FB53-5554-2060-E62C-A136E324A16D}"/>
          </ac:spMkLst>
        </pc:spChg>
        <pc:spChg chg="mod">
          <ac:chgData name="YIU, cwyiu [IC]" userId="bf614949-7652-487e-94c4-bd05b6d44df9" providerId="ADAL" clId="{E7BD8F4C-33A1-4EA5-B9EC-E33B1E25C004}" dt="2026-10-29T11:57:00.878" v="2733"/>
          <ac:spMkLst>
            <pc:docMk/>
            <pc:sldMk cId="1893405658" sldId="2147329563"/>
            <ac:spMk id="4" creationId="{ACB2F1C7-52BF-0362-7422-933A9C8574F5}"/>
          </ac:spMkLst>
        </pc:spChg>
        <pc:spChg chg="add mod">
          <ac:chgData name="YIU, cwyiu [IC]" userId="bf614949-7652-487e-94c4-bd05b6d44df9" providerId="ADAL" clId="{E7BD8F4C-33A1-4EA5-B9EC-E33B1E25C004}" dt="2026-10-29T06:03:15.960" v="1529" actId="1036"/>
          <ac:spMkLst>
            <pc:docMk/>
            <pc:sldMk cId="1893405658" sldId="2147329563"/>
            <ac:spMk id="5" creationId="{548308F1-5F0C-2457-44BB-DD8EC48C832F}"/>
          </ac:spMkLst>
        </pc:spChg>
        <pc:spChg chg="add mod">
          <ac:chgData name="YIU, cwyiu [IC]" userId="bf614949-7652-487e-94c4-bd05b6d44df9" providerId="ADAL" clId="{E7BD8F4C-33A1-4EA5-B9EC-E33B1E25C004}" dt="2026-10-29T06:03:09.709" v="1515" actId="1036"/>
          <ac:spMkLst>
            <pc:docMk/>
            <pc:sldMk cId="1893405658" sldId="2147329563"/>
            <ac:spMk id="6" creationId="{D761F8F3-55A8-232F-D837-E6749FF3064E}"/>
          </ac:spMkLst>
        </pc:spChg>
        <pc:spChg chg="add mod">
          <ac:chgData name="YIU, cwyiu [IC]" userId="bf614949-7652-487e-94c4-bd05b6d44df9" providerId="ADAL" clId="{E7BD8F4C-33A1-4EA5-B9EC-E33B1E25C004}" dt="2026-10-29T06:03:00.068" v="1498" actId="1036"/>
          <ac:spMkLst>
            <pc:docMk/>
            <pc:sldMk cId="1893405658" sldId="2147329563"/>
            <ac:spMk id="7" creationId="{AA192199-41A0-11F0-9DED-0F67F6989F8D}"/>
          </ac:spMkLst>
        </pc:spChg>
        <pc:spChg chg="add mod">
          <ac:chgData name="YIU, cwyiu [IC]" userId="bf614949-7652-487e-94c4-bd05b6d44df9" providerId="ADAL" clId="{E7BD8F4C-33A1-4EA5-B9EC-E33B1E25C004}" dt="2026-10-29T06:03:00.068" v="1498" actId="1036"/>
          <ac:spMkLst>
            <pc:docMk/>
            <pc:sldMk cId="1893405658" sldId="2147329563"/>
            <ac:spMk id="8" creationId="{798A8DC3-EC14-3B7F-8B80-E515E087CFC4}"/>
          </ac:spMkLst>
        </pc:spChg>
        <pc:spChg chg="add mod">
          <ac:chgData name="YIU, cwyiu [IC]" userId="bf614949-7652-487e-94c4-bd05b6d44df9" providerId="ADAL" clId="{E7BD8F4C-33A1-4EA5-B9EC-E33B1E25C004}" dt="2026-10-29T06:03:00.068" v="1498" actId="1036"/>
          <ac:spMkLst>
            <pc:docMk/>
            <pc:sldMk cId="1893405658" sldId="2147329563"/>
            <ac:spMk id="9" creationId="{A732C495-BD10-C992-097C-BDC1D39DC395}"/>
          </ac:spMkLst>
        </pc:spChg>
        <pc:spChg chg="add mod">
          <ac:chgData name="YIU, cwyiu [IC]" userId="bf614949-7652-487e-94c4-bd05b6d44df9" providerId="ADAL" clId="{E7BD8F4C-33A1-4EA5-B9EC-E33B1E25C004}" dt="2026-10-29T06:03:00.068" v="1498" actId="1036"/>
          <ac:spMkLst>
            <pc:docMk/>
            <pc:sldMk cId="1893405658" sldId="2147329563"/>
            <ac:spMk id="11" creationId="{F823198F-D07A-2A09-52D0-F3634BC5711D}"/>
          </ac:spMkLst>
        </pc:spChg>
        <pc:spChg chg="add mod">
          <ac:chgData name="YIU, cwyiu [IC]" userId="bf614949-7652-487e-94c4-bd05b6d44df9" providerId="ADAL" clId="{E7BD8F4C-33A1-4EA5-B9EC-E33B1E25C004}" dt="2026-10-29T06:03:00.068" v="1498" actId="1036"/>
          <ac:spMkLst>
            <pc:docMk/>
            <pc:sldMk cId="1893405658" sldId="2147329563"/>
            <ac:spMk id="12" creationId="{641F6162-5F46-A5CE-D64E-D5CD8FD2565C}"/>
          </ac:spMkLst>
        </pc:spChg>
        <pc:spChg chg="add mod">
          <ac:chgData name="YIU, cwyiu [IC]" userId="bf614949-7652-487e-94c4-bd05b6d44df9" providerId="ADAL" clId="{E7BD8F4C-33A1-4EA5-B9EC-E33B1E25C004}" dt="2026-10-29T06:03:00.068" v="1498" actId="1036"/>
          <ac:spMkLst>
            <pc:docMk/>
            <pc:sldMk cId="1893405658" sldId="2147329563"/>
            <ac:spMk id="13" creationId="{8291683E-B5E2-6764-8D46-331167DB5337}"/>
          </ac:spMkLst>
        </pc:spChg>
        <pc:graphicFrameChg chg="add mod">
          <ac:chgData name="YIU, cwyiu [IC]" userId="bf614949-7652-487e-94c4-bd05b6d44df9" providerId="ADAL" clId="{E7BD8F4C-33A1-4EA5-B9EC-E33B1E25C004}" dt="2026-10-29T06:03:00.068" v="1498" actId="1036"/>
          <ac:graphicFrameMkLst>
            <pc:docMk/>
            <pc:sldMk cId="1893405658" sldId="2147329563"/>
            <ac:graphicFrameMk id="10" creationId="{AF4BF4DB-0B06-3350-DE10-2EE4B66B135D}"/>
          </ac:graphicFrameMkLst>
        </pc:graphicFrameChg>
      </pc:sldChg>
      <pc:sldChg chg="addSp delSp modSp add mod modNotesTx">
        <pc:chgData name="YIU, cwyiu [IC]" userId="bf614949-7652-487e-94c4-bd05b6d44df9" providerId="ADAL" clId="{E7BD8F4C-33A1-4EA5-B9EC-E33B1E25C004}" dt="2026-10-29T11:57:56.072" v="2802" actId="20577"/>
        <pc:sldMkLst>
          <pc:docMk/>
          <pc:sldMk cId="2149199382" sldId="2147329564"/>
        </pc:sldMkLst>
        <pc:spChg chg="add del mod">
          <ac:chgData name="YIU, cwyiu [IC]" userId="bf614949-7652-487e-94c4-bd05b6d44df9" providerId="ADAL" clId="{E7BD8F4C-33A1-4EA5-B9EC-E33B1E25C004}" dt="2026-10-29T06:05:04.318" v="1559" actId="478"/>
          <ac:spMkLst>
            <pc:docMk/>
            <pc:sldMk cId="2149199382" sldId="2147329564"/>
            <ac:spMk id="2" creationId="{6AE4EFE5-3038-1313-D951-6046DEDA7374}"/>
          </ac:spMkLst>
        </pc:spChg>
        <pc:spChg chg="mod">
          <ac:chgData name="YIU, cwyiu [IC]" userId="bf614949-7652-487e-94c4-bd05b6d44df9" providerId="ADAL" clId="{E7BD8F4C-33A1-4EA5-B9EC-E33B1E25C004}" dt="2026-10-29T11:57:56.072" v="2802" actId="20577"/>
          <ac:spMkLst>
            <pc:docMk/>
            <pc:sldMk cId="2149199382" sldId="2147329564"/>
            <ac:spMk id="4" creationId="{ACB2F1C7-52BF-0362-7422-933A9C8574F5}"/>
          </ac:spMkLst>
        </pc:spChg>
        <pc:spChg chg="add mod">
          <ac:chgData name="YIU, cwyiu [IC]" userId="bf614949-7652-487e-94c4-bd05b6d44df9" providerId="ADAL" clId="{E7BD8F4C-33A1-4EA5-B9EC-E33B1E25C004}" dt="2026-10-29T06:04:56.002" v="1557" actId="1036"/>
          <ac:spMkLst>
            <pc:docMk/>
            <pc:sldMk cId="2149199382" sldId="2147329564"/>
            <ac:spMk id="5" creationId="{53CF2660-C763-F668-342D-4B4FD34DC134}"/>
          </ac:spMkLst>
        </pc:spChg>
        <pc:spChg chg="add mod">
          <ac:chgData name="YIU, cwyiu [IC]" userId="bf614949-7652-487e-94c4-bd05b6d44df9" providerId="ADAL" clId="{E7BD8F4C-33A1-4EA5-B9EC-E33B1E25C004}" dt="2026-10-29T06:05:00.886" v="1558" actId="207"/>
          <ac:spMkLst>
            <pc:docMk/>
            <pc:sldMk cId="2149199382" sldId="2147329564"/>
            <ac:spMk id="6" creationId="{1643C018-4AEE-A9F1-1764-7EAA8E6A64BD}"/>
          </ac:spMkLst>
        </pc:spChg>
        <pc:spChg chg="add mod">
          <ac:chgData name="YIU, cwyiu [IC]" userId="bf614949-7652-487e-94c4-bd05b6d44df9" providerId="ADAL" clId="{E7BD8F4C-33A1-4EA5-B9EC-E33B1E25C004}" dt="2026-10-29T06:04:56.002" v="1557" actId="1036"/>
          <ac:spMkLst>
            <pc:docMk/>
            <pc:sldMk cId="2149199382" sldId="2147329564"/>
            <ac:spMk id="7" creationId="{B2F0AA93-84F7-8593-B712-0ECDA2B2A654}"/>
          </ac:spMkLst>
        </pc:spChg>
        <pc:spChg chg="add mod">
          <ac:chgData name="YIU, cwyiu [IC]" userId="bf614949-7652-487e-94c4-bd05b6d44df9" providerId="ADAL" clId="{E7BD8F4C-33A1-4EA5-B9EC-E33B1E25C004}" dt="2026-10-29T06:04:56.002" v="1557" actId="1036"/>
          <ac:spMkLst>
            <pc:docMk/>
            <pc:sldMk cId="2149199382" sldId="2147329564"/>
            <ac:spMk id="8" creationId="{284301BC-8A49-470A-DAEF-A79D0F636E36}"/>
          </ac:spMkLst>
        </pc:spChg>
        <pc:spChg chg="add mod">
          <ac:chgData name="YIU, cwyiu [IC]" userId="bf614949-7652-487e-94c4-bd05b6d44df9" providerId="ADAL" clId="{E7BD8F4C-33A1-4EA5-B9EC-E33B1E25C004}" dt="2026-10-29T06:04:56.002" v="1557" actId="1036"/>
          <ac:spMkLst>
            <pc:docMk/>
            <pc:sldMk cId="2149199382" sldId="2147329564"/>
            <ac:spMk id="9" creationId="{DD6AA37E-EE81-90CB-A894-98551D782900}"/>
          </ac:spMkLst>
        </pc:spChg>
        <pc:spChg chg="add mod">
          <ac:chgData name="YIU, cwyiu [IC]" userId="bf614949-7652-487e-94c4-bd05b6d44df9" providerId="ADAL" clId="{E7BD8F4C-33A1-4EA5-B9EC-E33B1E25C004}" dt="2026-10-29T06:04:56.002" v="1557" actId="1036"/>
          <ac:spMkLst>
            <pc:docMk/>
            <pc:sldMk cId="2149199382" sldId="2147329564"/>
            <ac:spMk id="10" creationId="{A4449A3B-7DE9-602D-CE0E-8F4F0DA16FD0}"/>
          </ac:spMkLst>
        </pc:spChg>
        <pc:spChg chg="add mod">
          <ac:chgData name="YIU, cwyiu [IC]" userId="bf614949-7652-487e-94c4-bd05b6d44df9" providerId="ADAL" clId="{E7BD8F4C-33A1-4EA5-B9EC-E33B1E25C004}" dt="2026-10-29T06:04:56.002" v="1557" actId="1036"/>
          <ac:spMkLst>
            <pc:docMk/>
            <pc:sldMk cId="2149199382" sldId="2147329564"/>
            <ac:spMk id="11" creationId="{B6DEA2A6-D92E-3B12-BCC6-00357F8A9CDA}"/>
          </ac:spMkLst>
        </pc:spChg>
        <pc:spChg chg="add mod">
          <ac:chgData name="YIU, cwyiu [IC]" userId="bf614949-7652-487e-94c4-bd05b6d44df9" providerId="ADAL" clId="{E7BD8F4C-33A1-4EA5-B9EC-E33B1E25C004}" dt="2026-10-29T06:04:56.002" v="1557" actId="1036"/>
          <ac:spMkLst>
            <pc:docMk/>
            <pc:sldMk cId="2149199382" sldId="2147329564"/>
            <ac:spMk id="12" creationId="{3112DD8C-B76E-8CD1-0632-1A3FEFD31107}"/>
          </ac:spMkLst>
        </pc:spChg>
        <pc:spChg chg="add mod">
          <ac:chgData name="YIU, cwyiu [IC]" userId="bf614949-7652-487e-94c4-bd05b6d44df9" providerId="ADAL" clId="{E7BD8F4C-33A1-4EA5-B9EC-E33B1E25C004}" dt="2026-10-29T06:04:56.002" v="1557" actId="1036"/>
          <ac:spMkLst>
            <pc:docMk/>
            <pc:sldMk cId="2149199382" sldId="2147329564"/>
            <ac:spMk id="13" creationId="{9F7915BE-CB43-E8E3-8517-C0D310710C2F}"/>
          </ac:spMkLst>
        </pc:spChg>
        <pc:spChg chg="add mod">
          <ac:chgData name="YIU, cwyiu [IC]" userId="bf614949-7652-487e-94c4-bd05b6d44df9" providerId="ADAL" clId="{E7BD8F4C-33A1-4EA5-B9EC-E33B1E25C004}" dt="2026-10-29T06:04:56.002" v="1557" actId="1036"/>
          <ac:spMkLst>
            <pc:docMk/>
            <pc:sldMk cId="2149199382" sldId="2147329564"/>
            <ac:spMk id="14" creationId="{B210225A-34F9-D7E0-AFA7-17BAD8E77A5B}"/>
          </ac:spMkLst>
        </pc:spChg>
        <pc:spChg chg="add mod">
          <ac:chgData name="YIU, cwyiu [IC]" userId="bf614949-7652-487e-94c4-bd05b6d44df9" providerId="ADAL" clId="{E7BD8F4C-33A1-4EA5-B9EC-E33B1E25C004}" dt="2026-10-29T06:04:56.002" v="1557" actId="1036"/>
          <ac:spMkLst>
            <pc:docMk/>
            <pc:sldMk cId="2149199382" sldId="2147329564"/>
            <ac:spMk id="15" creationId="{1FD6E12A-2517-5612-9C79-F334FD8ED1BF}"/>
          </ac:spMkLst>
        </pc:spChg>
        <pc:spChg chg="add mod">
          <ac:chgData name="YIU, cwyiu [IC]" userId="bf614949-7652-487e-94c4-bd05b6d44df9" providerId="ADAL" clId="{E7BD8F4C-33A1-4EA5-B9EC-E33B1E25C004}" dt="2026-10-29T06:04:56.002" v="1557" actId="1036"/>
          <ac:spMkLst>
            <pc:docMk/>
            <pc:sldMk cId="2149199382" sldId="2147329564"/>
            <ac:spMk id="16" creationId="{0E057644-37D2-43FC-7336-D8531A55A2E8}"/>
          </ac:spMkLst>
        </pc:spChg>
        <pc:spChg chg="add mod">
          <ac:chgData name="YIU, cwyiu [IC]" userId="bf614949-7652-487e-94c4-bd05b6d44df9" providerId="ADAL" clId="{E7BD8F4C-33A1-4EA5-B9EC-E33B1E25C004}" dt="2026-10-29T06:04:56.002" v="1557" actId="1036"/>
          <ac:spMkLst>
            <pc:docMk/>
            <pc:sldMk cId="2149199382" sldId="2147329564"/>
            <ac:spMk id="17" creationId="{32A3EEBF-DD28-4C5E-7135-41C91C7D5375}"/>
          </ac:spMkLst>
        </pc:spChg>
        <pc:spChg chg="add mod">
          <ac:chgData name="YIU, cwyiu [IC]" userId="bf614949-7652-487e-94c4-bd05b6d44df9" providerId="ADAL" clId="{E7BD8F4C-33A1-4EA5-B9EC-E33B1E25C004}" dt="2026-10-29T06:04:56.002" v="1557" actId="1036"/>
          <ac:spMkLst>
            <pc:docMk/>
            <pc:sldMk cId="2149199382" sldId="2147329564"/>
            <ac:spMk id="18" creationId="{B03EF342-AC3C-ABBC-C610-CE66F225F667}"/>
          </ac:spMkLst>
        </pc:spChg>
        <pc:spChg chg="add mod">
          <ac:chgData name="YIU, cwyiu [IC]" userId="bf614949-7652-487e-94c4-bd05b6d44df9" providerId="ADAL" clId="{E7BD8F4C-33A1-4EA5-B9EC-E33B1E25C004}" dt="2026-10-29T06:04:56.002" v="1557" actId="1036"/>
          <ac:spMkLst>
            <pc:docMk/>
            <pc:sldMk cId="2149199382" sldId="2147329564"/>
            <ac:spMk id="19" creationId="{EECE9590-FF28-828A-F501-7789AB29D461}"/>
          </ac:spMkLst>
        </pc:spChg>
        <pc:spChg chg="add mod">
          <ac:chgData name="YIU, cwyiu [IC]" userId="bf614949-7652-487e-94c4-bd05b6d44df9" providerId="ADAL" clId="{E7BD8F4C-33A1-4EA5-B9EC-E33B1E25C004}" dt="2026-10-29T06:04:56.002" v="1557" actId="1036"/>
          <ac:spMkLst>
            <pc:docMk/>
            <pc:sldMk cId="2149199382" sldId="2147329564"/>
            <ac:spMk id="20" creationId="{86137614-C2CA-AB79-12D1-108D19D7FD89}"/>
          </ac:spMkLst>
        </pc:spChg>
        <pc:spChg chg="add mod">
          <ac:chgData name="YIU, cwyiu [IC]" userId="bf614949-7652-487e-94c4-bd05b6d44df9" providerId="ADAL" clId="{E7BD8F4C-33A1-4EA5-B9EC-E33B1E25C004}" dt="2026-10-29T06:04:56.002" v="1557" actId="1036"/>
          <ac:spMkLst>
            <pc:docMk/>
            <pc:sldMk cId="2149199382" sldId="2147329564"/>
            <ac:spMk id="21" creationId="{D2DF9E63-7330-7737-8602-4A5477734EBB}"/>
          </ac:spMkLst>
        </pc:spChg>
        <pc:spChg chg="add mod">
          <ac:chgData name="YIU, cwyiu [IC]" userId="bf614949-7652-487e-94c4-bd05b6d44df9" providerId="ADAL" clId="{E7BD8F4C-33A1-4EA5-B9EC-E33B1E25C004}" dt="2026-10-29T06:04:56.002" v="1557" actId="1036"/>
          <ac:spMkLst>
            <pc:docMk/>
            <pc:sldMk cId="2149199382" sldId="2147329564"/>
            <ac:spMk id="22" creationId="{88E582EF-6F27-116C-2998-61C553A0FB91}"/>
          </ac:spMkLst>
        </pc:spChg>
        <pc:spChg chg="add mod">
          <ac:chgData name="YIU, cwyiu [IC]" userId="bf614949-7652-487e-94c4-bd05b6d44df9" providerId="ADAL" clId="{E7BD8F4C-33A1-4EA5-B9EC-E33B1E25C004}" dt="2026-10-29T06:04:56.002" v="1557" actId="1036"/>
          <ac:spMkLst>
            <pc:docMk/>
            <pc:sldMk cId="2149199382" sldId="2147329564"/>
            <ac:spMk id="23" creationId="{988B5A51-FDB1-C6B3-86E7-933A57F4F9C5}"/>
          </ac:spMkLst>
        </pc:spChg>
      </pc:sldChg>
      <pc:sldChg chg="addSp delSp modSp add mod modNotesTx">
        <pc:chgData name="YIU, cwyiu [IC]" userId="bf614949-7652-487e-94c4-bd05b6d44df9" providerId="ADAL" clId="{E7BD8F4C-33A1-4EA5-B9EC-E33B1E25C004}" dt="2026-10-29T11:58:05.103" v="2803"/>
        <pc:sldMkLst>
          <pc:docMk/>
          <pc:sldMk cId="1158176208" sldId="2147329565"/>
        </pc:sldMkLst>
        <pc:spChg chg="add del mod">
          <ac:chgData name="YIU, cwyiu [IC]" userId="bf614949-7652-487e-94c4-bd05b6d44df9" providerId="ADAL" clId="{E7BD8F4C-33A1-4EA5-B9EC-E33B1E25C004}" dt="2026-10-29T06:16:08.632" v="1628" actId="478"/>
          <ac:spMkLst>
            <pc:docMk/>
            <pc:sldMk cId="1158176208" sldId="2147329565"/>
            <ac:spMk id="2" creationId="{EF36039F-79DC-D683-C772-496EE1D77CEA}"/>
          </ac:spMkLst>
        </pc:spChg>
        <pc:spChg chg="mod">
          <ac:chgData name="YIU, cwyiu [IC]" userId="bf614949-7652-487e-94c4-bd05b6d44df9" providerId="ADAL" clId="{E7BD8F4C-33A1-4EA5-B9EC-E33B1E25C004}" dt="2026-10-29T11:58:05.103" v="2803"/>
          <ac:spMkLst>
            <pc:docMk/>
            <pc:sldMk cId="1158176208" sldId="2147329565"/>
            <ac:spMk id="4" creationId="{ACB2F1C7-52BF-0362-7422-933A9C8574F5}"/>
          </ac:spMkLst>
        </pc:spChg>
        <pc:spChg chg="add mod">
          <ac:chgData name="YIU, cwyiu [IC]" userId="bf614949-7652-487e-94c4-bd05b6d44df9" providerId="ADAL" clId="{E7BD8F4C-33A1-4EA5-B9EC-E33B1E25C004}" dt="2026-10-29T06:16:04.999" v="1627" actId="1036"/>
          <ac:spMkLst>
            <pc:docMk/>
            <pc:sldMk cId="1158176208" sldId="2147329565"/>
            <ac:spMk id="5" creationId="{7E71D032-DF79-A229-9F21-95281AD6A232}"/>
          </ac:spMkLst>
        </pc:spChg>
        <pc:spChg chg="add mod">
          <ac:chgData name="YIU, cwyiu [IC]" userId="bf614949-7652-487e-94c4-bd05b6d44df9" providerId="ADAL" clId="{E7BD8F4C-33A1-4EA5-B9EC-E33B1E25C004}" dt="2026-10-29T06:15:58.692" v="1616" actId="1036"/>
          <ac:spMkLst>
            <pc:docMk/>
            <pc:sldMk cId="1158176208" sldId="2147329565"/>
            <ac:spMk id="6" creationId="{FC4E3B64-9A01-92DC-34A9-F8C5CA463E96}"/>
          </ac:spMkLst>
        </pc:spChg>
        <pc:spChg chg="add mod">
          <ac:chgData name="YIU, cwyiu [IC]" userId="bf614949-7652-487e-94c4-bd05b6d44df9" providerId="ADAL" clId="{E7BD8F4C-33A1-4EA5-B9EC-E33B1E25C004}" dt="2026-10-29T06:15:48.772" v="1596" actId="1036"/>
          <ac:spMkLst>
            <pc:docMk/>
            <pc:sldMk cId="1158176208" sldId="2147329565"/>
            <ac:spMk id="7" creationId="{FA7E097B-016E-BF73-D25C-866C41C99A9A}"/>
          </ac:spMkLst>
        </pc:spChg>
        <pc:spChg chg="add mod">
          <ac:chgData name="YIU, cwyiu [IC]" userId="bf614949-7652-487e-94c4-bd05b6d44df9" providerId="ADAL" clId="{E7BD8F4C-33A1-4EA5-B9EC-E33B1E25C004}" dt="2026-10-29T06:15:48.772" v="1596" actId="1036"/>
          <ac:spMkLst>
            <pc:docMk/>
            <pc:sldMk cId="1158176208" sldId="2147329565"/>
            <ac:spMk id="8" creationId="{00DC0A90-3381-D7A1-CDBB-E7D846AD798E}"/>
          </ac:spMkLst>
        </pc:spChg>
        <pc:spChg chg="add mod">
          <ac:chgData name="YIU, cwyiu [IC]" userId="bf614949-7652-487e-94c4-bd05b6d44df9" providerId="ADAL" clId="{E7BD8F4C-33A1-4EA5-B9EC-E33B1E25C004}" dt="2026-10-29T06:15:48.772" v="1596" actId="1036"/>
          <ac:spMkLst>
            <pc:docMk/>
            <pc:sldMk cId="1158176208" sldId="2147329565"/>
            <ac:spMk id="9" creationId="{05D418E1-DF05-66EC-5560-137F7E2B8543}"/>
          </ac:spMkLst>
        </pc:spChg>
        <pc:spChg chg="add mod">
          <ac:chgData name="YIU, cwyiu [IC]" userId="bf614949-7652-487e-94c4-bd05b6d44df9" providerId="ADAL" clId="{E7BD8F4C-33A1-4EA5-B9EC-E33B1E25C004}" dt="2026-10-29T06:15:48.772" v="1596" actId="1036"/>
          <ac:spMkLst>
            <pc:docMk/>
            <pc:sldMk cId="1158176208" sldId="2147329565"/>
            <ac:spMk id="11" creationId="{3992A4AE-890C-4C14-5FAE-032E02021BA7}"/>
          </ac:spMkLst>
        </pc:spChg>
        <pc:spChg chg="add mod">
          <ac:chgData name="YIU, cwyiu [IC]" userId="bf614949-7652-487e-94c4-bd05b6d44df9" providerId="ADAL" clId="{E7BD8F4C-33A1-4EA5-B9EC-E33B1E25C004}" dt="2026-10-29T06:15:48.772" v="1596" actId="1036"/>
          <ac:spMkLst>
            <pc:docMk/>
            <pc:sldMk cId="1158176208" sldId="2147329565"/>
            <ac:spMk id="12" creationId="{32F429FB-A425-2BE2-63AE-AE9084F62142}"/>
          </ac:spMkLst>
        </pc:spChg>
        <pc:spChg chg="add mod">
          <ac:chgData name="YIU, cwyiu [IC]" userId="bf614949-7652-487e-94c4-bd05b6d44df9" providerId="ADAL" clId="{E7BD8F4C-33A1-4EA5-B9EC-E33B1E25C004}" dt="2026-10-29T06:15:48.772" v="1596" actId="1036"/>
          <ac:spMkLst>
            <pc:docMk/>
            <pc:sldMk cId="1158176208" sldId="2147329565"/>
            <ac:spMk id="13" creationId="{52CC3F08-9F07-F3A0-AC65-B5A1A7655E20}"/>
          </ac:spMkLst>
        </pc:spChg>
        <pc:spChg chg="add mod">
          <ac:chgData name="YIU, cwyiu [IC]" userId="bf614949-7652-487e-94c4-bd05b6d44df9" providerId="ADAL" clId="{E7BD8F4C-33A1-4EA5-B9EC-E33B1E25C004}" dt="2026-10-29T06:15:48.772" v="1596" actId="1036"/>
          <ac:spMkLst>
            <pc:docMk/>
            <pc:sldMk cId="1158176208" sldId="2147329565"/>
            <ac:spMk id="14" creationId="{CC3A7686-8B94-0AD6-2421-5EDF9B9785D0}"/>
          </ac:spMkLst>
        </pc:spChg>
        <pc:spChg chg="add mod">
          <ac:chgData name="YIU, cwyiu [IC]" userId="bf614949-7652-487e-94c4-bd05b6d44df9" providerId="ADAL" clId="{E7BD8F4C-33A1-4EA5-B9EC-E33B1E25C004}" dt="2026-10-29T06:15:48.772" v="1596" actId="1036"/>
          <ac:spMkLst>
            <pc:docMk/>
            <pc:sldMk cId="1158176208" sldId="2147329565"/>
            <ac:spMk id="15" creationId="{8550DB2B-5E7B-B22F-69B2-91408CC275DB}"/>
          </ac:spMkLst>
        </pc:spChg>
        <pc:spChg chg="add mod">
          <ac:chgData name="YIU, cwyiu [IC]" userId="bf614949-7652-487e-94c4-bd05b6d44df9" providerId="ADAL" clId="{E7BD8F4C-33A1-4EA5-B9EC-E33B1E25C004}" dt="2026-10-29T06:15:48.772" v="1596" actId="1036"/>
          <ac:spMkLst>
            <pc:docMk/>
            <pc:sldMk cId="1158176208" sldId="2147329565"/>
            <ac:spMk id="16" creationId="{9A3D96A8-38CE-2F79-3A3D-88EC687A64BB}"/>
          </ac:spMkLst>
        </pc:spChg>
        <pc:graphicFrameChg chg="add mod">
          <ac:chgData name="YIU, cwyiu [IC]" userId="bf614949-7652-487e-94c4-bd05b6d44df9" providerId="ADAL" clId="{E7BD8F4C-33A1-4EA5-B9EC-E33B1E25C004}" dt="2026-10-29T06:15:48.772" v="1596" actId="1036"/>
          <ac:graphicFrameMkLst>
            <pc:docMk/>
            <pc:sldMk cId="1158176208" sldId="2147329565"/>
            <ac:graphicFrameMk id="10" creationId="{095E86A8-55B9-C175-9B7A-9D00F783DB8D}"/>
          </ac:graphicFrameMkLst>
        </pc:graphicFrameChg>
      </pc:sldChg>
      <pc:sldChg chg="addSp delSp modSp add mod modNotesTx">
        <pc:chgData name="YIU, cwyiu [IC]" userId="bf614949-7652-487e-94c4-bd05b6d44df9" providerId="ADAL" clId="{E7BD8F4C-33A1-4EA5-B9EC-E33B1E25C004}" dt="2026-10-29T11:58:08.993" v="2804"/>
        <pc:sldMkLst>
          <pc:docMk/>
          <pc:sldMk cId="2112630009" sldId="2147329566"/>
        </pc:sldMkLst>
        <pc:spChg chg="add del mod">
          <ac:chgData name="YIU, cwyiu [IC]" userId="bf614949-7652-487e-94c4-bd05b6d44df9" providerId="ADAL" clId="{E7BD8F4C-33A1-4EA5-B9EC-E33B1E25C004}" dt="2026-10-29T06:17:38.886" v="1680" actId="478"/>
          <ac:spMkLst>
            <pc:docMk/>
            <pc:sldMk cId="2112630009" sldId="2147329566"/>
            <ac:spMk id="2" creationId="{1D7A3895-D8B3-829B-4223-1184A4C8499D}"/>
          </ac:spMkLst>
        </pc:spChg>
        <pc:spChg chg="mod">
          <ac:chgData name="YIU, cwyiu [IC]" userId="bf614949-7652-487e-94c4-bd05b6d44df9" providerId="ADAL" clId="{E7BD8F4C-33A1-4EA5-B9EC-E33B1E25C004}" dt="2026-10-29T11:58:08.993" v="2804"/>
          <ac:spMkLst>
            <pc:docMk/>
            <pc:sldMk cId="2112630009" sldId="2147329566"/>
            <ac:spMk id="4" creationId="{ACB2F1C7-52BF-0362-7422-933A9C8574F5}"/>
          </ac:spMkLst>
        </pc:spChg>
        <pc:spChg chg="add mod">
          <ac:chgData name="YIU, cwyiu [IC]" userId="bf614949-7652-487e-94c4-bd05b6d44df9" providerId="ADAL" clId="{E7BD8F4C-33A1-4EA5-B9EC-E33B1E25C004}" dt="2026-10-29T06:17:36.007" v="1679" actId="1036"/>
          <ac:spMkLst>
            <pc:docMk/>
            <pc:sldMk cId="2112630009" sldId="2147329566"/>
            <ac:spMk id="5" creationId="{D58BFB83-E617-EEF7-4C67-21B9D04C8C16}"/>
          </ac:spMkLst>
        </pc:spChg>
        <pc:spChg chg="add mod">
          <ac:chgData name="YIU, cwyiu [IC]" userId="bf614949-7652-487e-94c4-bd05b6d44df9" providerId="ADAL" clId="{E7BD8F4C-33A1-4EA5-B9EC-E33B1E25C004}" dt="2026-10-29T06:17:29.165" v="1663" actId="1035"/>
          <ac:spMkLst>
            <pc:docMk/>
            <pc:sldMk cId="2112630009" sldId="2147329566"/>
            <ac:spMk id="6" creationId="{A58BCB75-8B9D-A76E-1814-47199F5D24DE}"/>
          </ac:spMkLst>
        </pc:spChg>
        <pc:spChg chg="add mod">
          <ac:chgData name="YIU, cwyiu [IC]" userId="bf614949-7652-487e-94c4-bd05b6d44df9" providerId="ADAL" clId="{E7BD8F4C-33A1-4EA5-B9EC-E33B1E25C004}" dt="2026-10-29T06:17:19.444" v="1648" actId="1036"/>
          <ac:spMkLst>
            <pc:docMk/>
            <pc:sldMk cId="2112630009" sldId="2147329566"/>
            <ac:spMk id="7" creationId="{EDFDC1E5-073E-AB15-C9A5-38871D3969BE}"/>
          </ac:spMkLst>
        </pc:spChg>
        <pc:spChg chg="add mod">
          <ac:chgData name="YIU, cwyiu [IC]" userId="bf614949-7652-487e-94c4-bd05b6d44df9" providerId="ADAL" clId="{E7BD8F4C-33A1-4EA5-B9EC-E33B1E25C004}" dt="2026-10-29T06:17:19.444" v="1648" actId="1036"/>
          <ac:spMkLst>
            <pc:docMk/>
            <pc:sldMk cId="2112630009" sldId="2147329566"/>
            <ac:spMk id="8" creationId="{69EC8DF0-1A4F-48E0-2C1A-D410964511B7}"/>
          </ac:spMkLst>
        </pc:spChg>
        <pc:spChg chg="add mod">
          <ac:chgData name="YIU, cwyiu [IC]" userId="bf614949-7652-487e-94c4-bd05b6d44df9" providerId="ADAL" clId="{E7BD8F4C-33A1-4EA5-B9EC-E33B1E25C004}" dt="2026-10-29T06:17:19.444" v="1648" actId="1036"/>
          <ac:spMkLst>
            <pc:docMk/>
            <pc:sldMk cId="2112630009" sldId="2147329566"/>
            <ac:spMk id="9" creationId="{14C22738-EBBD-C9DE-4ED7-F8B8FAB580EC}"/>
          </ac:spMkLst>
        </pc:spChg>
        <pc:spChg chg="add mod">
          <ac:chgData name="YIU, cwyiu [IC]" userId="bf614949-7652-487e-94c4-bd05b6d44df9" providerId="ADAL" clId="{E7BD8F4C-33A1-4EA5-B9EC-E33B1E25C004}" dt="2026-10-29T06:17:19.444" v="1648" actId="1036"/>
          <ac:spMkLst>
            <pc:docMk/>
            <pc:sldMk cId="2112630009" sldId="2147329566"/>
            <ac:spMk id="10" creationId="{59B2130B-1502-F9D1-CCCF-8ACE66F52CE3}"/>
          </ac:spMkLst>
        </pc:spChg>
        <pc:spChg chg="add mod">
          <ac:chgData name="YIU, cwyiu [IC]" userId="bf614949-7652-487e-94c4-bd05b6d44df9" providerId="ADAL" clId="{E7BD8F4C-33A1-4EA5-B9EC-E33B1E25C004}" dt="2026-10-29T06:17:19.444" v="1648" actId="1036"/>
          <ac:spMkLst>
            <pc:docMk/>
            <pc:sldMk cId="2112630009" sldId="2147329566"/>
            <ac:spMk id="11" creationId="{D25FB2DB-E2DC-9F04-C3B8-8BA9F34C4F1C}"/>
          </ac:spMkLst>
        </pc:spChg>
        <pc:spChg chg="add mod">
          <ac:chgData name="YIU, cwyiu [IC]" userId="bf614949-7652-487e-94c4-bd05b6d44df9" providerId="ADAL" clId="{E7BD8F4C-33A1-4EA5-B9EC-E33B1E25C004}" dt="2026-10-29T06:17:19.444" v="1648" actId="1036"/>
          <ac:spMkLst>
            <pc:docMk/>
            <pc:sldMk cId="2112630009" sldId="2147329566"/>
            <ac:spMk id="12" creationId="{6FFC9033-5938-0289-A868-BAF974D1F403}"/>
          </ac:spMkLst>
        </pc:spChg>
        <pc:spChg chg="add mod">
          <ac:chgData name="YIU, cwyiu [IC]" userId="bf614949-7652-487e-94c4-bd05b6d44df9" providerId="ADAL" clId="{E7BD8F4C-33A1-4EA5-B9EC-E33B1E25C004}" dt="2026-10-29T06:17:19.444" v="1648" actId="1036"/>
          <ac:spMkLst>
            <pc:docMk/>
            <pc:sldMk cId="2112630009" sldId="2147329566"/>
            <ac:spMk id="13" creationId="{6AC089B3-E12F-6A1C-B657-42A294041BDE}"/>
          </ac:spMkLst>
        </pc:spChg>
        <pc:spChg chg="add mod">
          <ac:chgData name="YIU, cwyiu [IC]" userId="bf614949-7652-487e-94c4-bd05b6d44df9" providerId="ADAL" clId="{E7BD8F4C-33A1-4EA5-B9EC-E33B1E25C004}" dt="2026-10-29T06:17:19.444" v="1648" actId="1036"/>
          <ac:spMkLst>
            <pc:docMk/>
            <pc:sldMk cId="2112630009" sldId="2147329566"/>
            <ac:spMk id="14" creationId="{5434433A-ED7C-4650-C1CE-708DBB33F8D0}"/>
          </ac:spMkLst>
        </pc:spChg>
        <pc:spChg chg="add mod">
          <ac:chgData name="YIU, cwyiu [IC]" userId="bf614949-7652-487e-94c4-bd05b6d44df9" providerId="ADAL" clId="{E7BD8F4C-33A1-4EA5-B9EC-E33B1E25C004}" dt="2026-10-29T06:17:19.444" v="1648" actId="1036"/>
          <ac:spMkLst>
            <pc:docMk/>
            <pc:sldMk cId="2112630009" sldId="2147329566"/>
            <ac:spMk id="15" creationId="{31A0B344-E21C-2C0D-3DFB-8B139CF7F2A5}"/>
          </ac:spMkLst>
        </pc:spChg>
        <pc:spChg chg="add mod">
          <ac:chgData name="YIU, cwyiu [IC]" userId="bf614949-7652-487e-94c4-bd05b6d44df9" providerId="ADAL" clId="{E7BD8F4C-33A1-4EA5-B9EC-E33B1E25C004}" dt="2026-10-29T06:17:19.444" v="1648" actId="1036"/>
          <ac:spMkLst>
            <pc:docMk/>
            <pc:sldMk cId="2112630009" sldId="2147329566"/>
            <ac:spMk id="16" creationId="{EFB35DD6-99F6-1495-A22B-A3F0594735A8}"/>
          </ac:spMkLst>
        </pc:spChg>
        <pc:spChg chg="add mod">
          <ac:chgData name="YIU, cwyiu [IC]" userId="bf614949-7652-487e-94c4-bd05b6d44df9" providerId="ADAL" clId="{E7BD8F4C-33A1-4EA5-B9EC-E33B1E25C004}" dt="2026-10-29T06:17:19.444" v="1648" actId="1036"/>
          <ac:spMkLst>
            <pc:docMk/>
            <pc:sldMk cId="2112630009" sldId="2147329566"/>
            <ac:spMk id="17" creationId="{F60CBA9C-C1CE-8624-D73D-F11465342010}"/>
          </ac:spMkLst>
        </pc:spChg>
        <pc:spChg chg="add mod">
          <ac:chgData name="YIU, cwyiu [IC]" userId="bf614949-7652-487e-94c4-bd05b6d44df9" providerId="ADAL" clId="{E7BD8F4C-33A1-4EA5-B9EC-E33B1E25C004}" dt="2026-10-29T06:17:19.444" v="1648" actId="1036"/>
          <ac:spMkLst>
            <pc:docMk/>
            <pc:sldMk cId="2112630009" sldId="2147329566"/>
            <ac:spMk id="18" creationId="{7B93B5AF-D9D8-2554-9171-DB5D09DEC518}"/>
          </ac:spMkLst>
        </pc:spChg>
        <pc:spChg chg="add mod">
          <ac:chgData name="YIU, cwyiu [IC]" userId="bf614949-7652-487e-94c4-bd05b6d44df9" providerId="ADAL" clId="{E7BD8F4C-33A1-4EA5-B9EC-E33B1E25C004}" dt="2026-10-29T06:17:19.444" v="1648" actId="1036"/>
          <ac:spMkLst>
            <pc:docMk/>
            <pc:sldMk cId="2112630009" sldId="2147329566"/>
            <ac:spMk id="19" creationId="{5A2E2ED0-347B-D04C-D682-C74F067FD8DF}"/>
          </ac:spMkLst>
        </pc:spChg>
        <pc:spChg chg="add mod">
          <ac:chgData name="YIU, cwyiu [IC]" userId="bf614949-7652-487e-94c4-bd05b6d44df9" providerId="ADAL" clId="{E7BD8F4C-33A1-4EA5-B9EC-E33B1E25C004}" dt="2026-10-29T06:17:19.444" v="1648" actId="1036"/>
          <ac:spMkLst>
            <pc:docMk/>
            <pc:sldMk cId="2112630009" sldId="2147329566"/>
            <ac:spMk id="20" creationId="{818CA23B-B263-5B68-2EBE-FABFD481F7C4}"/>
          </ac:spMkLst>
        </pc:spChg>
        <pc:spChg chg="add mod">
          <ac:chgData name="YIU, cwyiu [IC]" userId="bf614949-7652-487e-94c4-bd05b6d44df9" providerId="ADAL" clId="{E7BD8F4C-33A1-4EA5-B9EC-E33B1E25C004}" dt="2026-10-29T06:17:19.444" v="1648" actId="1036"/>
          <ac:spMkLst>
            <pc:docMk/>
            <pc:sldMk cId="2112630009" sldId="2147329566"/>
            <ac:spMk id="21" creationId="{F56981DC-31D9-6CF8-DAAA-8232BFB1B534}"/>
          </ac:spMkLst>
        </pc:spChg>
        <pc:spChg chg="add mod">
          <ac:chgData name="YIU, cwyiu [IC]" userId="bf614949-7652-487e-94c4-bd05b6d44df9" providerId="ADAL" clId="{E7BD8F4C-33A1-4EA5-B9EC-E33B1E25C004}" dt="2026-10-29T06:17:19.444" v="1648" actId="1036"/>
          <ac:spMkLst>
            <pc:docMk/>
            <pc:sldMk cId="2112630009" sldId="2147329566"/>
            <ac:spMk id="22" creationId="{8A46AD96-9E37-AAAC-7C3C-9CFAF046F69F}"/>
          </ac:spMkLst>
        </pc:spChg>
        <pc:spChg chg="add mod">
          <ac:chgData name="YIU, cwyiu [IC]" userId="bf614949-7652-487e-94c4-bd05b6d44df9" providerId="ADAL" clId="{E7BD8F4C-33A1-4EA5-B9EC-E33B1E25C004}" dt="2026-10-29T06:17:19.444" v="1648" actId="1036"/>
          <ac:spMkLst>
            <pc:docMk/>
            <pc:sldMk cId="2112630009" sldId="2147329566"/>
            <ac:spMk id="23" creationId="{DB66121C-01C9-7E9E-B5BE-868C0F382D84}"/>
          </ac:spMkLst>
        </pc:spChg>
        <pc:spChg chg="add mod">
          <ac:chgData name="YIU, cwyiu [IC]" userId="bf614949-7652-487e-94c4-bd05b6d44df9" providerId="ADAL" clId="{E7BD8F4C-33A1-4EA5-B9EC-E33B1E25C004}" dt="2026-10-29T06:17:19.444" v="1648" actId="1036"/>
          <ac:spMkLst>
            <pc:docMk/>
            <pc:sldMk cId="2112630009" sldId="2147329566"/>
            <ac:spMk id="24" creationId="{AE5E63C7-FEB0-3C1A-ED85-091523E0E150}"/>
          </ac:spMkLst>
        </pc:spChg>
      </pc:sldChg>
      <pc:sldChg chg="addSp delSp modSp add mod modNotesTx">
        <pc:chgData name="YIU, cwyiu [IC]" userId="bf614949-7652-487e-94c4-bd05b6d44df9" providerId="ADAL" clId="{E7BD8F4C-33A1-4EA5-B9EC-E33B1E25C004}" dt="2026-10-29T11:58:11.383" v="2805"/>
        <pc:sldMkLst>
          <pc:docMk/>
          <pc:sldMk cId="2836604135" sldId="2147329567"/>
        </pc:sldMkLst>
        <pc:spChg chg="add del mod">
          <ac:chgData name="YIU, cwyiu [IC]" userId="bf614949-7652-487e-94c4-bd05b6d44df9" providerId="ADAL" clId="{E7BD8F4C-33A1-4EA5-B9EC-E33B1E25C004}" dt="2026-10-29T06:19:09.333" v="1740" actId="478"/>
          <ac:spMkLst>
            <pc:docMk/>
            <pc:sldMk cId="2836604135" sldId="2147329567"/>
            <ac:spMk id="2" creationId="{C73D85C8-89D2-598E-151E-D81858B2CABF}"/>
          </ac:spMkLst>
        </pc:spChg>
        <pc:spChg chg="mod">
          <ac:chgData name="YIU, cwyiu [IC]" userId="bf614949-7652-487e-94c4-bd05b6d44df9" providerId="ADAL" clId="{E7BD8F4C-33A1-4EA5-B9EC-E33B1E25C004}" dt="2026-10-29T11:58:11.383" v="2805"/>
          <ac:spMkLst>
            <pc:docMk/>
            <pc:sldMk cId="2836604135" sldId="2147329567"/>
            <ac:spMk id="4" creationId="{ACB2F1C7-52BF-0362-7422-933A9C8574F5}"/>
          </ac:spMkLst>
        </pc:spChg>
        <pc:spChg chg="add mod">
          <ac:chgData name="YIU, cwyiu [IC]" userId="bf614949-7652-487e-94c4-bd05b6d44df9" providerId="ADAL" clId="{E7BD8F4C-33A1-4EA5-B9EC-E33B1E25C004}" dt="2026-10-29T06:19:05.662" v="1739" actId="1036"/>
          <ac:spMkLst>
            <pc:docMk/>
            <pc:sldMk cId="2836604135" sldId="2147329567"/>
            <ac:spMk id="5" creationId="{A0CED184-4D17-9FAE-3046-F2FDD8A6D8F8}"/>
          </ac:spMkLst>
        </pc:spChg>
        <pc:spChg chg="add mod">
          <ac:chgData name="YIU, cwyiu [IC]" userId="bf614949-7652-487e-94c4-bd05b6d44df9" providerId="ADAL" clId="{E7BD8F4C-33A1-4EA5-B9EC-E33B1E25C004}" dt="2026-10-29T06:18:59.562" v="1727" actId="1036"/>
          <ac:spMkLst>
            <pc:docMk/>
            <pc:sldMk cId="2836604135" sldId="2147329567"/>
            <ac:spMk id="6" creationId="{C77B4404-1A3D-960B-75A3-6FC627256A84}"/>
          </ac:spMkLst>
        </pc:spChg>
        <pc:spChg chg="add mod">
          <ac:chgData name="YIU, cwyiu [IC]" userId="bf614949-7652-487e-94c4-bd05b6d44df9" providerId="ADAL" clId="{E7BD8F4C-33A1-4EA5-B9EC-E33B1E25C004}" dt="2026-10-29T06:18:45.711" v="1709" actId="1035"/>
          <ac:spMkLst>
            <pc:docMk/>
            <pc:sldMk cId="2836604135" sldId="2147329567"/>
            <ac:spMk id="7" creationId="{9BE71E94-0FD3-5F69-9D29-848DFAC8454A}"/>
          </ac:spMkLst>
        </pc:spChg>
        <pc:spChg chg="add mod">
          <ac:chgData name="YIU, cwyiu [IC]" userId="bf614949-7652-487e-94c4-bd05b6d44df9" providerId="ADAL" clId="{E7BD8F4C-33A1-4EA5-B9EC-E33B1E25C004}" dt="2026-10-29T06:18:45.711" v="1709" actId="1035"/>
          <ac:spMkLst>
            <pc:docMk/>
            <pc:sldMk cId="2836604135" sldId="2147329567"/>
            <ac:spMk id="8" creationId="{7997CAD2-81F2-0A3A-AACB-68DC3DAF870B}"/>
          </ac:spMkLst>
        </pc:spChg>
        <pc:spChg chg="add mod">
          <ac:chgData name="YIU, cwyiu [IC]" userId="bf614949-7652-487e-94c4-bd05b6d44df9" providerId="ADAL" clId="{E7BD8F4C-33A1-4EA5-B9EC-E33B1E25C004}" dt="2026-10-29T06:18:45.711" v="1709" actId="1035"/>
          <ac:spMkLst>
            <pc:docMk/>
            <pc:sldMk cId="2836604135" sldId="2147329567"/>
            <ac:spMk id="9" creationId="{B36CD42D-DD12-FE3F-EA01-AE33C2C5797A}"/>
          </ac:spMkLst>
        </pc:spChg>
        <pc:spChg chg="add mod">
          <ac:chgData name="YIU, cwyiu [IC]" userId="bf614949-7652-487e-94c4-bd05b6d44df9" providerId="ADAL" clId="{E7BD8F4C-33A1-4EA5-B9EC-E33B1E25C004}" dt="2026-10-29T06:18:45.711" v="1709" actId="1035"/>
          <ac:spMkLst>
            <pc:docMk/>
            <pc:sldMk cId="2836604135" sldId="2147329567"/>
            <ac:spMk id="10" creationId="{F8A60966-8CF6-C3EA-3CB5-B797DBBD70E0}"/>
          </ac:spMkLst>
        </pc:spChg>
        <pc:spChg chg="add mod">
          <ac:chgData name="YIU, cwyiu [IC]" userId="bf614949-7652-487e-94c4-bd05b6d44df9" providerId="ADAL" clId="{E7BD8F4C-33A1-4EA5-B9EC-E33B1E25C004}" dt="2026-10-29T06:18:45.711" v="1709" actId="1035"/>
          <ac:spMkLst>
            <pc:docMk/>
            <pc:sldMk cId="2836604135" sldId="2147329567"/>
            <ac:spMk id="11" creationId="{D9675CA1-2F0D-298E-C3E2-5409669BDBD7}"/>
          </ac:spMkLst>
        </pc:spChg>
        <pc:spChg chg="add mod">
          <ac:chgData name="YIU, cwyiu [IC]" userId="bf614949-7652-487e-94c4-bd05b6d44df9" providerId="ADAL" clId="{E7BD8F4C-33A1-4EA5-B9EC-E33B1E25C004}" dt="2026-10-29T06:18:45.711" v="1709" actId="1035"/>
          <ac:spMkLst>
            <pc:docMk/>
            <pc:sldMk cId="2836604135" sldId="2147329567"/>
            <ac:spMk id="12" creationId="{E2A2DA89-E515-AF41-EDD6-50EED4B34121}"/>
          </ac:spMkLst>
        </pc:spChg>
        <pc:spChg chg="add mod">
          <ac:chgData name="YIU, cwyiu [IC]" userId="bf614949-7652-487e-94c4-bd05b6d44df9" providerId="ADAL" clId="{E7BD8F4C-33A1-4EA5-B9EC-E33B1E25C004}" dt="2026-10-29T06:18:45.711" v="1709" actId="1035"/>
          <ac:spMkLst>
            <pc:docMk/>
            <pc:sldMk cId="2836604135" sldId="2147329567"/>
            <ac:spMk id="13" creationId="{48A2686F-157D-B51A-9C4F-72864BFA948B}"/>
          </ac:spMkLst>
        </pc:spChg>
        <pc:spChg chg="add mod">
          <ac:chgData name="YIU, cwyiu [IC]" userId="bf614949-7652-487e-94c4-bd05b6d44df9" providerId="ADAL" clId="{E7BD8F4C-33A1-4EA5-B9EC-E33B1E25C004}" dt="2026-10-29T06:18:45.711" v="1709" actId="1035"/>
          <ac:spMkLst>
            <pc:docMk/>
            <pc:sldMk cId="2836604135" sldId="2147329567"/>
            <ac:spMk id="14" creationId="{DFB52F80-5A9C-9F3D-15B1-B778C964DAC3}"/>
          </ac:spMkLst>
        </pc:spChg>
        <pc:spChg chg="add mod">
          <ac:chgData name="YIU, cwyiu [IC]" userId="bf614949-7652-487e-94c4-bd05b6d44df9" providerId="ADAL" clId="{E7BD8F4C-33A1-4EA5-B9EC-E33B1E25C004}" dt="2026-10-29T06:18:45.711" v="1709" actId="1035"/>
          <ac:spMkLst>
            <pc:docMk/>
            <pc:sldMk cId="2836604135" sldId="2147329567"/>
            <ac:spMk id="15" creationId="{C152AADB-AFFE-7245-E458-8397290D15C9}"/>
          </ac:spMkLst>
        </pc:spChg>
        <pc:spChg chg="add mod">
          <ac:chgData name="YIU, cwyiu [IC]" userId="bf614949-7652-487e-94c4-bd05b6d44df9" providerId="ADAL" clId="{E7BD8F4C-33A1-4EA5-B9EC-E33B1E25C004}" dt="2026-10-29T06:18:45.711" v="1709" actId="1035"/>
          <ac:spMkLst>
            <pc:docMk/>
            <pc:sldMk cId="2836604135" sldId="2147329567"/>
            <ac:spMk id="16" creationId="{6AF68075-701F-C272-A524-61217C77157C}"/>
          </ac:spMkLst>
        </pc:spChg>
        <pc:spChg chg="add mod">
          <ac:chgData name="YIU, cwyiu [IC]" userId="bf614949-7652-487e-94c4-bd05b6d44df9" providerId="ADAL" clId="{E7BD8F4C-33A1-4EA5-B9EC-E33B1E25C004}" dt="2026-10-29T06:18:45.711" v="1709" actId="1035"/>
          <ac:spMkLst>
            <pc:docMk/>
            <pc:sldMk cId="2836604135" sldId="2147329567"/>
            <ac:spMk id="17" creationId="{0C641E2F-1082-1CB9-307F-E82765A81FA9}"/>
          </ac:spMkLst>
        </pc:spChg>
        <pc:spChg chg="add mod">
          <ac:chgData name="YIU, cwyiu [IC]" userId="bf614949-7652-487e-94c4-bd05b6d44df9" providerId="ADAL" clId="{E7BD8F4C-33A1-4EA5-B9EC-E33B1E25C004}" dt="2026-10-29T06:18:45.711" v="1709" actId="1035"/>
          <ac:spMkLst>
            <pc:docMk/>
            <pc:sldMk cId="2836604135" sldId="2147329567"/>
            <ac:spMk id="18" creationId="{54D6CC54-DD2F-FBF3-9A85-D04054D73455}"/>
          </ac:spMkLst>
        </pc:spChg>
        <pc:spChg chg="add mod">
          <ac:chgData name="YIU, cwyiu [IC]" userId="bf614949-7652-487e-94c4-bd05b6d44df9" providerId="ADAL" clId="{E7BD8F4C-33A1-4EA5-B9EC-E33B1E25C004}" dt="2026-10-29T06:18:45.711" v="1709" actId="1035"/>
          <ac:spMkLst>
            <pc:docMk/>
            <pc:sldMk cId="2836604135" sldId="2147329567"/>
            <ac:spMk id="19" creationId="{4E1F2DEC-FA10-15FF-55C9-BE645E989798}"/>
          </ac:spMkLst>
        </pc:spChg>
        <pc:spChg chg="add mod">
          <ac:chgData name="YIU, cwyiu [IC]" userId="bf614949-7652-487e-94c4-bd05b6d44df9" providerId="ADAL" clId="{E7BD8F4C-33A1-4EA5-B9EC-E33B1E25C004}" dt="2026-10-29T06:18:45.711" v="1709" actId="1035"/>
          <ac:spMkLst>
            <pc:docMk/>
            <pc:sldMk cId="2836604135" sldId="2147329567"/>
            <ac:spMk id="20" creationId="{0CDAE511-9C5F-B824-810B-470B6E71782F}"/>
          </ac:spMkLst>
        </pc:spChg>
      </pc:sldChg>
      <pc:sldChg chg="addSp delSp modSp add mod modNotesTx">
        <pc:chgData name="YIU, cwyiu [IC]" userId="bf614949-7652-487e-94c4-bd05b6d44df9" providerId="ADAL" clId="{E7BD8F4C-33A1-4EA5-B9EC-E33B1E25C004}" dt="2026-10-29T11:58:13.978" v="2806"/>
        <pc:sldMkLst>
          <pc:docMk/>
          <pc:sldMk cId="982209554" sldId="2147329568"/>
        </pc:sldMkLst>
        <pc:spChg chg="add del mod">
          <ac:chgData name="YIU, cwyiu [IC]" userId="bf614949-7652-487e-94c4-bd05b6d44df9" providerId="ADAL" clId="{E7BD8F4C-33A1-4EA5-B9EC-E33B1E25C004}" dt="2026-10-29T06:24:01.553" v="1806" actId="478"/>
          <ac:spMkLst>
            <pc:docMk/>
            <pc:sldMk cId="982209554" sldId="2147329568"/>
            <ac:spMk id="2" creationId="{20E1E498-B38D-7134-79F5-CC203A3AE7C1}"/>
          </ac:spMkLst>
        </pc:spChg>
        <pc:spChg chg="mod">
          <ac:chgData name="YIU, cwyiu [IC]" userId="bf614949-7652-487e-94c4-bd05b6d44df9" providerId="ADAL" clId="{E7BD8F4C-33A1-4EA5-B9EC-E33B1E25C004}" dt="2026-10-29T11:58:13.978" v="2806"/>
          <ac:spMkLst>
            <pc:docMk/>
            <pc:sldMk cId="982209554" sldId="2147329568"/>
            <ac:spMk id="4" creationId="{ACB2F1C7-52BF-0362-7422-933A9C8574F5}"/>
          </ac:spMkLst>
        </pc:spChg>
        <pc:spChg chg="add mod">
          <ac:chgData name="YIU, cwyiu [IC]" userId="bf614949-7652-487e-94c4-bd05b6d44df9" providerId="ADAL" clId="{E7BD8F4C-33A1-4EA5-B9EC-E33B1E25C004}" dt="2026-10-29T06:23:57.984" v="1805" actId="1036"/>
          <ac:spMkLst>
            <pc:docMk/>
            <pc:sldMk cId="982209554" sldId="2147329568"/>
            <ac:spMk id="5" creationId="{FF20D2C9-D9C6-B35E-E837-75B65CBA19FE}"/>
          </ac:spMkLst>
        </pc:spChg>
        <pc:spChg chg="add mod">
          <ac:chgData name="YIU, cwyiu [IC]" userId="bf614949-7652-487e-94c4-bd05b6d44df9" providerId="ADAL" clId="{E7BD8F4C-33A1-4EA5-B9EC-E33B1E25C004}" dt="2026-10-29T06:23:48.156" v="1786" actId="1036"/>
          <ac:spMkLst>
            <pc:docMk/>
            <pc:sldMk cId="982209554" sldId="2147329568"/>
            <ac:spMk id="6" creationId="{CC996B92-3D74-045C-7421-61AE27F1C908}"/>
          </ac:spMkLst>
        </pc:spChg>
        <pc:spChg chg="add mod">
          <ac:chgData name="YIU, cwyiu [IC]" userId="bf614949-7652-487e-94c4-bd05b6d44df9" providerId="ADAL" clId="{E7BD8F4C-33A1-4EA5-B9EC-E33B1E25C004}" dt="2026-10-29T06:23:38.580" v="1770" actId="1036"/>
          <ac:spMkLst>
            <pc:docMk/>
            <pc:sldMk cId="982209554" sldId="2147329568"/>
            <ac:spMk id="7" creationId="{8C4E447A-085B-4F3D-62DA-55F9545EACE6}"/>
          </ac:spMkLst>
        </pc:spChg>
        <pc:spChg chg="add mod">
          <ac:chgData name="YIU, cwyiu [IC]" userId="bf614949-7652-487e-94c4-bd05b6d44df9" providerId="ADAL" clId="{E7BD8F4C-33A1-4EA5-B9EC-E33B1E25C004}" dt="2026-10-29T06:23:38.580" v="1770" actId="1036"/>
          <ac:spMkLst>
            <pc:docMk/>
            <pc:sldMk cId="982209554" sldId="2147329568"/>
            <ac:spMk id="8" creationId="{0A46665D-72BA-9308-0647-68C6953D90F6}"/>
          </ac:spMkLst>
        </pc:spChg>
        <pc:spChg chg="add mod">
          <ac:chgData name="YIU, cwyiu [IC]" userId="bf614949-7652-487e-94c4-bd05b6d44df9" providerId="ADAL" clId="{E7BD8F4C-33A1-4EA5-B9EC-E33B1E25C004}" dt="2026-10-29T06:23:38.580" v="1770" actId="1036"/>
          <ac:spMkLst>
            <pc:docMk/>
            <pc:sldMk cId="982209554" sldId="2147329568"/>
            <ac:spMk id="9" creationId="{3D28E4CD-BF51-1D21-F039-C9F19A3406C7}"/>
          </ac:spMkLst>
        </pc:spChg>
        <pc:spChg chg="add mod">
          <ac:chgData name="YIU, cwyiu [IC]" userId="bf614949-7652-487e-94c4-bd05b6d44df9" providerId="ADAL" clId="{E7BD8F4C-33A1-4EA5-B9EC-E33B1E25C004}" dt="2026-10-29T06:23:38.580" v="1770" actId="1036"/>
          <ac:spMkLst>
            <pc:docMk/>
            <pc:sldMk cId="982209554" sldId="2147329568"/>
            <ac:spMk id="10" creationId="{40FEB039-995A-90BD-16ED-D37F0CB22AAE}"/>
          </ac:spMkLst>
        </pc:spChg>
        <pc:spChg chg="add mod">
          <ac:chgData name="YIU, cwyiu [IC]" userId="bf614949-7652-487e-94c4-bd05b6d44df9" providerId="ADAL" clId="{E7BD8F4C-33A1-4EA5-B9EC-E33B1E25C004}" dt="2026-10-29T06:23:38.580" v="1770" actId="1036"/>
          <ac:spMkLst>
            <pc:docMk/>
            <pc:sldMk cId="982209554" sldId="2147329568"/>
            <ac:spMk id="11" creationId="{8A46E696-C59E-F3A8-F6D2-824B54F29BD8}"/>
          </ac:spMkLst>
        </pc:spChg>
        <pc:spChg chg="add mod">
          <ac:chgData name="YIU, cwyiu [IC]" userId="bf614949-7652-487e-94c4-bd05b6d44df9" providerId="ADAL" clId="{E7BD8F4C-33A1-4EA5-B9EC-E33B1E25C004}" dt="2026-10-29T06:23:38.580" v="1770" actId="1036"/>
          <ac:spMkLst>
            <pc:docMk/>
            <pc:sldMk cId="982209554" sldId="2147329568"/>
            <ac:spMk id="12" creationId="{3B7296F5-626E-7AB7-67A1-790C14C216FC}"/>
          </ac:spMkLst>
        </pc:spChg>
        <pc:spChg chg="add mod">
          <ac:chgData name="YIU, cwyiu [IC]" userId="bf614949-7652-487e-94c4-bd05b6d44df9" providerId="ADAL" clId="{E7BD8F4C-33A1-4EA5-B9EC-E33B1E25C004}" dt="2026-10-29T06:23:38.580" v="1770" actId="1036"/>
          <ac:spMkLst>
            <pc:docMk/>
            <pc:sldMk cId="982209554" sldId="2147329568"/>
            <ac:spMk id="13" creationId="{5F22610A-0C50-25AE-0847-80D2D09914CE}"/>
          </ac:spMkLst>
        </pc:spChg>
        <pc:spChg chg="add mod">
          <ac:chgData name="YIU, cwyiu [IC]" userId="bf614949-7652-487e-94c4-bd05b6d44df9" providerId="ADAL" clId="{E7BD8F4C-33A1-4EA5-B9EC-E33B1E25C004}" dt="2026-10-29T06:23:38.580" v="1770" actId="1036"/>
          <ac:spMkLst>
            <pc:docMk/>
            <pc:sldMk cId="982209554" sldId="2147329568"/>
            <ac:spMk id="14" creationId="{67727CB6-82EB-C573-E47D-85BACDD1BDAD}"/>
          </ac:spMkLst>
        </pc:spChg>
        <pc:spChg chg="add mod">
          <ac:chgData name="YIU, cwyiu [IC]" userId="bf614949-7652-487e-94c4-bd05b6d44df9" providerId="ADAL" clId="{E7BD8F4C-33A1-4EA5-B9EC-E33B1E25C004}" dt="2026-10-29T06:23:38.580" v="1770" actId="1036"/>
          <ac:spMkLst>
            <pc:docMk/>
            <pc:sldMk cId="982209554" sldId="2147329568"/>
            <ac:spMk id="15" creationId="{4D4C22A5-F15F-90D9-CF0C-9028FCDD8991}"/>
          </ac:spMkLst>
        </pc:spChg>
        <pc:spChg chg="add mod">
          <ac:chgData name="YIU, cwyiu [IC]" userId="bf614949-7652-487e-94c4-bd05b6d44df9" providerId="ADAL" clId="{E7BD8F4C-33A1-4EA5-B9EC-E33B1E25C004}" dt="2026-10-29T06:23:38.580" v="1770" actId="1036"/>
          <ac:spMkLst>
            <pc:docMk/>
            <pc:sldMk cId="982209554" sldId="2147329568"/>
            <ac:spMk id="16" creationId="{5CCDCBAF-631A-DF69-6C55-D22C2DA68E56}"/>
          </ac:spMkLst>
        </pc:spChg>
        <pc:spChg chg="add mod">
          <ac:chgData name="YIU, cwyiu [IC]" userId="bf614949-7652-487e-94c4-bd05b6d44df9" providerId="ADAL" clId="{E7BD8F4C-33A1-4EA5-B9EC-E33B1E25C004}" dt="2026-10-29T06:23:38.580" v="1770" actId="1036"/>
          <ac:spMkLst>
            <pc:docMk/>
            <pc:sldMk cId="982209554" sldId="2147329568"/>
            <ac:spMk id="17" creationId="{C7C5C6E4-6AE1-A476-328A-A387BD8C70A1}"/>
          </ac:spMkLst>
        </pc:spChg>
        <pc:spChg chg="add mod">
          <ac:chgData name="YIU, cwyiu [IC]" userId="bf614949-7652-487e-94c4-bd05b6d44df9" providerId="ADAL" clId="{E7BD8F4C-33A1-4EA5-B9EC-E33B1E25C004}" dt="2026-10-29T06:23:38.580" v="1770" actId="1036"/>
          <ac:spMkLst>
            <pc:docMk/>
            <pc:sldMk cId="982209554" sldId="2147329568"/>
            <ac:spMk id="18" creationId="{74F23B24-1FDD-5252-B82D-C526DF6A1C78}"/>
          </ac:spMkLst>
        </pc:spChg>
        <pc:spChg chg="add mod">
          <ac:chgData name="YIU, cwyiu [IC]" userId="bf614949-7652-487e-94c4-bd05b6d44df9" providerId="ADAL" clId="{E7BD8F4C-33A1-4EA5-B9EC-E33B1E25C004}" dt="2026-10-29T06:23:38.580" v="1770" actId="1036"/>
          <ac:spMkLst>
            <pc:docMk/>
            <pc:sldMk cId="982209554" sldId="2147329568"/>
            <ac:spMk id="19" creationId="{7AA0EE94-FFB7-BE7F-56EC-F8E89478EE73}"/>
          </ac:spMkLst>
        </pc:spChg>
        <pc:spChg chg="add mod">
          <ac:chgData name="YIU, cwyiu [IC]" userId="bf614949-7652-487e-94c4-bd05b6d44df9" providerId="ADAL" clId="{E7BD8F4C-33A1-4EA5-B9EC-E33B1E25C004}" dt="2026-10-29T06:23:38.580" v="1770" actId="1036"/>
          <ac:spMkLst>
            <pc:docMk/>
            <pc:sldMk cId="982209554" sldId="2147329568"/>
            <ac:spMk id="20" creationId="{8796F000-3ABB-5A96-0D3C-F4675B710DFA}"/>
          </ac:spMkLst>
        </pc:spChg>
        <pc:spChg chg="add mod">
          <ac:chgData name="YIU, cwyiu [IC]" userId="bf614949-7652-487e-94c4-bd05b6d44df9" providerId="ADAL" clId="{E7BD8F4C-33A1-4EA5-B9EC-E33B1E25C004}" dt="2026-10-29T06:23:38.580" v="1770" actId="1036"/>
          <ac:spMkLst>
            <pc:docMk/>
            <pc:sldMk cId="982209554" sldId="2147329568"/>
            <ac:spMk id="21" creationId="{4BA3C770-26E1-1BAA-BE16-4B4E17BFFEE5}"/>
          </ac:spMkLst>
        </pc:spChg>
        <pc:spChg chg="add mod">
          <ac:chgData name="YIU, cwyiu [IC]" userId="bf614949-7652-487e-94c4-bd05b6d44df9" providerId="ADAL" clId="{E7BD8F4C-33A1-4EA5-B9EC-E33B1E25C004}" dt="2026-10-29T06:23:38.580" v="1770" actId="1036"/>
          <ac:spMkLst>
            <pc:docMk/>
            <pc:sldMk cId="982209554" sldId="2147329568"/>
            <ac:spMk id="22" creationId="{589E0EF6-103B-4126-A2D2-8AB341BF105C}"/>
          </ac:spMkLst>
        </pc:spChg>
        <pc:spChg chg="add mod">
          <ac:chgData name="YIU, cwyiu [IC]" userId="bf614949-7652-487e-94c4-bd05b6d44df9" providerId="ADAL" clId="{E7BD8F4C-33A1-4EA5-B9EC-E33B1E25C004}" dt="2026-10-29T06:23:38.580" v="1770" actId="1036"/>
          <ac:spMkLst>
            <pc:docMk/>
            <pc:sldMk cId="982209554" sldId="2147329568"/>
            <ac:spMk id="23" creationId="{69B69DC5-011A-C2B9-C334-9BA66A3F7E99}"/>
          </ac:spMkLst>
        </pc:spChg>
        <pc:spChg chg="add mod">
          <ac:chgData name="YIU, cwyiu [IC]" userId="bf614949-7652-487e-94c4-bd05b6d44df9" providerId="ADAL" clId="{E7BD8F4C-33A1-4EA5-B9EC-E33B1E25C004}" dt="2026-10-29T06:23:38.580" v="1770" actId="1036"/>
          <ac:spMkLst>
            <pc:docMk/>
            <pc:sldMk cId="982209554" sldId="2147329568"/>
            <ac:spMk id="24" creationId="{D588AA66-21C7-42AF-04F2-F8616111BA5A}"/>
          </ac:spMkLst>
        </pc:spChg>
      </pc:sldChg>
      <pc:sldChg chg="addSp delSp modSp add mod modNotesTx">
        <pc:chgData name="YIU, cwyiu [IC]" userId="bf614949-7652-487e-94c4-bd05b6d44df9" providerId="ADAL" clId="{E7BD8F4C-33A1-4EA5-B9EC-E33B1E25C004}" dt="2026-10-29T11:58:16.785" v="2807"/>
        <pc:sldMkLst>
          <pc:docMk/>
          <pc:sldMk cId="2615221388" sldId="2147329569"/>
        </pc:sldMkLst>
        <pc:spChg chg="add del mod">
          <ac:chgData name="YIU, cwyiu [IC]" userId="bf614949-7652-487e-94c4-bd05b6d44df9" providerId="ADAL" clId="{E7BD8F4C-33A1-4EA5-B9EC-E33B1E25C004}" dt="2026-10-29T06:25:08.669" v="1868" actId="478"/>
          <ac:spMkLst>
            <pc:docMk/>
            <pc:sldMk cId="2615221388" sldId="2147329569"/>
            <ac:spMk id="2" creationId="{523B2D4D-6FFF-B2B1-41D0-C9E5E49425A8}"/>
          </ac:spMkLst>
        </pc:spChg>
        <pc:spChg chg="mod">
          <ac:chgData name="YIU, cwyiu [IC]" userId="bf614949-7652-487e-94c4-bd05b6d44df9" providerId="ADAL" clId="{E7BD8F4C-33A1-4EA5-B9EC-E33B1E25C004}" dt="2026-10-29T11:58:16.785" v="2807"/>
          <ac:spMkLst>
            <pc:docMk/>
            <pc:sldMk cId="2615221388" sldId="2147329569"/>
            <ac:spMk id="4" creationId="{ACB2F1C7-52BF-0362-7422-933A9C8574F5}"/>
          </ac:spMkLst>
        </pc:spChg>
        <pc:spChg chg="add mod">
          <ac:chgData name="YIU, cwyiu [IC]" userId="bf614949-7652-487e-94c4-bd05b6d44df9" providerId="ADAL" clId="{E7BD8F4C-33A1-4EA5-B9EC-E33B1E25C004}" dt="2026-10-29T06:25:06.080" v="1867" actId="1035"/>
          <ac:spMkLst>
            <pc:docMk/>
            <pc:sldMk cId="2615221388" sldId="2147329569"/>
            <ac:spMk id="5" creationId="{79F70EEE-460E-01C2-8C46-4A7D8ABC54AC}"/>
          </ac:spMkLst>
        </pc:spChg>
        <pc:spChg chg="add mod">
          <ac:chgData name="YIU, cwyiu [IC]" userId="bf614949-7652-487e-94c4-bd05b6d44df9" providerId="ADAL" clId="{E7BD8F4C-33A1-4EA5-B9EC-E33B1E25C004}" dt="2026-10-29T06:24:57.181" v="1851" actId="1036"/>
          <ac:spMkLst>
            <pc:docMk/>
            <pc:sldMk cId="2615221388" sldId="2147329569"/>
            <ac:spMk id="6" creationId="{3971CC02-6B81-6B3C-8541-E17362B00264}"/>
          </ac:spMkLst>
        </pc:spChg>
        <pc:spChg chg="add mod">
          <ac:chgData name="YIU, cwyiu [IC]" userId="bf614949-7652-487e-94c4-bd05b6d44df9" providerId="ADAL" clId="{E7BD8F4C-33A1-4EA5-B9EC-E33B1E25C004}" dt="2026-10-29T06:25:51.362" v="1871" actId="207"/>
          <ac:spMkLst>
            <pc:docMk/>
            <pc:sldMk cId="2615221388" sldId="2147329569"/>
            <ac:spMk id="7" creationId="{EAE35A55-2173-9664-0AA7-1C989EF59F82}"/>
          </ac:spMkLst>
        </pc:spChg>
        <pc:spChg chg="add mod">
          <ac:chgData name="YIU, cwyiu [IC]" userId="bf614949-7652-487e-94c4-bd05b6d44df9" providerId="ADAL" clId="{E7BD8F4C-33A1-4EA5-B9EC-E33B1E25C004}" dt="2026-10-29T06:24:47.225" v="1836" actId="1035"/>
          <ac:spMkLst>
            <pc:docMk/>
            <pc:sldMk cId="2615221388" sldId="2147329569"/>
            <ac:spMk id="8" creationId="{84B1BA66-D16B-0E69-AEBA-72451C97EFC6}"/>
          </ac:spMkLst>
        </pc:spChg>
        <pc:spChg chg="add mod">
          <ac:chgData name="YIU, cwyiu [IC]" userId="bf614949-7652-487e-94c4-bd05b6d44df9" providerId="ADAL" clId="{E7BD8F4C-33A1-4EA5-B9EC-E33B1E25C004}" dt="2026-10-29T06:24:47.225" v="1836" actId="1035"/>
          <ac:spMkLst>
            <pc:docMk/>
            <pc:sldMk cId="2615221388" sldId="2147329569"/>
            <ac:spMk id="9" creationId="{790FFDFB-6FA9-D05D-576B-2FE26EA54081}"/>
          </ac:spMkLst>
        </pc:spChg>
        <pc:spChg chg="add mod">
          <ac:chgData name="YIU, cwyiu [IC]" userId="bf614949-7652-487e-94c4-bd05b6d44df9" providerId="ADAL" clId="{E7BD8F4C-33A1-4EA5-B9EC-E33B1E25C004}" dt="2026-10-29T06:24:47.225" v="1836" actId="1035"/>
          <ac:spMkLst>
            <pc:docMk/>
            <pc:sldMk cId="2615221388" sldId="2147329569"/>
            <ac:spMk id="10" creationId="{12ACC348-7D3A-6334-641B-85E5DB5D57E2}"/>
          </ac:spMkLst>
        </pc:spChg>
        <pc:spChg chg="add mod">
          <ac:chgData name="YIU, cwyiu [IC]" userId="bf614949-7652-487e-94c4-bd05b6d44df9" providerId="ADAL" clId="{E7BD8F4C-33A1-4EA5-B9EC-E33B1E25C004}" dt="2026-10-29T06:24:47.225" v="1836" actId="1035"/>
          <ac:spMkLst>
            <pc:docMk/>
            <pc:sldMk cId="2615221388" sldId="2147329569"/>
            <ac:spMk id="11" creationId="{BAAB30B3-936C-D63D-8374-60200099CF1F}"/>
          </ac:spMkLst>
        </pc:spChg>
        <pc:spChg chg="add mod">
          <ac:chgData name="YIU, cwyiu [IC]" userId="bf614949-7652-487e-94c4-bd05b6d44df9" providerId="ADAL" clId="{E7BD8F4C-33A1-4EA5-B9EC-E33B1E25C004}" dt="2026-10-29T06:24:47.225" v="1836" actId="1035"/>
          <ac:spMkLst>
            <pc:docMk/>
            <pc:sldMk cId="2615221388" sldId="2147329569"/>
            <ac:spMk id="12" creationId="{1862DF43-663D-2914-6DA1-6DD6527C694C}"/>
          </ac:spMkLst>
        </pc:spChg>
        <pc:spChg chg="add mod">
          <ac:chgData name="YIU, cwyiu [IC]" userId="bf614949-7652-487e-94c4-bd05b6d44df9" providerId="ADAL" clId="{E7BD8F4C-33A1-4EA5-B9EC-E33B1E25C004}" dt="2026-10-29T06:24:47.225" v="1836" actId="1035"/>
          <ac:spMkLst>
            <pc:docMk/>
            <pc:sldMk cId="2615221388" sldId="2147329569"/>
            <ac:spMk id="13" creationId="{D4650799-4F30-1F7E-35E2-78649FC511BD}"/>
          </ac:spMkLst>
        </pc:spChg>
        <pc:spChg chg="add mod">
          <ac:chgData name="YIU, cwyiu [IC]" userId="bf614949-7652-487e-94c4-bd05b6d44df9" providerId="ADAL" clId="{E7BD8F4C-33A1-4EA5-B9EC-E33B1E25C004}" dt="2026-10-29T06:24:47.225" v="1836" actId="1035"/>
          <ac:spMkLst>
            <pc:docMk/>
            <pc:sldMk cId="2615221388" sldId="2147329569"/>
            <ac:spMk id="14" creationId="{25BCC278-0024-3DA8-258F-8A9EC22E6988}"/>
          </ac:spMkLst>
        </pc:spChg>
        <pc:spChg chg="add mod">
          <ac:chgData name="YIU, cwyiu [IC]" userId="bf614949-7652-487e-94c4-bd05b6d44df9" providerId="ADAL" clId="{E7BD8F4C-33A1-4EA5-B9EC-E33B1E25C004}" dt="2026-10-29T06:24:47.225" v="1836" actId="1035"/>
          <ac:spMkLst>
            <pc:docMk/>
            <pc:sldMk cId="2615221388" sldId="2147329569"/>
            <ac:spMk id="15" creationId="{144B9DED-F208-E45F-0843-976BCB270448}"/>
          </ac:spMkLst>
        </pc:spChg>
        <pc:spChg chg="add mod">
          <ac:chgData name="YIU, cwyiu [IC]" userId="bf614949-7652-487e-94c4-bd05b6d44df9" providerId="ADAL" clId="{E7BD8F4C-33A1-4EA5-B9EC-E33B1E25C004}" dt="2026-10-29T06:24:47.225" v="1836" actId="1035"/>
          <ac:spMkLst>
            <pc:docMk/>
            <pc:sldMk cId="2615221388" sldId="2147329569"/>
            <ac:spMk id="16" creationId="{DA4FBF38-8F8E-A62E-DFC8-6F5BA42BDC1A}"/>
          </ac:spMkLst>
        </pc:spChg>
        <pc:spChg chg="add mod">
          <ac:chgData name="YIU, cwyiu [IC]" userId="bf614949-7652-487e-94c4-bd05b6d44df9" providerId="ADAL" clId="{E7BD8F4C-33A1-4EA5-B9EC-E33B1E25C004}" dt="2026-10-29T06:24:47.225" v="1836" actId="1035"/>
          <ac:spMkLst>
            <pc:docMk/>
            <pc:sldMk cId="2615221388" sldId="2147329569"/>
            <ac:spMk id="17" creationId="{FB645AEB-66CD-1796-3F0A-14D99971FB02}"/>
          </ac:spMkLst>
        </pc:spChg>
        <pc:spChg chg="add mod">
          <ac:chgData name="YIU, cwyiu [IC]" userId="bf614949-7652-487e-94c4-bd05b6d44df9" providerId="ADAL" clId="{E7BD8F4C-33A1-4EA5-B9EC-E33B1E25C004}" dt="2026-10-29T06:24:47.225" v="1836" actId="1035"/>
          <ac:spMkLst>
            <pc:docMk/>
            <pc:sldMk cId="2615221388" sldId="2147329569"/>
            <ac:spMk id="18" creationId="{17DFFF78-0212-FC4A-A42B-939F45298638}"/>
          </ac:spMkLst>
        </pc:spChg>
        <pc:spChg chg="add mod">
          <ac:chgData name="YIU, cwyiu [IC]" userId="bf614949-7652-487e-94c4-bd05b6d44df9" providerId="ADAL" clId="{E7BD8F4C-33A1-4EA5-B9EC-E33B1E25C004}" dt="2026-10-29T06:24:47.225" v="1836" actId="1035"/>
          <ac:spMkLst>
            <pc:docMk/>
            <pc:sldMk cId="2615221388" sldId="2147329569"/>
            <ac:spMk id="19" creationId="{FC72E9F1-D523-3AFC-1AEB-F25D0521E753}"/>
          </ac:spMkLst>
        </pc:spChg>
        <pc:spChg chg="add mod">
          <ac:chgData name="YIU, cwyiu [IC]" userId="bf614949-7652-487e-94c4-bd05b6d44df9" providerId="ADAL" clId="{E7BD8F4C-33A1-4EA5-B9EC-E33B1E25C004}" dt="2026-10-29T06:24:47.225" v="1836" actId="1035"/>
          <ac:spMkLst>
            <pc:docMk/>
            <pc:sldMk cId="2615221388" sldId="2147329569"/>
            <ac:spMk id="20" creationId="{3F88FB12-77DA-1A99-5587-4D6A33B288A3}"/>
          </ac:spMkLst>
        </pc:spChg>
        <pc:spChg chg="add mod">
          <ac:chgData name="YIU, cwyiu [IC]" userId="bf614949-7652-487e-94c4-bd05b6d44df9" providerId="ADAL" clId="{E7BD8F4C-33A1-4EA5-B9EC-E33B1E25C004}" dt="2026-10-29T06:24:47.225" v="1836" actId="1035"/>
          <ac:spMkLst>
            <pc:docMk/>
            <pc:sldMk cId="2615221388" sldId="2147329569"/>
            <ac:spMk id="21" creationId="{42572F67-79EE-0C45-6FCB-510A2D017D54}"/>
          </ac:spMkLst>
        </pc:spChg>
        <pc:spChg chg="add mod">
          <ac:chgData name="YIU, cwyiu [IC]" userId="bf614949-7652-487e-94c4-bd05b6d44df9" providerId="ADAL" clId="{E7BD8F4C-33A1-4EA5-B9EC-E33B1E25C004}" dt="2026-10-29T06:24:47.225" v="1836" actId="1035"/>
          <ac:spMkLst>
            <pc:docMk/>
            <pc:sldMk cId="2615221388" sldId="2147329569"/>
            <ac:spMk id="22" creationId="{0E4DF254-2129-09D4-7BC4-7CA8B56EBABD}"/>
          </ac:spMkLst>
        </pc:spChg>
        <pc:spChg chg="add mod">
          <ac:chgData name="YIU, cwyiu [IC]" userId="bf614949-7652-487e-94c4-bd05b6d44df9" providerId="ADAL" clId="{E7BD8F4C-33A1-4EA5-B9EC-E33B1E25C004}" dt="2026-10-29T06:24:47.225" v="1836" actId="1035"/>
          <ac:spMkLst>
            <pc:docMk/>
            <pc:sldMk cId="2615221388" sldId="2147329569"/>
            <ac:spMk id="23" creationId="{FEBB82A1-84DF-4D8E-2ACA-9AA573560512}"/>
          </ac:spMkLst>
        </pc:spChg>
        <pc:spChg chg="add mod">
          <ac:chgData name="YIU, cwyiu [IC]" userId="bf614949-7652-487e-94c4-bd05b6d44df9" providerId="ADAL" clId="{E7BD8F4C-33A1-4EA5-B9EC-E33B1E25C004}" dt="2026-10-29T06:24:47.225" v="1836" actId="1035"/>
          <ac:spMkLst>
            <pc:docMk/>
            <pc:sldMk cId="2615221388" sldId="2147329569"/>
            <ac:spMk id="24" creationId="{6B9D726D-3112-305D-4978-8A1811D9C79F}"/>
          </ac:spMkLst>
        </pc:spChg>
        <pc:spChg chg="add mod">
          <ac:chgData name="YIU, cwyiu [IC]" userId="bf614949-7652-487e-94c4-bd05b6d44df9" providerId="ADAL" clId="{E7BD8F4C-33A1-4EA5-B9EC-E33B1E25C004}" dt="2026-10-29T06:24:47.225" v="1836" actId="1035"/>
          <ac:spMkLst>
            <pc:docMk/>
            <pc:sldMk cId="2615221388" sldId="2147329569"/>
            <ac:spMk id="25" creationId="{855C7123-6CD5-06D0-4D76-9E6A2A887527}"/>
          </ac:spMkLst>
        </pc:spChg>
        <pc:spChg chg="add mod">
          <ac:chgData name="YIU, cwyiu [IC]" userId="bf614949-7652-487e-94c4-bd05b6d44df9" providerId="ADAL" clId="{E7BD8F4C-33A1-4EA5-B9EC-E33B1E25C004}" dt="2026-10-29T06:24:47.225" v="1836" actId="1035"/>
          <ac:spMkLst>
            <pc:docMk/>
            <pc:sldMk cId="2615221388" sldId="2147329569"/>
            <ac:spMk id="26" creationId="{9CBE84A9-4C60-D830-2B87-23F4C37A3B5B}"/>
          </ac:spMkLst>
        </pc:spChg>
        <pc:spChg chg="add mod">
          <ac:chgData name="YIU, cwyiu [IC]" userId="bf614949-7652-487e-94c4-bd05b6d44df9" providerId="ADAL" clId="{E7BD8F4C-33A1-4EA5-B9EC-E33B1E25C004}" dt="2026-10-29T06:24:47.225" v="1836" actId="1035"/>
          <ac:spMkLst>
            <pc:docMk/>
            <pc:sldMk cId="2615221388" sldId="2147329569"/>
            <ac:spMk id="27" creationId="{776211FD-E453-CEFE-FBC3-57CD3EB7C473}"/>
          </ac:spMkLst>
        </pc:spChg>
        <pc:spChg chg="add mod">
          <ac:chgData name="YIU, cwyiu [IC]" userId="bf614949-7652-487e-94c4-bd05b6d44df9" providerId="ADAL" clId="{E7BD8F4C-33A1-4EA5-B9EC-E33B1E25C004}" dt="2026-10-29T06:24:47.225" v="1836" actId="1035"/>
          <ac:spMkLst>
            <pc:docMk/>
            <pc:sldMk cId="2615221388" sldId="2147329569"/>
            <ac:spMk id="28" creationId="{F1482554-CAFD-7CD5-B752-9E39033B4839}"/>
          </ac:spMkLst>
        </pc:spChg>
        <pc:spChg chg="add mod">
          <ac:chgData name="YIU, cwyiu [IC]" userId="bf614949-7652-487e-94c4-bd05b6d44df9" providerId="ADAL" clId="{E7BD8F4C-33A1-4EA5-B9EC-E33B1E25C004}" dt="2026-10-29T06:24:47.225" v="1836" actId="1035"/>
          <ac:spMkLst>
            <pc:docMk/>
            <pc:sldMk cId="2615221388" sldId="2147329569"/>
            <ac:spMk id="29" creationId="{71004DDA-15AD-D83D-EBF3-55876496E947}"/>
          </ac:spMkLst>
        </pc:spChg>
        <pc:spChg chg="add mod">
          <ac:chgData name="YIU, cwyiu [IC]" userId="bf614949-7652-487e-94c4-bd05b6d44df9" providerId="ADAL" clId="{E7BD8F4C-33A1-4EA5-B9EC-E33B1E25C004}" dt="2026-10-29T06:24:47.225" v="1836" actId="1035"/>
          <ac:spMkLst>
            <pc:docMk/>
            <pc:sldMk cId="2615221388" sldId="2147329569"/>
            <ac:spMk id="30" creationId="{95846CE5-2C6F-2492-2A8B-EB45D2685497}"/>
          </ac:spMkLst>
        </pc:spChg>
        <pc:spChg chg="add mod">
          <ac:chgData name="YIU, cwyiu [IC]" userId="bf614949-7652-487e-94c4-bd05b6d44df9" providerId="ADAL" clId="{E7BD8F4C-33A1-4EA5-B9EC-E33B1E25C004}" dt="2026-10-29T06:24:47.225" v="1836" actId="1035"/>
          <ac:spMkLst>
            <pc:docMk/>
            <pc:sldMk cId="2615221388" sldId="2147329569"/>
            <ac:spMk id="31" creationId="{71725BDF-CD61-73B5-0A53-130812DE3391}"/>
          </ac:spMkLst>
        </pc:spChg>
        <pc:spChg chg="add mod">
          <ac:chgData name="YIU, cwyiu [IC]" userId="bf614949-7652-487e-94c4-bd05b6d44df9" providerId="ADAL" clId="{E7BD8F4C-33A1-4EA5-B9EC-E33B1E25C004}" dt="2026-10-29T06:24:47.225" v="1836" actId="1035"/>
          <ac:spMkLst>
            <pc:docMk/>
            <pc:sldMk cId="2615221388" sldId="2147329569"/>
            <ac:spMk id="32" creationId="{4E506512-73EE-F4CE-EA6D-11366387A063}"/>
          </ac:spMkLst>
        </pc:spChg>
        <pc:spChg chg="add mod">
          <ac:chgData name="YIU, cwyiu [IC]" userId="bf614949-7652-487e-94c4-bd05b6d44df9" providerId="ADAL" clId="{E7BD8F4C-33A1-4EA5-B9EC-E33B1E25C004}" dt="2026-10-29T06:24:47.225" v="1836" actId="1035"/>
          <ac:spMkLst>
            <pc:docMk/>
            <pc:sldMk cId="2615221388" sldId="2147329569"/>
            <ac:spMk id="33" creationId="{0F851F06-E13D-DF09-B58E-E2DBDA3CE902}"/>
          </ac:spMkLst>
        </pc:spChg>
        <pc:spChg chg="add mod">
          <ac:chgData name="YIU, cwyiu [IC]" userId="bf614949-7652-487e-94c4-bd05b6d44df9" providerId="ADAL" clId="{E7BD8F4C-33A1-4EA5-B9EC-E33B1E25C004}" dt="2026-10-29T06:24:47.225" v="1836" actId="1035"/>
          <ac:spMkLst>
            <pc:docMk/>
            <pc:sldMk cId="2615221388" sldId="2147329569"/>
            <ac:spMk id="34" creationId="{FD0D4143-CD29-32B7-1846-255C1697D443}"/>
          </ac:spMkLst>
        </pc:spChg>
        <pc:spChg chg="add mod">
          <ac:chgData name="YIU, cwyiu [IC]" userId="bf614949-7652-487e-94c4-bd05b6d44df9" providerId="ADAL" clId="{E7BD8F4C-33A1-4EA5-B9EC-E33B1E25C004}" dt="2026-10-29T06:24:47.225" v="1836" actId="1035"/>
          <ac:spMkLst>
            <pc:docMk/>
            <pc:sldMk cId="2615221388" sldId="2147329569"/>
            <ac:spMk id="35" creationId="{7916739D-D39E-AF7E-8703-0FCE9773EAA0}"/>
          </ac:spMkLst>
        </pc:spChg>
        <pc:spChg chg="add mod">
          <ac:chgData name="YIU, cwyiu [IC]" userId="bf614949-7652-487e-94c4-bd05b6d44df9" providerId="ADAL" clId="{E7BD8F4C-33A1-4EA5-B9EC-E33B1E25C004}" dt="2026-10-29T06:24:47.225" v="1836" actId="1035"/>
          <ac:spMkLst>
            <pc:docMk/>
            <pc:sldMk cId="2615221388" sldId="2147329569"/>
            <ac:spMk id="36" creationId="{5299A81C-A764-7FAD-F446-766BB2338946}"/>
          </ac:spMkLst>
        </pc:spChg>
        <pc:spChg chg="add mod">
          <ac:chgData name="YIU, cwyiu [IC]" userId="bf614949-7652-487e-94c4-bd05b6d44df9" providerId="ADAL" clId="{E7BD8F4C-33A1-4EA5-B9EC-E33B1E25C004}" dt="2026-10-29T06:24:47.225" v="1836" actId="1035"/>
          <ac:spMkLst>
            <pc:docMk/>
            <pc:sldMk cId="2615221388" sldId="2147329569"/>
            <ac:spMk id="37" creationId="{5D0B0186-A7A4-D74A-A602-E2BA2AC8CE66}"/>
          </ac:spMkLst>
        </pc:spChg>
        <pc:spChg chg="add mod">
          <ac:chgData name="YIU, cwyiu [IC]" userId="bf614949-7652-487e-94c4-bd05b6d44df9" providerId="ADAL" clId="{E7BD8F4C-33A1-4EA5-B9EC-E33B1E25C004}" dt="2026-10-29T06:24:47.225" v="1836" actId="1035"/>
          <ac:spMkLst>
            <pc:docMk/>
            <pc:sldMk cId="2615221388" sldId="2147329569"/>
            <ac:spMk id="38" creationId="{25A867D1-1F0D-32C4-D037-67737A0F8595}"/>
          </ac:spMkLst>
        </pc:spChg>
        <pc:spChg chg="add mod">
          <ac:chgData name="YIU, cwyiu [IC]" userId="bf614949-7652-487e-94c4-bd05b6d44df9" providerId="ADAL" clId="{E7BD8F4C-33A1-4EA5-B9EC-E33B1E25C004}" dt="2026-10-29T06:24:47.225" v="1836" actId="1035"/>
          <ac:spMkLst>
            <pc:docMk/>
            <pc:sldMk cId="2615221388" sldId="2147329569"/>
            <ac:spMk id="39" creationId="{060A21FC-0DBF-D10C-FACF-45340205B4A4}"/>
          </ac:spMkLst>
        </pc:spChg>
        <pc:spChg chg="add mod">
          <ac:chgData name="YIU, cwyiu [IC]" userId="bf614949-7652-487e-94c4-bd05b6d44df9" providerId="ADAL" clId="{E7BD8F4C-33A1-4EA5-B9EC-E33B1E25C004}" dt="2026-10-29T06:24:47.225" v="1836" actId="1035"/>
          <ac:spMkLst>
            <pc:docMk/>
            <pc:sldMk cId="2615221388" sldId="2147329569"/>
            <ac:spMk id="40" creationId="{2633F152-A4B5-F237-19FF-F1208DB61934}"/>
          </ac:spMkLst>
        </pc:spChg>
        <pc:spChg chg="add mod">
          <ac:chgData name="YIU, cwyiu [IC]" userId="bf614949-7652-487e-94c4-bd05b6d44df9" providerId="ADAL" clId="{E7BD8F4C-33A1-4EA5-B9EC-E33B1E25C004}" dt="2026-10-29T06:24:47.225" v="1836" actId="1035"/>
          <ac:spMkLst>
            <pc:docMk/>
            <pc:sldMk cId="2615221388" sldId="2147329569"/>
            <ac:spMk id="41" creationId="{AB19F20F-0DE3-2A4A-7280-4840E3DF3890}"/>
          </ac:spMkLst>
        </pc:spChg>
        <pc:spChg chg="add mod">
          <ac:chgData name="YIU, cwyiu [IC]" userId="bf614949-7652-487e-94c4-bd05b6d44df9" providerId="ADAL" clId="{E7BD8F4C-33A1-4EA5-B9EC-E33B1E25C004}" dt="2026-10-29T06:24:47.225" v="1836" actId="1035"/>
          <ac:spMkLst>
            <pc:docMk/>
            <pc:sldMk cId="2615221388" sldId="2147329569"/>
            <ac:spMk id="42" creationId="{518FD193-602E-FCD5-B790-D10CBDFDAC0D}"/>
          </ac:spMkLst>
        </pc:spChg>
        <pc:spChg chg="add mod">
          <ac:chgData name="YIU, cwyiu [IC]" userId="bf614949-7652-487e-94c4-bd05b6d44df9" providerId="ADAL" clId="{E7BD8F4C-33A1-4EA5-B9EC-E33B1E25C004}" dt="2026-10-29T06:24:47.225" v="1836" actId="1035"/>
          <ac:spMkLst>
            <pc:docMk/>
            <pc:sldMk cId="2615221388" sldId="2147329569"/>
            <ac:spMk id="43" creationId="{B8CBD5BD-E300-7788-C749-A0D7E2522F0B}"/>
          </ac:spMkLst>
        </pc:spChg>
        <pc:spChg chg="add mod">
          <ac:chgData name="YIU, cwyiu [IC]" userId="bf614949-7652-487e-94c4-bd05b6d44df9" providerId="ADAL" clId="{E7BD8F4C-33A1-4EA5-B9EC-E33B1E25C004}" dt="2026-10-29T06:24:47.225" v="1836" actId="1035"/>
          <ac:spMkLst>
            <pc:docMk/>
            <pc:sldMk cId="2615221388" sldId="2147329569"/>
            <ac:spMk id="44" creationId="{31E8103B-0376-186E-539E-B8EA7302D871}"/>
          </ac:spMkLst>
        </pc:spChg>
        <pc:spChg chg="add mod">
          <ac:chgData name="YIU, cwyiu [IC]" userId="bf614949-7652-487e-94c4-bd05b6d44df9" providerId="ADAL" clId="{E7BD8F4C-33A1-4EA5-B9EC-E33B1E25C004}" dt="2026-10-29T06:24:47.225" v="1836" actId="1035"/>
          <ac:spMkLst>
            <pc:docMk/>
            <pc:sldMk cId="2615221388" sldId="2147329569"/>
            <ac:spMk id="45" creationId="{CEE5FA83-D41B-56F0-8E33-7292EFB445A3}"/>
          </ac:spMkLst>
        </pc:spChg>
        <pc:spChg chg="add mod">
          <ac:chgData name="YIU, cwyiu [IC]" userId="bf614949-7652-487e-94c4-bd05b6d44df9" providerId="ADAL" clId="{E7BD8F4C-33A1-4EA5-B9EC-E33B1E25C004}" dt="2026-10-29T06:24:47.225" v="1836" actId="1035"/>
          <ac:spMkLst>
            <pc:docMk/>
            <pc:sldMk cId="2615221388" sldId="2147329569"/>
            <ac:spMk id="46" creationId="{1B31ECFC-D992-E9CE-1788-E6DD1A95A0CD}"/>
          </ac:spMkLst>
        </pc:spChg>
        <pc:spChg chg="add mod">
          <ac:chgData name="YIU, cwyiu [IC]" userId="bf614949-7652-487e-94c4-bd05b6d44df9" providerId="ADAL" clId="{E7BD8F4C-33A1-4EA5-B9EC-E33B1E25C004}" dt="2026-10-29T06:24:47.225" v="1836" actId="1035"/>
          <ac:spMkLst>
            <pc:docMk/>
            <pc:sldMk cId="2615221388" sldId="2147329569"/>
            <ac:spMk id="47" creationId="{488182C9-AC2A-CF39-6C5B-90932AFA18AC}"/>
          </ac:spMkLst>
        </pc:spChg>
        <pc:spChg chg="add mod">
          <ac:chgData name="YIU, cwyiu [IC]" userId="bf614949-7652-487e-94c4-bd05b6d44df9" providerId="ADAL" clId="{E7BD8F4C-33A1-4EA5-B9EC-E33B1E25C004}" dt="2026-10-29T06:24:47.225" v="1836" actId="1035"/>
          <ac:spMkLst>
            <pc:docMk/>
            <pc:sldMk cId="2615221388" sldId="2147329569"/>
            <ac:spMk id="48" creationId="{92EF2C94-9E8F-33C7-338F-26D6D8F4690C}"/>
          </ac:spMkLst>
        </pc:spChg>
        <pc:spChg chg="add mod">
          <ac:chgData name="YIU, cwyiu [IC]" userId="bf614949-7652-487e-94c4-bd05b6d44df9" providerId="ADAL" clId="{E7BD8F4C-33A1-4EA5-B9EC-E33B1E25C004}" dt="2026-10-29T06:26:33.945" v="1872" actId="404"/>
          <ac:spMkLst>
            <pc:docMk/>
            <pc:sldMk cId="2615221388" sldId="2147329569"/>
            <ac:spMk id="49" creationId="{67182B0D-20F2-154F-FADF-6A007DE578BF}"/>
          </ac:spMkLst>
        </pc:spChg>
        <pc:spChg chg="add mod">
          <ac:chgData name="YIU, cwyiu [IC]" userId="bf614949-7652-487e-94c4-bd05b6d44df9" providerId="ADAL" clId="{E7BD8F4C-33A1-4EA5-B9EC-E33B1E25C004}" dt="2026-10-29T06:24:47.225" v="1836" actId="1035"/>
          <ac:spMkLst>
            <pc:docMk/>
            <pc:sldMk cId="2615221388" sldId="2147329569"/>
            <ac:spMk id="50" creationId="{9451BD63-3A6C-0AC3-19AC-5756EB9E10E9}"/>
          </ac:spMkLst>
        </pc:spChg>
        <pc:spChg chg="add mod">
          <ac:chgData name="YIU, cwyiu [IC]" userId="bf614949-7652-487e-94c4-bd05b6d44df9" providerId="ADAL" clId="{E7BD8F4C-33A1-4EA5-B9EC-E33B1E25C004}" dt="2026-10-29T06:24:47.225" v="1836" actId="1035"/>
          <ac:spMkLst>
            <pc:docMk/>
            <pc:sldMk cId="2615221388" sldId="2147329569"/>
            <ac:spMk id="51" creationId="{59F5B0A7-C66A-BBB4-10A6-579A88F56377}"/>
          </ac:spMkLst>
        </pc:spChg>
        <pc:spChg chg="add mod">
          <ac:chgData name="YIU, cwyiu [IC]" userId="bf614949-7652-487e-94c4-bd05b6d44df9" providerId="ADAL" clId="{E7BD8F4C-33A1-4EA5-B9EC-E33B1E25C004}" dt="2026-10-29T06:24:47.225" v="1836" actId="1035"/>
          <ac:spMkLst>
            <pc:docMk/>
            <pc:sldMk cId="2615221388" sldId="2147329569"/>
            <ac:spMk id="52" creationId="{3D66254D-2C12-3514-16E4-8B4C0235F1CC}"/>
          </ac:spMkLst>
        </pc:spChg>
        <pc:spChg chg="add mod">
          <ac:chgData name="YIU, cwyiu [IC]" userId="bf614949-7652-487e-94c4-bd05b6d44df9" providerId="ADAL" clId="{E7BD8F4C-33A1-4EA5-B9EC-E33B1E25C004}" dt="2026-10-29T06:24:47.225" v="1836" actId="1035"/>
          <ac:spMkLst>
            <pc:docMk/>
            <pc:sldMk cId="2615221388" sldId="2147329569"/>
            <ac:spMk id="53" creationId="{3A59D27A-4A74-07DC-1BA1-F055B172B0F5}"/>
          </ac:spMkLst>
        </pc:spChg>
        <pc:spChg chg="add mod">
          <ac:chgData name="YIU, cwyiu [IC]" userId="bf614949-7652-487e-94c4-bd05b6d44df9" providerId="ADAL" clId="{E7BD8F4C-33A1-4EA5-B9EC-E33B1E25C004}" dt="2026-10-29T06:24:47.225" v="1836" actId="1035"/>
          <ac:spMkLst>
            <pc:docMk/>
            <pc:sldMk cId="2615221388" sldId="2147329569"/>
            <ac:spMk id="54" creationId="{00ACC512-4816-382B-04CD-C37E9BC31EC6}"/>
          </ac:spMkLst>
        </pc:spChg>
        <pc:spChg chg="add mod">
          <ac:chgData name="YIU, cwyiu [IC]" userId="bf614949-7652-487e-94c4-bd05b6d44df9" providerId="ADAL" clId="{E7BD8F4C-33A1-4EA5-B9EC-E33B1E25C004}" dt="2026-10-29T06:24:47.225" v="1836" actId="1035"/>
          <ac:spMkLst>
            <pc:docMk/>
            <pc:sldMk cId="2615221388" sldId="2147329569"/>
            <ac:spMk id="55" creationId="{CF51724A-9B73-B242-58D1-6C1E3BF04E47}"/>
          </ac:spMkLst>
        </pc:spChg>
        <pc:spChg chg="add mod">
          <ac:chgData name="YIU, cwyiu [IC]" userId="bf614949-7652-487e-94c4-bd05b6d44df9" providerId="ADAL" clId="{E7BD8F4C-33A1-4EA5-B9EC-E33B1E25C004}" dt="2026-10-29T06:24:47.225" v="1836" actId="1035"/>
          <ac:spMkLst>
            <pc:docMk/>
            <pc:sldMk cId="2615221388" sldId="2147329569"/>
            <ac:spMk id="56" creationId="{AA92DA33-E4BD-49BA-0798-7AA060F8F4DE}"/>
          </ac:spMkLst>
        </pc:spChg>
        <pc:spChg chg="add mod">
          <ac:chgData name="YIU, cwyiu [IC]" userId="bf614949-7652-487e-94c4-bd05b6d44df9" providerId="ADAL" clId="{E7BD8F4C-33A1-4EA5-B9EC-E33B1E25C004}" dt="2026-10-29T06:24:47.225" v="1836" actId="1035"/>
          <ac:spMkLst>
            <pc:docMk/>
            <pc:sldMk cId="2615221388" sldId="2147329569"/>
            <ac:spMk id="57" creationId="{C890BFCE-08BB-70E7-D8FF-DA3FAC35E71F}"/>
          </ac:spMkLst>
        </pc:spChg>
      </pc:sldChg>
      <pc:sldChg chg="addSp delSp modSp add mod modNotesTx">
        <pc:chgData name="YIU, cwyiu [IC]" userId="bf614949-7652-487e-94c4-bd05b6d44df9" providerId="ADAL" clId="{E7BD8F4C-33A1-4EA5-B9EC-E33B1E25C004}" dt="2026-10-29T11:58:19.131" v="2808"/>
        <pc:sldMkLst>
          <pc:docMk/>
          <pc:sldMk cId="66763756" sldId="2147329570"/>
        </pc:sldMkLst>
        <pc:spChg chg="add del mod">
          <ac:chgData name="YIU, cwyiu [IC]" userId="bf614949-7652-487e-94c4-bd05b6d44df9" providerId="ADAL" clId="{E7BD8F4C-33A1-4EA5-B9EC-E33B1E25C004}" dt="2026-10-29T06:43:36.039" v="1931" actId="478"/>
          <ac:spMkLst>
            <pc:docMk/>
            <pc:sldMk cId="66763756" sldId="2147329570"/>
            <ac:spMk id="2" creationId="{A740B91B-6689-F048-3F58-3FADAFAA83FB}"/>
          </ac:spMkLst>
        </pc:spChg>
        <pc:spChg chg="mod">
          <ac:chgData name="YIU, cwyiu [IC]" userId="bf614949-7652-487e-94c4-bd05b6d44df9" providerId="ADAL" clId="{E7BD8F4C-33A1-4EA5-B9EC-E33B1E25C004}" dt="2026-10-29T11:58:19.131" v="2808"/>
          <ac:spMkLst>
            <pc:docMk/>
            <pc:sldMk cId="66763756" sldId="2147329570"/>
            <ac:spMk id="4" creationId="{ACB2F1C7-52BF-0362-7422-933A9C8574F5}"/>
          </ac:spMkLst>
        </pc:spChg>
        <pc:spChg chg="add mod">
          <ac:chgData name="YIU, cwyiu [IC]" userId="bf614949-7652-487e-94c4-bd05b6d44df9" providerId="ADAL" clId="{E7BD8F4C-33A1-4EA5-B9EC-E33B1E25C004}" dt="2026-10-29T06:43:32.310" v="1930" actId="1036"/>
          <ac:spMkLst>
            <pc:docMk/>
            <pc:sldMk cId="66763756" sldId="2147329570"/>
            <ac:spMk id="5" creationId="{BD8EFD89-FFB9-7B51-BCC0-0E474B45DB19}"/>
          </ac:spMkLst>
        </pc:spChg>
        <pc:spChg chg="add mod">
          <ac:chgData name="YIU, cwyiu [IC]" userId="bf614949-7652-487e-94c4-bd05b6d44df9" providerId="ADAL" clId="{E7BD8F4C-33A1-4EA5-B9EC-E33B1E25C004}" dt="2026-10-29T06:43:26.488" v="1919" actId="1036"/>
          <ac:spMkLst>
            <pc:docMk/>
            <pc:sldMk cId="66763756" sldId="2147329570"/>
            <ac:spMk id="6" creationId="{733E816D-2ADD-82A3-7C62-6238ADD42EE3}"/>
          </ac:spMkLst>
        </pc:spChg>
        <pc:spChg chg="add mod">
          <ac:chgData name="YIU, cwyiu [IC]" userId="bf614949-7652-487e-94c4-bd05b6d44df9" providerId="ADAL" clId="{E7BD8F4C-33A1-4EA5-B9EC-E33B1E25C004}" dt="2026-10-29T06:43:16.243" v="1901" actId="1036"/>
          <ac:spMkLst>
            <pc:docMk/>
            <pc:sldMk cId="66763756" sldId="2147329570"/>
            <ac:spMk id="7" creationId="{DBE8A931-B825-FDAD-1630-5DE9F99E33F7}"/>
          </ac:spMkLst>
        </pc:spChg>
        <pc:spChg chg="add mod">
          <ac:chgData name="YIU, cwyiu [IC]" userId="bf614949-7652-487e-94c4-bd05b6d44df9" providerId="ADAL" clId="{E7BD8F4C-33A1-4EA5-B9EC-E33B1E25C004}" dt="2026-10-29T06:43:16.243" v="1901" actId="1036"/>
          <ac:spMkLst>
            <pc:docMk/>
            <pc:sldMk cId="66763756" sldId="2147329570"/>
            <ac:spMk id="8" creationId="{33EEBC52-6A48-5F78-21FF-20CFB9AE4962}"/>
          </ac:spMkLst>
        </pc:spChg>
        <pc:spChg chg="add mod">
          <ac:chgData name="YIU, cwyiu [IC]" userId="bf614949-7652-487e-94c4-bd05b6d44df9" providerId="ADAL" clId="{E7BD8F4C-33A1-4EA5-B9EC-E33B1E25C004}" dt="2026-10-29T06:43:16.243" v="1901" actId="1036"/>
          <ac:spMkLst>
            <pc:docMk/>
            <pc:sldMk cId="66763756" sldId="2147329570"/>
            <ac:spMk id="9" creationId="{5BE7022A-55F1-9657-51C4-F9B9B66ED8FD}"/>
          </ac:spMkLst>
        </pc:spChg>
        <pc:spChg chg="add mod">
          <ac:chgData name="YIU, cwyiu [IC]" userId="bf614949-7652-487e-94c4-bd05b6d44df9" providerId="ADAL" clId="{E7BD8F4C-33A1-4EA5-B9EC-E33B1E25C004}" dt="2026-10-29T06:43:16.243" v="1901" actId="1036"/>
          <ac:spMkLst>
            <pc:docMk/>
            <pc:sldMk cId="66763756" sldId="2147329570"/>
            <ac:spMk id="10" creationId="{A43FD92A-AEE0-BD0A-4C6B-68A6C2E234FD}"/>
          </ac:spMkLst>
        </pc:spChg>
        <pc:spChg chg="add mod">
          <ac:chgData name="YIU, cwyiu [IC]" userId="bf614949-7652-487e-94c4-bd05b6d44df9" providerId="ADAL" clId="{E7BD8F4C-33A1-4EA5-B9EC-E33B1E25C004}" dt="2026-10-29T06:43:16.243" v="1901" actId="1036"/>
          <ac:spMkLst>
            <pc:docMk/>
            <pc:sldMk cId="66763756" sldId="2147329570"/>
            <ac:spMk id="11" creationId="{06B5001B-391A-0EFD-8DD6-366B3A5C0755}"/>
          </ac:spMkLst>
        </pc:spChg>
        <pc:spChg chg="add mod">
          <ac:chgData name="YIU, cwyiu [IC]" userId="bf614949-7652-487e-94c4-bd05b6d44df9" providerId="ADAL" clId="{E7BD8F4C-33A1-4EA5-B9EC-E33B1E25C004}" dt="2026-10-29T06:43:16.243" v="1901" actId="1036"/>
          <ac:spMkLst>
            <pc:docMk/>
            <pc:sldMk cId="66763756" sldId="2147329570"/>
            <ac:spMk id="12" creationId="{DADED377-A859-E79D-D804-80D34EB44D6B}"/>
          </ac:spMkLst>
        </pc:spChg>
        <pc:spChg chg="add mod">
          <ac:chgData name="YIU, cwyiu [IC]" userId="bf614949-7652-487e-94c4-bd05b6d44df9" providerId="ADAL" clId="{E7BD8F4C-33A1-4EA5-B9EC-E33B1E25C004}" dt="2026-10-29T06:43:16.243" v="1901" actId="1036"/>
          <ac:spMkLst>
            <pc:docMk/>
            <pc:sldMk cId="66763756" sldId="2147329570"/>
            <ac:spMk id="13" creationId="{C192D0A2-1F4A-0B7D-203F-DC8FD79C0DAB}"/>
          </ac:spMkLst>
        </pc:spChg>
        <pc:spChg chg="add mod">
          <ac:chgData name="YIU, cwyiu [IC]" userId="bf614949-7652-487e-94c4-bd05b6d44df9" providerId="ADAL" clId="{E7BD8F4C-33A1-4EA5-B9EC-E33B1E25C004}" dt="2026-10-29T06:43:16.243" v="1901" actId="1036"/>
          <ac:spMkLst>
            <pc:docMk/>
            <pc:sldMk cId="66763756" sldId="2147329570"/>
            <ac:spMk id="14" creationId="{B1F8C92A-3B23-7166-4154-70BA1038F339}"/>
          </ac:spMkLst>
        </pc:spChg>
        <pc:spChg chg="add mod">
          <ac:chgData name="YIU, cwyiu [IC]" userId="bf614949-7652-487e-94c4-bd05b6d44df9" providerId="ADAL" clId="{E7BD8F4C-33A1-4EA5-B9EC-E33B1E25C004}" dt="2026-10-29T06:43:16.243" v="1901" actId="1036"/>
          <ac:spMkLst>
            <pc:docMk/>
            <pc:sldMk cId="66763756" sldId="2147329570"/>
            <ac:spMk id="15" creationId="{25A85C97-5559-4CF0-BB2B-496EF67BB571}"/>
          </ac:spMkLst>
        </pc:spChg>
      </pc:sldChg>
      <pc:sldChg chg="addSp delSp modSp add mod modNotesTx">
        <pc:chgData name="YIU, cwyiu [IC]" userId="bf614949-7652-487e-94c4-bd05b6d44df9" providerId="ADAL" clId="{E7BD8F4C-33A1-4EA5-B9EC-E33B1E25C004}" dt="2026-10-29T11:58:26.138" v="2809"/>
        <pc:sldMkLst>
          <pc:docMk/>
          <pc:sldMk cId="869266528" sldId="2147329571"/>
        </pc:sldMkLst>
        <pc:spChg chg="add del mod">
          <ac:chgData name="YIU, cwyiu [IC]" userId="bf614949-7652-487e-94c4-bd05b6d44df9" providerId="ADAL" clId="{E7BD8F4C-33A1-4EA5-B9EC-E33B1E25C004}" dt="2026-10-29T06:47:56.832" v="1996" actId="478"/>
          <ac:spMkLst>
            <pc:docMk/>
            <pc:sldMk cId="869266528" sldId="2147329571"/>
            <ac:spMk id="2" creationId="{200B3E94-2903-E24A-901F-3473ED81794C}"/>
          </ac:spMkLst>
        </pc:spChg>
        <pc:spChg chg="mod">
          <ac:chgData name="YIU, cwyiu [IC]" userId="bf614949-7652-487e-94c4-bd05b6d44df9" providerId="ADAL" clId="{E7BD8F4C-33A1-4EA5-B9EC-E33B1E25C004}" dt="2026-10-29T11:58:26.138" v="2809"/>
          <ac:spMkLst>
            <pc:docMk/>
            <pc:sldMk cId="869266528" sldId="2147329571"/>
            <ac:spMk id="4" creationId="{ACB2F1C7-52BF-0362-7422-933A9C8574F5}"/>
          </ac:spMkLst>
        </pc:spChg>
        <pc:spChg chg="add mod">
          <ac:chgData name="YIU, cwyiu [IC]" userId="bf614949-7652-487e-94c4-bd05b6d44df9" providerId="ADAL" clId="{E7BD8F4C-33A1-4EA5-B9EC-E33B1E25C004}" dt="2026-10-29T06:47:53.377" v="1995" actId="1036"/>
          <ac:spMkLst>
            <pc:docMk/>
            <pc:sldMk cId="869266528" sldId="2147329571"/>
            <ac:spMk id="5" creationId="{3BEB874B-35D7-9AEF-560A-97995D8E1520}"/>
          </ac:spMkLst>
        </pc:spChg>
        <pc:spChg chg="add mod">
          <ac:chgData name="YIU, cwyiu [IC]" userId="bf614949-7652-487e-94c4-bd05b6d44df9" providerId="ADAL" clId="{E7BD8F4C-33A1-4EA5-B9EC-E33B1E25C004}" dt="2026-10-29T06:47:45.924" v="1982" actId="1036"/>
          <ac:spMkLst>
            <pc:docMk/>
            <pc:sldMk cId="869266528" sldId="2147329571"/>
            <ac:spMk id="6" creationId="{9387DE84-44A7-2B9A-2819-63245490FD39}"/>
          </ac:spMkLst>
        </pc:spChg>
        <pc:spChg chg="add mod">
          <ac:chgData name="YIU, cwyiu [IC]" userId="bf614949-7652-487e-94c4-bd05b6d44df9" providerId="ADAL" clId="{E7BD8F4C-33A1-4EA5-B9EC-E33B1E25C004}" dt="2026-10-29T06:47:33.706" v="1960" actId="1036"/>
          <ac:spMkLst>
            <pc:docMk/>
            <pc:sldMk cId="869266528" sldId="2147329571"/>
            <ac:spMk id="7" creationId="{D63792FD-6090-0FE8-254D-03FBE9A6C7A4}"/>
          </ac:spMkLst>
        </pc:spChg>
        <pc:spChg chg="add mod">
          <ac:chgData name="YIU, cwyiu [IC]" userId="bf614949-7652-487e-94c4-bd05b6d44df9" providerId="ADAL" clId="{E7BD8F4C-33A1-4EA5-B9EC-E33B1E25C004}" dt="2026-10-29T06:47:33.706" v="1960" actId="1036"/>
          <ac:spMkLst>
            <pc:docMk/>
            <pc:sldMk cId="869266528" sldId="2147329571"/>
            <ac:spMk id="8" creationId="{B65474A1-49CF-FF61-7688-85F8835A3FC7}"/>
          </ac:spMkLst>
        </pc:spChg>
        <pc:spChg chg="add mod">
          <ac:chgData name="YIU, cwyiu [IC]" userId="bf614949-7652-487e-94c4-bd05b6d44df9" providerId="ADAL" clId="{E7BD8F4C-33A1-4EA5-B9EC-E33B1E25C004}" dt="2026-10-29T06:47:33.706" v="1960" actId="1036"/>
          <ac:spMkLst>
            <pc:docMk/>
            <pc:sldMk cId="869266528" sldId="2147329571"/>
            <ac:spMk id="9" creationId="{D7C268BA-62EF-6FDD-B97C-73BFDFA38FD8}"/>
          </ac:spMkLst>
        </pc:spChg>
        <pc:spChg chg="add mod">
          <ac:chgData name="YIU, cwyiu [IC]" userId="bf614949-7652-487e-94c4-bd05b6d44df9" providerId="ADAL" clId="{E7BD8F4C-33A1-4EA5-B9EC-E33B1E25C004}" dt="2026-10-29T06:47:33.706" v="1960" actId="1036"/>
          <ac:spMkLst>
            <pc:docMk/>
            <pc:sldMk cId="869266528" sldId="2147329571"/>
            <ac:spMk id="10" creationId="{77EBF2EC-65D1-0FCF-70E9-7A3A6531FAD7}"/>
          </ac:spMkLst>
        </pc:spChg>
        <pc:spChg chg="add mod">
          <ac:chgData name="YIU, cwyiu [IC]" userId="bf614949-7652-487e-94c4-bd05b6d44df9" providerId="ADAL" clId="{E7BD8F4C-33A1-4EA5-B9EC-E33B1E25C004}" dt="2026-10-29T06:47:33.706" v="1960" actId="1036"/>
          <ac:spMkLst>
            <pc:docMk/>
            <pc:sldMk cId="869266528" sldId="2147329571"/>
            <ac:spMk id="11" creationId="{1D46A229-7C0C-2BEC-6C37-EC6FECAEF737}"/>
          </ac:spMkLst>
        </pc:spChg>
        <pc:spChg chg="add mod">
          <ac:chgData name="YIU, cwyiu [IC]" userId="bf614949-7652-487e-94c4-bd05b6d44df9" providerId="ADAL" clId="{E7BD8F4C-33A1-4EA5-B9EC-E33B1E25C004}" dt="2026-10-29T06:47:33.706" v="1960" actId="1036"/>
          <ac:spMkLst>
            <pc:docMk/>
            <pc:sldMk cId="869266528" sldId="2147329571"/>
            <ac:spMk id="12" creationId="{C633D96C-AE84-BF0D-DE96-CB68692373A3}"/>
          </ac:spMkLst>
        </pc:spChg>
        <pc:spChg chg="add mod">
          <ac:chgData name="YIU, cwyiu [IC]" userId="bf614949-7652-487e-94c4-bd05b6d44df9" providerId="ADAL" clId="{E7BD8F4C-33A1-4EA5-B9EC-E33B1E25C004}" dt="2026-10-29T06:47:33.706" v="1960" actId="1036"/>
          <ac:spMkLst>
            <pc:docMk/>
            <pc:sldMk cId="869266528" sldId="2147329571"/>
            <ac:spMk id="13" creationId="{F4DB25C2-D15A-3797-0891-1CDEE590E621}"/>
          </ac:spMkLst>
        </pc:spChg>
        <pc:spChg chg="add mod">
          <ac:chgData name="YIU, cwyiu [IC]" userId="bf614949-7652-487e-94c4-bd05b6d44df9" providerId="ADAL" clId="{E7BD8F4C-33A1-4EA5-B9EC-E33B1E25C004}" dt="2026-10-29T06:47:33.706" v="1960" actId="1036"/>
          <ac:spMkLst>
            <pc:docMk/>
            <pc:sldMk cId="869266528" sldId="2147329571"/>
            <ac:spMk id="14" creationId="{4196C9DC-1EC7-18F6-DA5B-3A9750EF53AA}"/>
          </ac:spMkLst>
        </pc:spChg>
        <pc:spChg chg="add mod">
          <ac:chgData name="YIU, cwyiu [IC]" userId="bf614949-7652-487e-94c4-bd05b6d44df9" providerId="ADAL" clId="{E7BD8F4C-33A1-4EA5-B9EC-E33B1E25C004}" dt="2026-10-29T06:47:33.706" v="1960" actId="1036"/>
          <ac:spMkLst>
            <pc:docMk/>
            <pc:sldMk cId="869266528" sldId="2147329571"/>
            <ac:spMk id="15" creationId="{EA5A011A-DF56-A9A4-0A60-D630EE2A7EAF}"/>
          </ac:spMkLst>
        </pc:spChg>
      </pc:sldChg>
      <pc:sldChg chg="addSp delSp modSp add mod modNotesTx">
        <pc:chgData name="YIU, cwyiu [IC]" userId="bf614949-7652-487e-94c4-bd05b6d44df9" providerId="ADAL" clId="{E7BD8F4C-33A1-4EA5-B9EC-E33B1E25C004}" dt="2026-10-29T11:58:57.311" v="2810"/>
        <pc:sldMkLst>
          <pc:docMk/>
          <pc:sldMk cId="3870022820" sldId="2147329572"/>
        </pc:sldMkLst>
        <pc:spChg chg="add del mod">
          <ac:chgData name="YIU, cwyiu [IC]" userId="bf614949-7652-487e-94c4-bd05b6d44df9" providerId="ADAL" clId="{E7BD8F4C-33A1-4EA5-B9EC-E33B1E25C004}" dt="2026-10-29T06:48:55.997" v="2062" actId="478"/>
          <ac:spMkLst>
            <pc:docMk/>
            <pc:sldMk cId="3870022820" sldId="2147329572"/>
            <ac:spMk id="2" creationId="{71F916A4-37B6-9C1A-1253-C792E05DBA2C}"/>
          </ac:spMkLst>
        </pc:spChg>
        <pc:spChg chg="mod">
          <ac:chgData name="YIU, cwyiu [IC]" userId="bf614949-7652-487e-94c4-bd05b6d44df9" providerId="ADAL" clId="{E7BD8F4C-33A1-4EA5-B9EC-E33B1E25C004}" dt="2026-10-29T11:58:57.311" v="2810"/>
          <ac:spMkLst>
            <pc:docMk/>
            <pc:sldMk cId="3870022820" sldId="2147329572"/>
            <ac:spMk id="4" creationId="{ACB2F1C7-52BF-0362-7422-933A9C8574F5}"/>
          </ac:spMkLst>
        </pc:spChg>
        <pc:spChg chg="add mod">
          <ac:chgData name="YIU, cwyiu [IC]" userId="bf614949-7652-487e-94c4-bd05b6d44df9" providerId="ADAL" clId="{E7BD8F4C-33A1-4EA5-B9EC-E33B1E25C004}" dt="2026-10-29T06:48:51.996" v="2061" actId="1036"/>
          <ac:spMkLst>
            <pc:docMk/>
            <pc:sldMk cId="3870022820" sldId="2147329572"/>
            <ac:spMk id="5" creationId="{FDC70968-0761-A707-301D-83E27AD90545}"/>
          </ac:spMkLst>
        </pc:spChg>
        <pc:spChg chg="add mod">
          <ac:chgData name="YIU, cwyiu [IC]" userId="bf614949-7652-487e-94c4-bd05b6d44df9" providerId="ADAL" clId="{E7BD8F4C-33A1-4EA5-B9EC-E33B1E25C004}" dt="2026-10-29T06:48:41.484" v="2038" actId="1036"/>
          <ac:spMkLst>
            <pc:docMk/>
            <pc:sldMk cId="3870022820" sldId="2147329572"/>
            <ac:spMk id="6" creationId="{8D8C3164-E6F2-A6A3-2963-BBF67F8CB90E}"/>
          </ac:spMkLst>
        </pc:spChg>
        <pc:spChg chg="add mod">
          <ac:chgData name="YIU, cwyiu [IC]" userId="bf614949-7652-487e-94c4-bd05b6d44df9" providerId="ADAL" clId="{E7BD8F4C-33A1-4EA5-B9EC-E33B1E25C004}" dt="2026-10-29T06:48:29.473" v="2015" actId="1036"/>
          <ac:spMkLst>
            <pc:docMk/>
            <pc:sldMk cId="3870022820" sldId="2147329572"/>
            <ac:spMk id="7" creationId="{082E350C-91DB-E0EB-758A-E98422811224}"/>
          </ac:spMkLst>
        </pc:spChg>
        <pc:spChg chg="add mod">
          <ac:chgData name="YIU, cwyiu [IC]" userId="bf614949-7652-487e-94c4-bd05b6d44df9" providerId="ADAL" clId="{E7BD8F4C-33A1-4EA5-B9EC-E33B1E25C004}" dt="2026-10-29T06:48:29.473" v="2015" actId="1036"/>
          <ac:spMkLst>
            <pc:docMk/>
            <pc:sldMk cId="3870022820" sldId="2147329572"/>
            <ac:spMk id="8" creationId="{049054F1-8ADF-652D-F18E-4AD6BDA83E78}"/>
          </ac:spMkLst>
        </pc:spChg>
        <pc:graphicFrameChg chg="add mod">
          <ac:chgData name="YIU, cwyiu [IC]" userId="bf614949-7652-487e-94c4-bd05b6d44df9" providerId="ADAL" clId="{E7BD8F4C-33A1-4EA5-B9EC-E33B1E25C004}" dt="2026-10-29T06:48:29.473" v="2015" actId="1036"/>
          <ac:graphicFrameMkLst>
            <pc:docMk/>
            <pc:sldMk cId="3870022820" sldId="2147329572"/>
            <ac:graphicFrameMk id="9" creationId="{AF195731-61D2-490E-6CD7-48A044231604}"/>
          </ac:graphicFrameMkLst>
        </pc:graphicFrameChg>
      </pc:sldChg>
      <pc:sldChg chg="addSp delSp modSp add mod modNotesTx">
        <pc:chgData name="YIU, cwyiu [IC]" userId="bf614949-7652-487e-94c4-bd05b6d44df9" providerId="ADAL" clId="{E7BD8F4C-33A1-4EA5-B9EC-E33B1E25C004}" dt="2026-10-29T11:58:59.695" v="2811"/>
        <pc:sldMkLst>
          <pc:docMk/>
          <pc:sldMk cId="3281977940" sldId="2147329573"/>
        </pc:sldMkLst>
        <pc:spChg chg="add del mod">
          <ac:chgData name="YIU, cwyiu [IC]" userId="bf614949-7652-487e-94c4-bd05b6d44df9" providerId="ADAL" clId="{E7BD8F4C-33A1-4EA5-B9EC-E33B1E25C004}" dt="2026-10-29T06:50:02.389" v="2126" actId="478"/>
          <ac:spMkLst>
            <pc:docMk/>
            <pc:sldMk cId="3281977940" sldId="2147329573"/>
            <ac:spMk id="2" creationId="{C77C3279-A957-F10B-6367-9B454F81AF40}"/>
          </ac:spMkLst>
        </pc:spChg>
        <pc:spChg chg="mod">
          <ac:chgData name="YIU, cwyiu [IC]" userId="bf614949-7652-487e-94c4-bd05b6d44df9" providerId="ADAL" clId="{E7BD8F4C-33A1-4EA5-B9EC-E33B1E25C004}" dt="2026-10-29T11:58:59.695" v="2811"/>
          <ac:spMkLst>
            <pc:docMk/>
            <pc:sldMk cId="3281977940" sldId="2147329573"/>
            <ac:spMk id="4" creationId="{ACB2F1C7-52BF-0362-7422-933A9C8574F5}"/>
          </ac:spMkLst>
        </pc:spChg>
        <pc:spChg chg="add mod">
          <ac:chgData name="YIU, cwyiu [IC]" userId="bf614949-7652-487e-94c4-bd05b6d44df9" providerId="ADAL" clId="{E7BD8F4C-33A1-4EA5-B9EC-E33B1E25C004}" dt="2026-10-29T06:49:58.699" v="2125" actId="1036"/>
          <ac:spMkLst>
            <pc:docMk/>
            <pc:sldMk cId="3281977940" sldId="2147329573"/>
            <ac:spMk id="5" creationId="{3783F8D1-CF03-361E-CB01-1F9C479FB07E}"/>
          </ac:spMkLst>
        </pc:spChg>
        <pc:spChg chg="add mod">
          <ac:chgData name="YIU, cwyiu [IC]" userId="bf614949-7652-487e-94c4-bd05b6d44df9" providerId="ADAL" clId="{E7BD8F4C-33A1-4EA5-B9EC-E33B1E25C004}" dt="2026-10-29T06:49:50.158" v="2105" actId="1035"/>
          <ac:spMkLst>
            <pc:docMk/>
            <pc:sldMk cId="3281977940" sldId="2147329573"/>
            <ac:spMk id="6" creationId="{176FF3CA-EB6E-10E9-68C1-C4C9DA2D3B86}"/>
          </ac:spMkLst>
        </pc:spChg>
        <pc:spChg chg="add mod">
          <ac:chgData name="YIU, cwyiu [IC]" userId="bf614949-7652-487e-94c4-bd05b6d44df9" providerId="ADAL" clId="{E7BD8F4C-33A1-4EA5-B9EC-E33B1E25C004}" dt="2026-10-29T06:49:40.604" v="2084" actId="1036"/>
          <ac:spMkLst>
            <pc:docMk/>
            <pc:sldMk cId="3281977940" sldId="2147329573"/>
            <ac:spMk id="7" creationId="{10DF60C7-FE0E-7631-31C3-242F37A3B968}"/>
          </ac:spMkLst>
        </pc:spChg>
        <pc:spChg chg="add mod">
          <ac:chgData name="YIU, cwyiu [IC]" userId="bf614949-7652-487e-94c4-bd05b6d44df9" providerId="ADAL" clId="{E7BD8F4C-33A1-4EA5-B9EC-E33B1E25C004}" dt="2026-10-29T06:49:40.604" v="2084" actId="1036"/>
          <ac:spMkLst>
            <pc:docMk/>
            <pc:sldMk cId="3281977940" sldId="2147329573"/>
            <ac:spMk id="8" creationId="{E03E9ABE-31C4-662C-5D54-61A30F19F13F}"/>
          </ac:spMkLst>
        </pc:spChg>
        <pc:spChg chg="add mod">
          <ac:chgData name="YIU, cwyiu [IC]" userId="bf614949-7652-487e-94c4-bd05b6d44df9" providerId="ADAL" clId="{E7BD8F4C-33A1-4EA5-B9EC-E33B1E25C004}" dt="2026-10-29T06:49:40.604" v="2084" actId="1036"/>
          <ac:spMkLst>
            <pc:docMk/>
            <pc:sldMk cId="3281977940" sldId="2147329573"/>
            <ac:spMk id="9" creationId="{8572161A-79BB-C1A0-F294-9D733A9B2F39}"/>
          </ac:spMkLst>
        </pc:spChg>
        <pc:spChg chg="add mod">
          <ac:chgData name="YIU, cwyiu [IC]" userId="bf614949-7652-487e-94c4-bd05b6d44df9" providerId="ADAL" clId="{E7BD8F4C-33A1-4EA5-B9EC-E33B1E25C004}" dt="2026-10-29T06:49:40.604" v="2084" actId="1036"/>
          <ac:spMkLst>
            <pc:docMk/>
            <pc:sldMk cId="3281977940" sldId="2147329573"/>
            <ac:spMk id="10" creationId="{CE30B4DF-48C9-5866-F922-F00CFF646B5A}"/>
          </ac:spMkLst>
        </pc:spChg>
        <pc:spChg chg="add mod">
          <ac:chgData name="YIU, cwyiu [IC]" userId="bf614949-7652-487e-94c4-bd05b6d44df9" providerId="ADAL" clId="{E7BD8F4C-33A1-4EA5-B9EC-E33B1E25C004}" dt="2026-10-29T06:49:40.604" v="2084" actId="1036"/>
          <ac:spMkLst>
            <pc:docMk/>
            <pc:sldMk cId="3281977940" sldId="2147329573"/>
            <ac:spMk id="11" creationId="{A9037578-F67E-7536-81C8-4E417C9D71CE}"/>
          </ac:spMkLst>
        </pc:spChg>
        <pc:spChg chg="add mod">
          <ac:chgData name="YIU, cwyiu [IC]" userId="bf614949-7652-487e-94c4-bd05b6d44df9" providerId="ADAL" clId="{E7BD8F4C-33A1-4EA5-B9EC-E33B1E25C004}" dt="2026-10-29T06:49:40.604" v="2084" actId="1036"/>
          <ac:spMkLst>
            <pc:docMk/>
            <pc:sldMk cId="3281977940" sldId="2147329573"/>
            <ac:spMk id="12" creationId="{4F7C2D36-B6E3-FE22-EF89-CA7B3106CEDE}"/>
          </ac:spMkLst>
        </pc:spChg>
        <pc:spChg chg="add mod">
          <ac:chgData name="YIU, cwyiu [IC]" userId="bf614949-7652-487e-94c4-bd05b6d44df9" providerId="ADAL" clId="{E7BD8F4C-33A1-4EA5-B9EC-E33B1E25C004}" dt="2026-10-29T06:49:40.604" v="2084" actId="1036"/>
          <ac:spMkLst>
            <pc:docMk/>
            <pc:sldMk cId="3281977940" sldId="2147329573"/>
            <ac:spMk id="13" creationId="{A70092B8-CD8D-9ED2-4BAB-88B8E35AF655}"/>
          </ac:spMkLst>
        </pc:spChg>
        <pc:spChg chg="add mod">
          <ac:chgData name="YIU, cwyiu [IC]" userId="bf614949-7652-487e-94c4-bd05b6d44df9" providerId="ADAL" clId="{E7BD8F4C-33A1-4EA5-B9EC-E33B1E25C004}" dt="2026-10-29T06:49:40.604" v="2084" actId="1036"/>
          <ac:spMkLst>
            <pc:docMk/>
            <pc:sldMk cId="3281977940" sldId="2147329573"/>
            <ac:spMk id="14" creationId="{C3471CC8-668A-D56B-111F-7ED4E495D139}"/>
          </ac:spMkLst>
        </pc:spChg>
        <pc:spChg chg="add mod">
          <ac:chgData name="YIU, cwyiu [IC]" userId="bf614949-7652-487e-94c4-bd05b6d44df9" providerId="ADAL" clId="{E7BD8F4C-33A1-4EA5-B9EC-E33B1E25C004}" dt="2026-10-29T06:49:40.604" v="2084" actId="1036"/>
          <ac:spMkLst>
            <pc:docMk/>
            <pc:sldMk cId="3281977940" sldId="2147329573"/>
            <ac:spMk id="15" creationId="{77E6759F-58D1-C0E2-AEEC-7D3073CF0FDA}"/>
          </ac:spMkLst>
        </pc:spChg>
      </pc:sldChg>
      <pc:sldChg chg="addSp delSp modSp add mod modNotesTx">
        <pc:chgData name="YIU, cwyiu [IC]" userId="bf614949-7652-487e-94c4-bd05b6d44df9" providerId="ADAL" clId="{E7BD8F4C-33A1-4EA5-B9EC-E33B1E25C004}" dt="2026-10-29T11:59:02.137" v="2812"/>
        <pc:sldMkLst>
          <pc:docMk/>
          <pc:sldMk cId="268411629" sldId="2147329574"/>
        </pc:sldMkLst>
        <pc:spChg chg="add del mod">
          <ac:chgData name="YIU, cwyiu [IC]" userId="bf614949-7652-487e-94c4-bd05b6d44df9" providerId="ADAL" clId="{E7BD8F4C-33A1-4EA5-B9EC-E33B1E25C004}" dt="2026-10-29T06:51:04.363" v="2177" actId="478"/>
          <ac:spMkLst>
            <pc:docMk/>
            <pc:sldMk cId="268411629" sldId="2147329574"/>
            <ac:spMk id="2" creationId="{E426114B-DAF8-23D7-4F03-265D15578C97}"/>
          </ac:spMkLst>
        </pc:spChg>
        <pc:spChg chg="mod">
          <ac:chgData name="YIU, cwyiu [IC]" userId="bf614949-7652-487e-94c4-bd05b6d44df9" providerId="ADAL" clId="{E7BD8F4C-33A1-4EA5-B9EC-E33B1E25C004}" dt="2026-10-29T11:59:02.137" v="2812"/>
          <ac:spMkLst>
            <pc:docMk/>
            <pc:sldMk cId="268411629" sldId="2147329574"/>
            <ac:spMk id="4" creationId="{ACB2F1C7-52BF-0362-7422-933A9C8574F5}"/>
          </ac:spMkLst>
        </pc:spChg>
        <pc:spChg chg="add mod">
          <ac:chgData name="YIU, cwyiu [IC]" userId="bf614949-7652-487e-94c4-bd05b6d44df9" providerId="ADAL" clId="{E7BD8F4C-33A1-4EA5-B9EC-E33B1E25C004}" dt="2026-10-29T06:51:00.478" v="2176" actId="1036"/>
          <ac:spMkLst>
            <pc:docMk/>
            <pc:sldMk cId="268411629" sldId="2147329574"/>
            <ac:spMk id="5" creationId="{43BE0C6C-040E-A2FB-09DD-1BBF2662F81F}"/>
          </ac:spMkLst>
        </pc:spChg>
        <pc:spChg chg="add mod">
          <ac:chgData name="YIU, cwyiu [IC]" userId="bf614949-7652-487e-94c4-bd05b6d44df9" providerId="ADAL" clId="{E7BD8F4C-33A1-4EA5-B9EC-E33B1E25C004}" dt="2026-10-29T06:51:11.335" v="2182" actId="1035"/>
          <ac:spMkLst>
            <pc:docMk/>
            <pc:sldMk cId="268411629" sldId="2147329574"/>
            <ac:spMk id="6" creationId="{CA3CBAA7-C3F9-37CA-4D5C-424FDE3F248F}"/>
          </ac:spMkLst>
        </pc:spChg>
        <pc:spChg chg="add mod">
          <ac:chgData name="YIU, cwyiu [IC]" userId="bf614949-7652-487e-94c4-bd05b6d44df9" providerId="ADAL" clId="{E7BD8F4C-33A1-4EA5-B9EC-E33B1E25C004}" dt="2026-10-29T06:50:47.222" v="2146" actId="1036"/>
          <ac:spMkLst>
            <pc:docMk/>
            <pc:sldMk cId="268411629" sldId="2147329574"/>
            <ac:spMk id="7" creationId="{4F634190-04D6-DB36-6423-FBFA1488BD1C}"/>
          </ac:spMkLst>
        </pc:spChg>
        <pc:spChg chg="add mod">
          <ac:chgData name="YIU, cwyiu [IC]" userId="bf614949-7652-487e-94c4-bd05b6d44df9" providerId="ADAL" clId="{E7BD8F4C-33A1-4EA5-B9EC-E33B1E25C004}" dt="2026-10-29T06:50:47.222" v="2146" actId="1036"/>
          <ac:spMkLst>
            <pc:docMk/>
            <pc:sldMk cId="268411629" sldId="2147329574"/>
            <ac:spMk id="8" creationId="{3E62D392-1496-90ED-0C9A-5B20D068B498}"/>
          </ac:spMkLst>
        </pc:spChg>
        <pc:spChg chg="add mod">
          <ac:chgData name="YIU, cwyiu [IC]" userId="bf614949-7652-487e-94c4-bd05b6d44df9" providerId="ADAL" clId="{E7BD8F4C-33A1-4EA5-B9EC-E33B1E25C004}" dt="2026-10-29T06:50:47.222" v="2146" actId="1036"/>
          <ac:spMkLst>
            <pc:docMk/>
            <pc:sldMk cId="268411629" sldId="2147329574"/>
            <ac:spMk id="9" creationId="{96668BCD-82FC-DAB7-9855-46370A603F63}"/>
          </ac:spMkLst>
        </pc:spChg>
        <pc:spChg chg="add mod">
          <ac:chgData name="YIU, cwyiu [IC]" userId="bf614949-7652-487e-94c4-bd05b6d44df9" providerId="ADAL" clId="{E7BD8F4C-33A1-4EA5-B9EC-E33B1E25C004}" dt="2026-10-29T06:50:47.222" v="2146" actId="1036"/>
          <ac:spMkLst>
            <pc:docMk/>
            <pc:sldMk cId="268411629" sldId="2147329574"/>
            <ac:spMk id="10" creationId="{CA6DB0DD-CAFB-7C23-0BA6-39B147E02C00}"/>
          </ac:spMkLst>
        </pc:spChg>
        <pc:spChg chg="add mod">
          <ac:chgData name="YIU, cwyiu [IC]" userId="bf614949-7652-487e-94c4-bd05b6d44df9" providerId="ADAL" clId="{E7BD8F4C-33A1-4EA5-B9EC-E33B1E25C004}" dt="2026-10-29T06:50:47.222" v="2146" actId="1036"/>
          <ac:spMkLst>
            <pc:docMk/>
            <pc:sldMk cId="268411629" sldId="2147329574"/>
            <ac:spMk id="11" creationId="{F9C59E77-0800-8504-B90F-24D90A3B14CB}"/>
          </ac:spMkLst>
        </pc:spChg>
        <pc:spChg chg="add mod">
          <ac:chgData name="YIU, cwyiu [IC]" userId="bf614949-7652-487e-94c4-bd05b6d44df9" providerId="ADAL" clId="{E7BD8F4C-33A1-4EA5-B9EC-E33B1E25C004}" dt="2026-10-29T06:50:47.222" v="2146" actId="1036"/>
          <ac:spMkLst>
            <pc:docMk/>
            <pc:sldMk cId="268411629" sldId="2147329574"/>
            <ac:spMk id="12" creationId="{E1B56B9A-F7E6-8A83-EA09-7C16391182FA}"/>
          </ac:spMkLst>
        </pc:spChg>
        <pc:spChg chg="add mod">
          <ac:chgData name="YIU, cwyiu [IC]" userId="bf614949-7652-487e-94c4-bd05b6d44df9" providerId="ADAL" clId="{E7BD8F4C-33A1-4EA5-B9EC-E33B1E25C004}" dt="2026-10-29T06:50:47.222" v="2146" actId="1036"/>
          <ac:spMkLst>
            <pc:docMk/>
            <pc:sldMk cId="268411629" sldId="2147329574"/>
            <ac:spMk id="13" creationId="{3435561A-CACD-07D0-BDAA-53C519D707C0}"/>
          </ac:spMkLst>
        </pc:spChg>
        <pc:spChg chg="add mod">
          <ac:chgData name="YIU, cwyiu [IC]" userId="bf614949-7652-487e-94c4-bd05b6d44df9" providerId="ADAL" clId="{E7BD8F4C-33A1-4EA5-B9EC-E33B1E25C004}" dt="2026-10-29T06:50:47.222" v="2146" actId="1036"/>
          <ac:spMkLst>
            <pc:docMk/>
            <pc:sldMk cId="268411629" sldId="2147329574"/>
            <ac:spMk id="14" creationId="{1BA424EB-0D26-A4D0-785A-8AB03D59E988}"/>
          </ac:spMkLst>
        </pc:spChg>
        <pc:spChg chg="add mod">
          <ac:chgData name="YIU, cwyiu [IC]" userId="bf614949-7652-487e-94c4-bd05b6d44df9" providerId="ADAL" clId="{E7BD8F4C-33A1-4EA5-B9EC-E33B1E25C004}" dt="2026-10-29T06:50:47.222" v="2146" actId="1036"/>
          <ac:spMkLst>
            <pc:docMk/>
            <pc:sldMk cId="268411629" sldId="2147329574"/>
            <ac:spMk id="15" creationId="{AC0C4B01-79FE-3033-7262-D53C08C49B09}"/>
          </ac:spMkLst>
        </pc:spChg>
        <pc:spChg chg="add mod">
          <ac:chgData name="YIU, cwyiu [IC]" userId="bf614949-7652-487e-94c4-bd05b6d44df9" providerId="ADAL" clId="{E7BD8F4C-33A1-4EA5-B9EC-E33B1E25C004}" dt="2026-10-29T06:50:47.222" v="2146" actId="1036"/>
          <ac:spMkLst>
            <pc:docMk/>
            <pc:sldMk cId="268411629" sldId="2147329574"/>
            <ac:spMk id="16" creationId="{19D5F56D-A1CC-6611-8FA7-640DD11A40FB}"/>
          </ac:spMkLst>
        </pc:spChg>
        <pc:spChg chg="add mod">
          <ac:chgData name="YIU, cwyiu [IC]" userId="bf614949-7652-487e-94c4-bd05b6d44df9" providerId="ADAL" clId="{E7BD8F4C-33A1-4EA5-B9EC-E33B1E25C004}" dt="2026-10-29T06:50:47.222" v="2146" actId="1036"/>
          <ac:spMkLst>
            <pc:docMk/>
            <pc:sldMk cId="268411629" sldId="2147329574"/>
            <ac:spMk id="17" creationId="{D7FC0B69-15C2-735E-7F2F-55A7B5C5FCD0}"/>
          </ac:spMkLst>
        </pc:spChg>
        <pc:spChg chg="add mod">
          <ac:chgData name="YIU, cwyiu [IC]" userId="bf614949-7652-487e-94c4-bd05b6d44df9" providerId="ADAL" clId="{E7BD8F4C-33A1-4EA5-B9EC-E33B1E25C004}" dt="2026-10-29T06:50:47.222" v="2146" actId="1036"/>
          <ac:spMkLst>
            <pc:docMk/>
            <pc:sldMk cId="268411629" sldId="2147329574"/>
            <ac:spMk id="18" creationId="{FE9DBADF-5CE9-649E-DC59-D0876F9DF2BB}"/>
          </ac:spMkLst>
        </pc:spChg>
      </pc:sldChg>
      <pc:sldChg chg="addSp delSp modSp add mod modNotesTx">
        <pc:chgData name="YIU, cwyiu [IC]" userId="bf614949-7652-487e-94c4-bd05b6d44df9" providerId="ADAL" clId="{E7BD8F4C-33A1-4EA5-B9EC-E33B1E25C004}" dt="2026-10-29T11:59:05.095" v="2813"/>
        <pc:sldMkLst>
          <pc:docMk/>
          <pc:sldMk cId="354736246" sldId="2147329575"/>
        </pc:sldMkLst>
        <pc:spChg chg="add del mod">
          <ac:chgData name="YIU, cwyiu [IC]" userId="bf614949-7652-487e-94c4-bd05b6d44df9" providerId="ADAL" clId="{E7BD8F4C-33A1-4EA5-B9EC-E33B1E25C004}" dt="2026-10-29T06:52:09.614" v="2236" actId="478"/>
          <ac:spMkLst>
            <pc:docMk/>
            <pc:sldMk cId="354736246" sldId="2147329575"/>
            <ac:spMk id="2" creationId="{A0A22E92-336E-FB6E-FB1E-09AA0E90D38C}"/>
          </ac:spMkLst>
        </pc:spChg>
        <pc:spChg chg="mod">
          <ac:chgData name="YIU, cwyiu [IC]" userId="bf614949-7652-487e-94c4-bd05b6d44df9" providerId="ADAL" clId="{E7BD8F4C-33A1-4EA5-B9EC-E33B1E25C004}" dt="2026-10-29T11:59:05.095" v="2813"/>
          <ac:spMkLst>
            <pc:docMk/>
            <pc:sldMk cId="354736246" sldId="2147329575"/>
            <ac:spMk id="4" creationId="{ACB2F1C7-52BF-0362-7422-933A9C8574F5}"/>
          </ac:spMkLst>
        </pc:spChg>
        <pc:spChg chg="add mod">
          <ac:chgData name="YIU, cwyiu [IC]" userId="bf614949-7652-487e-94c4-bd05b6d44df9" providerId="ADAL" clId="{E7BD8F4C-33A1-4EA5-B9EC-E33B1E25C004}" dt="2026-10-29T06:52:05.736" v="2235" actId="1035"/>
          <ac:spMkLst>
            <pc:docMk/>
            <pc:sldMk cId="354736246" sldId="2147329575"/>
            <ac:spMk id="5" creationId="{CAEA2CF3-6EF0-497B-E486-BDCEE29A6DBC}"/>
          </ac:spMkLst>
        </pc:spChg>
        <pc:spChg chg="add mod">
          <ac:chgData name="YIU, cwyiu [IC]" userId="bf614949-7652-487e-94c4-bd05b6d44df9" providerId="ADAL" clId="{E7BD8F4C-33A1-4EA5-B9EC-E33B1E25C004}" dt="2026-10-29T06:51:58.235" v="2218" actId="1036"/>
          <ac:spMkLst>
            <pc:docMk/>
            <pc:sldMk cId="354736246" sldId="2147329575"/>
            <ac:spMk id="6" creationId="{992110D1-CBA6-7B2D-89B8-D7F0FA75C52F}"/>
          </ac:spMkLst>
        </pc:spChg>
        <pc:spChg chg="add mod">
          <ac:chgData name="YIU, cwyiu [IC]" userId="bf614949-7652-487e-94c4-bd05b6d44df9" providerId="ADAL" clId="{E7BD8F4C-33A1-4EA5-B9EC-E33B1E25C004}" dt="2026-10-29T06:51:48.419" v="2201" actId="1036"/>
          <ac:spMkLst>
            <pc:docMk/>
            <pc:sldMk cId="354736246" sldId="2147329575"/>
            <ac:spMk id="7" creationId="{784FF0C0-A491-A030-B205-A670AEB8890A}"/>
          </ac:spMkLst>
        </pc:spChg>
        <pc:spChg chg="add mod">
          <ac:chgData name="YIU, cwyiu [IC]" userId="bf614949-7652-487e-94c4-bd05b6d44df9" providerId="ADAL" clId="{E7BD8F4C-33A1-4EA5-B9EC-E33B1E25C004}" dt="2026-10-29T06:51:48.419" v="2201" actId="1036"/>
          <ac:spMkLst>
            <pc:docMk/>
            <pc:sldMk cId="354736246" sldId="2147329575"/>
            <ac:spMk id="8" creationId="{3D9EF625-5337-B3B1-A4CE-AE912EBBB20F}"/>
          </ac:spMkLst>
        </pc:spChg>
        <pc:spChg chg="add mod">
          <ac:chgData name="YIU, cwyiu [IC]" userId="bf614949-7652-487e-94c4-bd05b6d44df9" providerId="ADAL" clId="{E7BD8F4C-33A1-4EA5-B9EC-E33B1E25C004}" dt="2026-10-29T06:51:48.419" v="2201" actId="1036"/>
          <ac:spMkLst>
            <pc:docMk/>
            <pc:sldMk cId="354736246" sldId="2147329575"/>
            <ac:spMk id="9" creationId="{1EB52C0D-9FD6-2DDB-BC4E-AB0477B1818F}"/>
          </ac:spMkLst>
        </pc:spChg>
        <pc:spChg chg="add mod">
          <ac:chgData name="YIU, cwyiu [IC]" userId="bf614949-7652-487e-94c4-bd05b6d44df9" providerId="ADAL" clId="{E7BD8F4C-33A1-4EA5-B9EC-E33B1E25C004}" dt="2026-10-29T06:51:48.419" v="2201" actId="1036"/>
          <ac:spMkLst>
            <pc:docMk/>
            <pc:sldMk cId="354736246" sldId="2147329575"/>
            <ac:spMk id="10" creationId="{486535B8-CA44-1933-AD8F-79692FFCB7A6}"/>
          </ac:spMkLst>
        </pc:spChg>
        <pc:spChg chg="add mod">
          <ac:chgData name="YIU, cwyiu [IC]" userId="bf614949-7652-487e-94c4-bd05b6d44df9" providerId="ADAL" clId="{E7BD8F4C-33A1-4EA5-B9EC-E33B1E25C004}" dt="2026-10-29T06:51:48.419" v="2201" actId="1036"/>
          <ac:spMkLst>
            <pc:docMk/>
            <pc:sldMk cId="354736246" sldId="2147329575"/>
            <ac:spMk id="11" creationId="{409B9518-A918-4366-E017-5AB8E699B9E0}"/>
          </ac:spMkLst>
        </pc:spChg>
        <pc:spChg chg="add mod">
          <ac:chgData name="YIU, cwyiu [IC]" userId="bf614949-7652-487e-94c4-bd05b6d44df9" providerId="ADAL" clId="{E7BD8F4C-33A1-4EA5-B9EC-E33B1E25C004}" dt="2026-10-29T06:51:48.419" v="2201" actId="1036"/>
          <ac:spMkLst>
            <pc:docMk/>
            <pc:sldMk cId="354736246" sldId="2147329575"/>
            <ac:spMk id="12" creationId="{22428398-6397-473D-32DD-BC9786F9C7FE}"/>
          </ac:spMkLst>
        </pc:spChg>
      </pc:sldChg>
      <pc:sldChg chg="addSp modSp add mod">
        <pc:chgData name="YIU, cwyiu [IC]" userId="bf614949-7652-487e-94c4-bd05b6d44df9" providerId="ADAL" clId="{E7BD8F4C-33A1-4EA5-B9EC-E33B1E25C004}" dt="2026-10-29T12:15:51.655" v="2916" actId="1076"/>
        <pc:sldMkLst>
          <pc:docMk/>
          <pc:sldMk cId="1240547027" sldId="2147329576"/>
        </pc:sldMkLst>
        <pc:spChg chg="mod">
          <ac:chgData name="YIU, cwyiu [IC]" userId="bf614949-7652-487e-94c4-bd05b6d44df9" providerId="ADAL" clId="{E7BD8F4C-33A1-4EA5-B9EC-E33B1E25C004}" dt="2026-10-29T11:59:14.417" v="2814"/>
          <ac:spMkLst>
            <pc:docMk/>
            <pc:sldMk cId="1240547027" sldId="2147329576"/>
            <ac:spMk id="4" creationId="{ACB2F1C7-52BF-0362-7422-933A9C8574F5}"/>
          </ac:spMkLst>
        </pc:spChg>
        <pc:spChg chg="add mod">
          <ac:chgData name="YIU, cwyiu [IC]" userId="bf614949-7652-487e-94c4-bd05b6d44df9" providerId="ADAL" clId="{E7BD8F4C-33A1-4EA5-B9EC-E33B1E25C004}" dt="2026-10-29T12:05:21.299" v="2856" actId="20577"/>
          <ac:spMkLst>
            <pc:docMk/>
            <pc:sldMk cId="1240547027" sldId="2147329576"/>
            <ac:spMk id="6" creationId="{E9ADB9D5-6816-DD72-CDCB-581BECF444D7}"/>
          </ac:spMkLst>
        </pc:spChg>
        <pc:spChg chg="add mod">
          <ac:chgData name="YIU, cwyiu [IC]" userId="bf614949-7652-487e-94c4-bd05b6d44df9" providerId="ADAL" clId="{E7BD8F4C-33A1-4EA5-B9EC-E33B1E25C004}" dt="2026-10-29T12:11:31.256" v="2859" actId="1076"/>
          <ac:spMkLst>
            <pc:docMk/>
            <pc:sldMk cId="1240547027" sldId="2147329576"/>
            <ac:spMk id="7" creationId="{C473ECBA-1DCE-7BA6-9A05-3D153EEC3B18}"/>
          </ac:spMkLst>
        </pc:spChg>
        <pc:spChg chg="add mod">
          <ac:chgData name="YIU, cwyiu [IC]" userId="bf614949-7652-487e-94c4-bd05b6d44df9" providerId="ADAL" clId="{E7BD8F4C-33A1-4EA5-B9EC-E33B1E25C004}" dt="2026-10-29T12:11:54.979" v="2881" actId="1076"/>
          <ac:spMkLst>
            <pc:docMk/>
            <pc:sldMk cId="1240547027" sldId="2147329576"/>
            <ac:spMk id="8" creationId="{6E1DFE64-8D28-CE2C-96CC-74C24C54BA71}"/>
          </ac:spMkLst>
        </pc:spChg>
        <pc:spChg chg="add mod">
          <ac:chgData name="YIU, cwyiu [IC]" userId="bf614949-7652-487e-94c4-bd05b6d44df9" providerId="ADAL" clId="{E7BD8F4C-33A1-4EA5-B9EC-E33B1E25C004}" dt="2026-10-29T12:15:51.655" v="2916" actId="1076"/>
          <ac:spMkLst>
            <pc:docMk/>
            <pc:sldMk cId="1240547027" sldId="2147329576"/>
            <ac:spMk id="10" creationId="{DFA5A8C8-11DC-310D-1712-FAC6A9805E81}"/>
          </ac:spMkLst>
        </pc:spChg>
        <pc:picChg chg="add mod">
          <ac:chgData name="YIU, cwyiu [IC]" userId="bf614949-7652-487e-94c4-bd05b6d44df9" providerId="ADAL" clId="{E7BD8F4C-33A1-4EA5-B9EC-E33B1E25C004}" dt="2026-10-29T12:05:10.018" v="2845" actId="1036"/>
          <ac:picMkLst>
            <pc:docMk/>
            <pc:sldMk cId="1240547027" sldId="2147329576"/>
            <ac:picMk id="5" creationId="{47E63E6D-33A1-1DBA-0EB1-8E7F7A0A5585}"/>
          </ac:picMkLst>
        </pc:picChg>
        <pc:picChg chg="add mod">
          <ac:chgData name="YIU, cwyiu [IC]" userId="bf614949-7652-487e-94c4-bd05b6d44df9" providerId="ADAL" clId="{E7BD8F4C-33A1-4EA5-B9EC-E33B1E25C004}" dt="2026-10-29T12:15:51.655" v="2916" actId="1076"/>
          <ac:picMkLst>
            <pc:docMk/>
            <pc:sldMk cId="1240547027" sldId="2147329576"/>
            <ac:picMk id="9" creationId="{589C8EE2-4B9C-4B43-7E71-1EB4C52B1CD0}"/>
          </ac:picMkLst>
        </pc:picChg>
      </pc:sldChg>
      <pc:sldChg chg="addSp delSp modSp new mod">
        <pc:chgData name="YIU, cwyiu [IC]" userId="bf614949-7652-487e-94c4-bd05b6d44df9" providerId="ADAL" clId="{E7BD8F4C-33A1-4EA5-B9EC-E33B1E25C004}" dt="2026-10-29T12:16:43.859" v="2923" actId="20577"/>
        <pc:sldMkLst>
          <pc:docMk/>
          <pc:sldMk cId="2218902231" sldId="2147329577"/>
        </pc:sldMkLst>
        <pc:spChg chg="del">
          <ac:chgData name="YIU, cwyiu [IC]" userId="bf614949-7652-487e-94c4-bd05b6d44df9" providerId="ADAL" clId="{E7BD8F4C-33A1-4EA5-B9EC-E33B1E25C004}" dt="2026-10-29T10:37:15.309" v="2248" actId="478"/>
          <ac:spMkLst>
            <pc:docMk/>
            <pc:sldMk cId="2218902231" sldId="2147329577"/>
            <ac:spMk id="2" creationId="{79904C1D-6F79-A4AB-1C0D-6173811DAEAF}"/>
          </ac:spMkLst>
        </pc:spChg>
        <pc:spChg chg="mod">
          <ac:chgData name="YIU, cwyiu [IC]" userId="bf614949-7652-487e-94c4-bd05b6d44df9" providerId="ADAL" clId="{E7BD8F4C-33A1-4EA5-B9EC-E33B1E25C004}" dt="2026-10-29T10:37:22.884" v="2292" actId="1036"/>
          <ac:spMkLst>
            <pc:docMk/>
            <pc:sldMk cId="2218902231" sldId="2147329577"/>
            <ac:spMk id="3" creationId="{EA439B8A-3D03-CC0A-3A0F-3602721228E3}"/>
          </ac:spMkLst>
        </pc:spChg>
        <pc:spChg chg="mod">
          <ac:chgData name="YIU, cwyiu [IC]" userId="bf614949-7652-487e-94c4-bd05b6d44df9" providerId="ADAL" clId="{E7BD8F4C-33A1-4EA5-B9EC-E33B1E25C004}" dt="2026-10-29T11:57:03.360" v="2734"/>
          <ac:spMkLst>
            <pc:docMk/>
            <pc:sldMk cId="2218902231" sldId="2147329577"/>
            <ac:spMk id="4" creationId="{7511387B-6F74-7653-CC0D-79976FD82BFD}"/>
          </ac:spMkLst>
        </pc:spChg>
        <pc:spChg chg="add mod">
          <ac:chgData name="YIU, cwyiu [IC]" userId="bf614949-7652-487e-94c4-bd05b6d44df9" providerId="ADAL" clId="{E7BD8F4C-33A1-4EA5-B9EC-E33B1E25C004}" dt="2026-10-29T11:57:36.201" v="2769" actId="20577"/>
          <ac:spMkLst>
            <pc:docMk/>
            <pc:sldMk cId="2218902231" sldId="2147329577"/>
            <ac:spMk id="9" creationId="{E7079D72-C266-B842-DFCD-6AF0C39C69D1}"/>
          </ac:spMkLst>
        </pc:spChg>
        <pc:spChg chg="add mod">
          <ac:chgData name="YIU, cwyiu [IC]" userId="bf614949-7652-487e-94c4-bd05b6d44df9" providerId="ADAL" clId="{E7BD8F4C-33A1-4EA5-B9EC-E33B1E25C004}" dt="2026-10-29T12:12:16.676" v="2883" actId="1076"/>
          <ac:spMkLst>
            <pc:docMk/>
            <pc:sldMk cId="2218902231" sldId="2147329577"/>
            <ac:spMk id="10" creationId="{59FCAC66-B5C7-1F1C-78D8-D3E5CBDEE6C4}"/>
          </ac:spMkLst>
        </pc:spChg>
        <pc:spChg chg="add mod">
          <ac:chgData name="YIU, cwyiu [IC]" userId="bf614949-7652-487e-94c4-bd05b6d44df9" providerId="ADAL" clId="{E7BD8F4C-33A1-4EA5-B9EC-E33B1E25C004}" dt="2026-10-29T12:16:43.859" v="2923" actId="20577"/>
          <ac:spMkLst>
            <pc:docMk/>
            <pc:sldMk cId="2218902231" sldId="2147329577"/>
            <ac:spMk id="11" creationId="{FF05432A-C592-08C4-7823-3A9542FCA5FC}"/>
          </ac:spMkLst>
        </pc:spChg>
        <pc:spChg chg="add mod">
          <ac:chgData name="YIU, cwyiu [IC]" userId="bf614949-7652-487e-94c4-bd05b6d44df9" providerId="ADAL" clId="{E7BD8F4C-33A1-4EA5-B9EC-E33B1E25C004}" dt="2026-10-29T12:15:31.411" v="2914" actId="208"/>
          <ac:spMkLst>
            <pc:docMk/>
            <pc:sldMk cId="2218902231" sldId="2147329577"/>
            <ac:spMk id="14" creationId="{E3D2EB70-E80A-89C4-408B-F7721164175B}"/>
          </ac:spMkLst>
        </pc:spChg>
        <pc:picChg chg="add mod modCrop">
          <ac:chgData name="YIU, cwyiu [IC]" userId="bf614949-7652-487e-94c4-bd05b6d44df9" providerId="ADAL" clId="{E7BD8F4C-33A1-4EA5-B9EC-E33B1E25C004}" dt="2026-10-29T12:04:59.311" v="2824" actId="1038"/>
          <ac:picMkLst>
            <pc:docMk/>
            <pc:sldMk cId="2218902231" sldId="2147329577"/>
            <ac:picMk id="6" creationId="{C3A84CB5-AF04-6D91-3A24-10BDF2F8C80A}"/>
          </ac:picMkLst>
        </pc:picChg>
        <pc:picChg chg="add del mod">
          <ac:chgData name="YIU, cwyiu [IC]" userId="bf614949-7652-487e-94c4-bd05b6d44df9" providerId="ADAL" clId="{E7BD8F4C-33A1-4EA5-B9EC-E33B1E25C004}" dt="2026-10-29T11:15:16.336" v="2299" actId="478"/>
          <ac:picMkLst>
            <pc:docMk/>
            <pc:sldMk cId="2218902231" sldId="2147329577"/>
            <ac:picMk id="8" creationId="{C775390D-850D-75C0-5B00-9277A7265A7C}"/>
          </ac:picMkLst>
        </pc:picChg>
        <pc:picChg chg="add mod">
          <ac:chgData name="YIU, cwyiu [IC]" userId="bf614949-7652-487e-94c4-bd05b6d44df9" providerId="ADAL" clId="{E7BD8F4C-33A1-4EA5-B9EC-E33B1E25C004}" dt="2026-10-29T12:14:56.242" v="2908" actId="1076"/>
          <ac:picMkLst>
            <pc:docMk/>
            <pc:sldMk cId="2218902231" sldId="2147329577"/>
            <ac:picMk id="13" creationId="{409A4895-B7CD-8CA1-0897-6AFEFB4DDB1D}"/>
          </ac:picMkLst>
        </pc:picChg>
      </pc:sldChg>
      <pc:sldChg chg="new del">
        <pc:chgData name="YIU, cwyiu [IC]" userId="bf614949-7652-487e-94c4-bd05b6d44df9" providerId="ADAL" clId="{E7BD8F4C-33A1-4EA5-B9EC-E33B1E25C004}" dt="2026-10-29T11:27:57.763" v="2394" actId="680"/>
        <pc:sldMkLst>
          <pc:docMk/>
          <pc:sldMk cId="372592058" sldId="2147329578"/>
        </pc:sldMkLst>
      </pc:sldChg>
      <pc:sldChg chg="new del">
        <pc:chgData name="YIU, cwyiu [IC]" userId="bf614949-7652-487e-94c4-bd05b6d44df9" providerId="ADAL" clId="{E7BD8F4C-33A1-4EA5-B9EC-E33B1E25C004}" dt="2026-10-29T11:17:48.159" v="2302" actId="680"/>
        <pc:sldMkLst>
          <pc:docMk/>
          <pc:sldMk cId="3021859087" sldId="2147329578"/>
        </pc:sldMkLst>
      </pc:sldChg>
      <pc:sldChg chg="addSp delSp modSp new mod">
        <pc:chgData name="YIU, cwyiu [IC]" userId="bf614949-7652-487e-94c4-bd05b6d44df9" providerId="ADAL" clId="{E7BD8F4C-33A1-4EA5-B9EC-E33B1E25C004}" dt="2026-10-29T11:53:31.259" v="2617" actId="20577"/>
        <pc:sldMkLst>
          <pc:docMk/>
          <pc:sldMk cId="3520936918" sldId="2147329578"/>
        </pc:sldMkLst>
        <pc:spChg chg="del">
          <ac:chgData name="YIU, cwyiu [IC]" userId="bf614949-7652-487e-94c4-bd05b6d44df9" providerId="ADAL" clId="{E7BD8F4C-33A1-4EA5-B9EC-E33B1E25C004}" dt="2026-10-29T11:28:03.755" v="2396" actId="478"/>
          <ac:spMkLst>
            <pc:docMk/>
            <pc:sldMk cId="3520936918" sldId="2147329578"/>
            <ac:spMk id="2" creationId="{02E7E1DF-A0BC-68D0-57E6-E2FF6A475FD2}"/>
          </ac:spMkLst>
        </pc:spChg>
        <pc:spChg chg="mod">
          <ac:chgData name="YIU, cwyiu [IC]" userId="bf614949-7652-487e-94c4-bd05b6d44df9" providerId="ADAL" clId="{E7BD8F4C-33A1-4EA5-B9EC-E33B1E25C004}" dt="2026-10-29T11:28:10.552" v="2425" actId="1036"/>
          <ac:spMkLst>
            <pc:docMk/>
            <pc:sldMk cId="3520936918" sldId="2147329578"/>
            <ac:spMk id="3" creationId="{314B1153-1462-F57F-2605-FE670A89E850}"/>
          </ac:spMkLst>
        </pc:spChg>
        <pc:spChg chg="mod">
          <ac:chgData name="YIU, cwyiu [IC]" userId="bf614949-7652-487e-94c4-bd05b6d44df9" providerId="ADAL" clId="{E7BD8F4C-33A1-4EA5-B9EC-E33B1E25C004}" dt="2026-10-29T11:53:31.259" v="2617" actId="20577"/>
          <ac:spMkLst>
            <pc:docMk/>
            <pc:sldMk cId="3520936918" sldId="2147329578"/>
            <ac:spMk id="4" creationId="{F8B8E12F-E98C-D3A3-CC9A-C10E5BE5C040}"/>
          </ac:spMkLst>
        </pc:spChg>
        <pc:spChg chg="add mod">
          <ac:chgData name="YIU, cwyiu [IC]" userId="bf614949-7652-487e-94c4-bd05b6d44df9" providerId="ADAL" clId="{E7BD8F4C-33A1-4EA5-B9EC-E33B1E25C004}" dt="2026-10-29T11:36:22.073" v="2454" actId="1036"/>
          <ac:spMkLst>
            <pc:docMk/>
            <pc:sldMk cId="3520936918" sldId="2147329578"/>
            <ac:spMk id="5" creationId="{033BAF66-D9D6-8966-1B6E-5A5E6A788E42}"/>
          </ac:spMkLst>
        </pc:spChg>
        <pc:spChg chg="add mod">
          <ac:chgData name="YIU, cwyiu [IC]" userId="bf614949-7652-487e-94c4-bd05b6d44df9" providerId="ADAL" clId="{E7BD8F4C-33A1-4EA5-B9EC-E33B1E25C004}" dt="2026-10-29T11:36:33.132" v="2455" actId="207"/>
          <ac:spMkLst>
            <pc:docMk/>
            <pc:sldMk cId="3520936918" sldId="2147329578"/>
            <ac:spMk id="6" creationId="{FCE76407-E835-9DE5-7BFC-960AED196533}"/>
          </ac:spMkLst>
        </pc:spChg>
        <pc:spChg chg="add mod">
          <ac:chgData name="YIU, cwyiu [IC]" userId="bf614949-7652-487e-94c4-bd05b6d44df9" providerId="ADAL" clId="{E7BD8F4C-33A1-4EA5-B9EC-E33B1E25C004}" dt="2026-10-29T11:36:36.856" v="2456" actId="207"/>
          <ac:spMkLst>
            <pc:docMk/>
            <pc:sldMk cId="3520936918" sldId="2147329578"/>
            <ac:spMk id="7" creationId="{292C6528-6BA4-B87C-FE1E-EFBD545C6273}"/>
          </ac:spMkLst>
        </pc:spChg>
        <pc:spChg chg="add mod">
          <ac:chgData name="YIU, cwyiu [IC]" userId="bf614949-7652-487e-94c4-bd05b6d44df9" providerId="ADAL" clId="{E7BD8F4C-33A1-4EA5-B9EC-E33B1E25C004}" dt="2026-10-29T11:36:22.073" v="2454" actId="1036"/>
          <ac:spMkLst>
            <pc:docMk/>
            <pc:sldMk cId="3520936918" sldId="2147329578"/>
            <ac:spMk id="8" creationId="{E36A6CD8-FBA7-7445-1053-00D256A3601F}"/>
          </ac:spMkLst>
        </pc:spChg>
        <pc:spChg chg="add mod">
          <ac:chgData name="YIU, cwyiu [IC]" userId="bf614949-7652-487e-94c4-bd05b6d44df9" providerId="ADAL" clId="{E7BD8F4C-33A1-4EA5-B9EC-E33B1E25C004}" dt="2026-10-29T11:36:22.073" v="2454" actId="1036"/>
          <ac:spMkLst>
            <pc:docMk/>
            <pc:sldMk cId="3520936918" sldId="2147329578"/>
            <ac:spMk id="9" creationId="{84497635-CB74-D4C5-4D3E-4D1ECACC2F4A}"/>
          </ac:spMkLst>
        </pc:spChg>
        <pc:spChg chg="add mod">
          <ac:chgData name="YIU, cwyiu [IC]" userId="bf614949-7652-487e-94c4-bd05b6d44df9" providerId="ADAL" clId="{E7BD8F4C-33A1-4EA5-B9EC-E33B1E25C004}" dt="2026-10-29T11:36:22.073" v="2454" actId="1036"/>
          <ac:spMkLst>
            <pc:docMk/>
            <pc:sldMk cId="3520936918" sldId="2147329578"/>
            <ac:spMk id="10" creationId="{D3A0D5A3-5E79-4BC3-5E45-6A0B48473C0A}"/>
          </ac:spMkLst>
        </pc:spChg>
        <pc:spChg chg="add mod">
          <ac:chgData name="YIU, cwyiu [IC]" userId="bf614949-7652-487e-94c4-bd05b6d44df9" providerId="ADAL" clId="{E7BD8F4C-33A1-4EA5-B9EC-E33B1E25C004}" dt="2026-10-29T11:36:22.073" v="2454" actId="1036"/>
          <ac:spMkLst>
            <pc:docMk/>
            <pc:sldMk cId="3520936918" sldId="2147329578"/>
            <ac:spMk id="11" creationId="{C3685D18-5F9F-E869-1035-F9E43B3AF47B}"/>
          </ac:spMkLst>
        </pc:spChg>
        <pc:spChg chg="add mod">
          <ac:chgData name="YIU, cwyiu [IC]" userId="bf614949-7652-487e-94c4-bd05b6d44df9" providerId="ADAL" clId="{E7BD8F4C-33A1-4EA5-B9EC-E33B1E25C004}" dt="2026-10-29T11:36:22.073" v="2454" actId="1036"/>
          <ac:spMkLst>
            <pc:docMk/>
            <pc:sldMk cId="3520936918" sldId="2147329578"/>
            <ac:spMk id="12" creationId="{1FF4DE7B-054B-F616-5144-BD2BEA2F6A79}"/>
          </ac:spMkLst>
        </pc:spChg>
        <pc:spChg chg="add mod">
          <ac:chgData name="YIU, cwyiu [IC]" userId="bf614949-7652-487e-94c4-bd05b6d44df9" providerId="ADAL" clId="{E7BD8F4C-33A1-4EA5-B9EC-E33B1E25C004}" dt="2026-10-29T11:36:22.073" v="2454" actId="1036"/>
          <ac:spMkLst>
            <pc:docMk/>
            <pc:sldMk cId="3520936918" sldId="2147329578"/>
            <ac:spMk id="13" creationId="{54CA29A1-9F7A-1F5B-17B1-D92E97AF760B}"/>
          </ac:spMkLst>
        </pc:spChg>
      </pc:sldChg>
      <pc:sldChg chg="addSp delSp modSp new mod">
        <pc:chgData name="YIU, cwyiu [IC]" userId="bf614949-7652-487e-94c4-bd05b6d44df9" providerId="ADAL" clId="{E7BD8F4C-33A1-4EA5-B9EC-E33B1E25C004}" dt="2026-10-29T12:19:08.214" v="2973" actId="20577"/>
        <pc:sldMkLst>
          <pc:docMk/>
          <pc:sldMk cId="667438915" sldId="2147329579"/>
        </pc:sldMkLst>
        <pc:spChg chg="del">
          <ac:chgData name="YIU, cwyiu [IC]" userId="bf614949-7652-487e-94c4-bd05b6d44df9" providerId="ADAL" clId="{E7BD8F4C-33A1-4EA5-B9EC-E33B1E25C004}" dt="2026-10-29T12:18:08.630" v="2925" actId="478"/>
          <ac:spMkLst>
            <pc:docMk/>
            <pc:sldMk cId="667438915" sldId="2147329579"/>
            <ac:spMk id="2" creationId="{C4648155-4A08-3CBF-13B5-A522F097D740}"/>
          </ac:spMkLst>
        </pc:spChg>
        <pc:spChg chg="mod">
          <ac:chgData name="YIU, cwyiu [IC]" userId="bf614949-7652-487e-94c4-bd05b6d44df9" providerId="ADAL" clId="{E7BD8F4C-33A1-4EA5-B9EC-E33B1E25C004}" dt="2026-10-29T12:19:08.214" v="2973" actId="20577"/>
          <ac:spMkLst>
            <pc:docMk/>
            <pc:sldMk cId="667438915" sldId="2147329579"/>
            <ac:spMk id="4" creationId="{D5444871-C7D6-239D-EDFC-16ADFC573438}"/>
          </ac:spMkLst>
        </pc:spChg>
        <pc:picChg chg="add mod">
          <ac:chgData name="YIU, cwyiu [IC]" userId="bf614949-7652-487e-94c4-bd05b6d44df9" providerId="ADAL" clId="{E7BD8F4C-33A1-4EA5-B9EC-E33B1E25C004}" dt="2026-10-29T12:18:23.378" v="2929" actId="1076"/>
          <ac:picMkLst>
            <pc:docMk/>
            <pc:sldMk cId="667438915" sldId="2147329579"/>
            <ac:picMk id="6" creationId="{C2BC4711-B065-4A1C-D7FB-AF44F831A0E1}"/>
          </ac:picMkLst>
        </pc:picChg>
      </pc:sldChg>
      <pc:sldMasterChg chg="modSldLayout">
        <pc:chgData name="YIU, cwyiu [IC]" userId="bf614949-7652-487e-94c4-bd05b6d44df9" providerId="ADAL" clId="{E7BD8F4C-33A1-4EA5-B9EC-E33B1E25C004}" dt="2026-10-29T05:34:10.525" v="247" actId="1037"/>
        <pc:sldMasterMkLst>
          <pc:docMk/>
          <pc:sldMasterMk cId="2438003078" sldId="2147483752"/>
        </pc:sldMasterMkLst>
        <pc:sldLayoutChg chg="modSp mod">
          <pc:chgData name="YIU, cwyiu [IC]" userId="bf614949-7652-487e-94c4-bd05b6d44df9" providerId="ADAL" clId="{E7BD8F4C-33A1-4EA5-B9EC-E33B1E25C004}" dt="2026-10-29T05:34:10.525" v="247" actId="1037"/>
          <pc:sldLayoutMkLst>
            <pc:docMk/>
            <pc:sldMasterMk cId="2438003078" sldId="2147483752"/>
            <pc:sldLayoutMk cId="1769457187" sldId="2147483759"/>
          </pc:sldLayoutMkLst>
          <pc:spChg chg="mod">
            <ac:chgData name="YIU, cwyiu [IC]" userId="bf614949-7652-487e-94c4-bd05b6d44df9" providerId="ADAL" clId="{E7BD8F4C-33A1-4EA5-B9EC-E33B1E25C004}" dt="2026-10-29T05:34:10.525" v="247" actId="1037"/>
            <ac:spMkLst>
              <pc:docMk/>
              <pc:sldMasterMk cId="2438003078" sldId="2147483752"/>
              <pc:sldLayoutMk cId="1769457187" sldId="2147483759"/>
              <ac:spMk id="6" creationId="{00000000-0000-0000-0000-000000000000}"/>
            </ac:spMkLst>
          </pc:spChg>
        </pc:sldLayoutChg>
      </pc:sldMasterChg>
      <pc:sldMasterChg chg="modSldLayout">
        <pc:chgData name="YIU, cwyiu [IC]" userId="bf614949-7652-487e-94c4-bd05b6d44df9" providerId="ADAL" clId="{E7BD8F4C-33A1-4EA5-B9EC-E33B1E25C004}" dt="2026-10-29T05:27:50.425" v="30"/>
        <pc:sldMasterMkLst>
          <pc:docMk/>
          <pc:sldMasterMk cId="1539975751" sldId="2147483818"/>
        </pc:sldMasterMkLst>
        <pc:sldLayoutChg chg="addSp delSp modSp">
          <pc:chgData name="YIU, cwyiu [IC]" userId="bf614949-7652-487e-94c4-bd05b6d44df9" providerId="ADAL" clId="{E7BD8F4C-33A1-4EA5-B9EC-E33B1E25C004}" dt="2026-10-29T05:27:50.425" v="30"/>
          <pc:sldLayoutMkLst>
            <pc:docMk/>
            <pc:sldMasterMk cId="1539975751" sldId="2147483818"/>
            <pc:sldLayoutMk cId="2743983271" sldId="2147483825"/>
          </pc:sldLayoutMkLst>
          <pc:spChg chg="add del">
            <ac:chgData name="YIU, cwyiu [IC]" userId="bf614949-7652-487e-94c4-bd05b6d44df9" providerId="ADAL" clId="{E7BD8F4C-33A1-4EA5-B9EC-E33B1E25C004}" dt="2026-10-29T05:27:50.425" v="30"/>
            <ac:spMkLst>
              <pc:docMk/>
              <pc:sldMasterMk cId="1539975751" sldId="2147483818"/>
              <pc:sldLayoutMk cId="2743983271" sldId="2147483825"/>
              <ac:spMk id="2" creationId="{00000000-0000-0000-0000-000000000000}"/>
            </ac:spMkLst>
          </pc:spChg>
          <pc:spChg chg="add mod">
            <ac:chgData name="YIU, cwyiu [IC]" userId="bf614949-7652-487e-94c4-bd05b6d44df9" providerId="ADAL" clId="{E7BD8F4C-33A1-4EA5-B9EC-E33B1E25C004}" dt="2026-10-29T05:27:46.845" v="28"/>
            <ac:spMkLst>
              <pc:docMk/>
              <pc:sldMasterMk cId="1539975751" sldId="2147483818"/>
              <pc:sldLayoutMk cId="2743983271" sldId="2147483825"/>
              <ac:spMk id="5" creationId="{47B337DF-530C-537C-B57C-36BC13679169}"/>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2949575" cy="498475"/>
          </a:xfrm>
          <a:prstGeom prst="rect">
            <a:avLst/>
          </a:prstGeom>
        </p:spPr>
        <p:txBody>
          <a:bodyPr vert="horz" lIns="91413" tIns="45705" rIns="91413" bIns="45705" rtlCol="0"/>
          <a:lstStyle>
            <a:lvl1pPr algn="l">
              <a:defRPr sz="1200"/>
            </a:lvl1pPr>
          </a:lstStyle>
          <a:p>
            <a:endParaRPr lang="en-US"/>
          </a:p>
        </p:txBody>
      </p:sp>
      <p:sp>
        <p:nvSpPr>
          <p:cNvPr id="3" name="Date Placeholder 2"/>
          <p:cNvSpPr>
            <a:spLocks noGrp="1"/>
          </p:cNvSpPr>
          <p:nvPr>
            <p:ph type="dt" sz="quarter" idx="1"/>
          </p:nvPr>
        </p:nvSpPr>
        <p:spPr>
          <a:xfrm>
            <a:off x="3856041" y="4"/>
            <a:ext cx="2949575" cy="498475"/>
          </a:xfrm>
          <a:prstGeom prst="rect">
            <a:avLst/>
          </a:prstGeom>
        </p:spPr>
        <p:txBody>
          <a:bodyPr vert="horz" lIns="91413" tIns="45705" rIns="91413" bIns="45705" rtlCol="0"/>
          <a:lstStyle>
            <a:lvl1pPr algn="r">
              <a:defRPr sz="1200"/>
            </a:lvl1pPr>
          </a:lstStyle>
          <a:p>
            <a:fld id="{BF5934A5-43C8-400F-83ED-125644D1B4B6}" type="datetimeFigureOut">
              <a:rPr lang="en-US" smtClean="0"/>
              <a:t>10/29/2026</a:t>
            </a:fld>
            <a:endParaRPr lang="en-US"/>
          </a:p>
        </p:txBody>
      </p:sp>
      <p:sp>
        <p:nvSpPr>
          <p:cNvPr id="4" name="Footer Placeholder 3"/>
          <p:cNvSpPr>
            <a:spLocks noGrp="1"/>
          </p:cNvSpPr>
          <p:nvPr>
            <p:ph type="ftr" sz="quarter" idx="2"/>
          </p:nvPr>
        </p:nvSpPr>
        <p:spPr>
          <a:xfrm>
            <a:off x="0" y="9440865"/>
            <a:ext cx="2949575" cy="498475"/>
          </a:xfrm>
          <a:prstGeom prst="rect">
            <a:avLst/>
          </a:prstGeom>
        </p:spPr>
        <p:txBody>
          <a:bodyPr vert="horz" lIns="91413" tIns="45705" rIns="91413" bIns="45705" rtlCol="0" anchor="b"/>
          <a:lstStyle>
            <a:lvl1pPr algn="l">
              <a:defRPr sz="1200"/>
            </a:lvl1pPr>
          </a:lstStyle>
          <a:p>
            <a:endParaRPr lang="en-US"/>
          </a:p>
        </p:txBody>
      </p:sp>
      <p:sp>
        <p:nvSpPr>
          <p:cNvPr id="5" name="Slide Number Placeholder 4"/>
          <p:cNvSpPr>
            <a:spLocks noGrp="1"/>
          </p:cNvSpPr>
          <p:nvPr>
            <p:ph type="sldNum" sz="quarter" idx="3"/>
          </p:nvPr>
        </p:nvSpPr>
        <p:spPr>
          <a:xfrm>
            <a:off x="3856041" y="9440865"/>
            <a:ext cx="2949575" cy="498475"/>
          </a:xfrm>
          <a:prstGeom prst="rect">
            <a:avLst/>
          </a:prstGeom>
        </p:spPr>
        <p:txBody>
          <a:bodyPr vert="horz" lIns="91413" tIns="45705" rIns="91413" bIns="45705" rtlCol="0" anchor="b"/>
          <a:lstStyle>
            <a:lvl1pPr algn="r">
              <a:defRPr sz="1200"/>
            </a:lvl1pPr>
          </a:lstStyle>
          <a:p>
            <a:fld id="{6BCA81CD-CDA4-4F98-8BE1-42F2930693C1}" type="slidenum">
              <a:rPr lang="en-US" smtClean="0"/>
              <a:t>‹#›</a:t>
            </a:fld>
            <a:endParaRPr lang="en-US"/>
          </a:p>
        </p:txBody>
      </p:sp>
    </p:spTree>
    <p:extLst>
      <p:ext uri="{BB962C8B-B14F-4D97-AF65-F5344CB8AC3E}">
        <p14:creationId xmlns:p14="http://schemas.microsoft.com/office/powerpoint/2010/main" val="314107209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0"/>
            <a:ext cx="2949786" cy="498693"/>
          </a:xfrm>
          <a:prstGeom prst="rect">
            <a:avLst/>
          </a:prstGeom>
        </p:spPr>
        <p:txBody>
          <a:bodyPr vert="horz" lIns="91413" tIns="45705" rIns="91413" bIns="45705" rtlCol="0"/>
          <a:lstStyle>
            <a:lvl1pPr algn="l">
              <a:defRPr sz="1200"/>
            </a:lvl1pPr>
          </a:lstStyle>
          <a:p>
            <a:endParaRPr lang="en-US"/>
          </a:p>
        </p:txBody>
      </p:sp>
      <p:sp>
        <p:nvSpPr>
          <p:cNvPr id="3" name="Date Placeholder 2"/>
          <p:cNvSpPr>
            <a:spLocks noGrp="1"/>
          </p:cNvSpPr>
          <p:nvPr>
            <p:ph type="dt" idx="1"/>
          </p:nvPr>
        </p:nvSpPr>
        <p:spPr>
          <a:xfrm>
            <a:off x="3855839" y="0"/>
            <a:ext cx="2949786" cy="498693"/>
          </a:xfrm>
          <a:prstGeom prst="rect">
            <a:avLst/>
          </a:prstGeom>
        </p:spPr>
        <p:txBody>
          <a:bodyPr vert="horz" lIns="91413" tIns="45705" rIns="91413" bIns="45705" rtlCol="0"/>
          <a:lstStyle>
            <a:lvl1pPr algn="r">
              <a:defRPr sz="1200"/>
            </a:lvl1pPr>
          </a:lstStyle>
          <a:p>
            <a:fld id="{8EC4B289-3E5C-46AB-A663-ABFEAE97BE4E}" type="datetimeFigureOut">
              <a:rPr lang="en-US" smtClean="0"/>
              <a:t>10/29/2026</a:t>
            </a:fld>
            <a:endParaRPr lang="en-US"/>
          </a:p>
        </p:txBody>
      </p:sp>
      <p:sp>
        <p:nvSpPr>
          <p:cNvPr id="4" name="Slide Image Placeholder 3"/>
          <p:cNvSpPr>
            <a:spLocks noGrp="1" noRot="1" noChangeAspect="1"/>
          </p:cNvSpPr>
          <p:nvPr>
            <p:ph type="sldImg" idx="2"/>
          </p:nvPr>
        </p:nvSpPr>
        <p:spPr>
          <a:xfrm>
            <a:off x="425450" y="1244600"/>
            <a:ext cx="5956300" cy="3351213"/>
          </a:xfrm>
          <a:prstGeom prst="rect">
            <a:avLst/>
          </a:prstGeom>
          <a:noFill/>
          <a:ln w="12700">
            <a:solidFill>
              <a:prstClr val="black"/>
            </a:solidFill>
          </a:ln>
        </p:spPr>
        <p:txBody>
          <a:bodyPr vert="horz" lIns="91413" tIns="45705" rIns="91413" bIns="45705" rtlCol="0" anchor="ctr"/>
          <a:lstStyle/>
          <a:p>
            <a:endParaRPr lang="en-US"/>
          </a:p>
        </p:txBody>
      </p:sp>
      <p:sp>
        <p:nvSpPr>
          <p:cNvPr id="5" name="Notes Placeholder 4"/>
          <p:cNvSpPr>
            <a:spLocks noGrp="1"/>
          </p:cNvSpPr>
          <p:nvPr>
            <p:ph type="body" sz="quarter" idx="3"/>
          </p:nvPr>
        </p:nvSpPr>
        <p:spPr>
          <a:xfrm>
            <a:off x="680721" y="4783308"/>
            <a:ext cx="5445760" cy="3913613"/>
          </a:xfrm>
          <a:prstGeom prst="rect">
            <a:avLst/>
          </a:prstGeom>
        </p:spPr>
        <p:txBody>
          <a:bodyPr vert="horz" lIns="91413" tIns="45705" rIns="91413" bIns="4570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9440647"/>
            <a:ext cx="2949786" cy="498693"/>
          </a:xfrm>
          <a:prstGeom prst="rect">
            <a:avLst/>
          </a:prstGeom>
        </p:spPr>
        <p:txBody>
          <a:bodyPr vert="horz" lIns="91413" tIns="45705" rIns="91413" bIns="45705" rtlCol="0" anchor="b"/>
          <a:lstStyle>
            <a:lvl1pPr algn="l">
              <a:defRPr sz="1200"/>
            </a:lvl1pPr>
          </a:lstStyle>
          <a:p>
            <a:endParaRPr lang="en-US"/>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13" tIns="45705" rIns="91413" bIns="45705" rtlCol="0" anchor="b"/>
          <a:lstStyle>
            <a:lvl1pPr algn="r">
              <a:defRPr sz="1200"/>
            </a:lvl1pPr>
          </a:lstStyle>
          <a:p>
            <a:fld id="{CE35B497-5CA4-44A6-B26C-BA761C645359}" type="slidenum">
              <a:rPr lang="en-US" smtClean="0"/>
              <a:t>‹#›</a:t>
            </a:fld>
            <a:endParaRPr lang="en-US"/>
          </a:p>
        </p:txBody>
      </p:sp>
    </p:spTree>
    <p:extLst>
      <p:ext uri="{BB962C8B-B14F-4D97-AF65-F5344CB8AC3E}">
        <p14:creationId xmlns:p14="http://schemas.microsoft.com/office/powerpoint/2010/main" val="2379494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Welcome everyone! Before we dive in, let's review today's workshop agenda: 1. We will use Google </a:t>
            </a:r>
            <a:r>
              <a:rPr lang="en-US" dirty="0" err="1"/>
              <a:t>Colab</a:t>
            </a:r>
            <a:r>
              <a:rPr lang="en-US" dirty="0"/>
              <a:t> (with a free 16GB T4 GPU) as our cloud runtime environment to execute </a:t>
            </a:r>
            <a:r>
              <a:rPr lang="en-US" dirty="0" err="1"/>
              <a:t>ComfyUI</a:t>
            </a:r>
            <a:r>
              <a:rPr lang="en-US" dirty="0"/>
              <a:t>—so nobody needs a gaming PC or complex local installation. 2. Because this course is part of the Generative AI 2nd Major with students from many non-engineering and non-computing departments, we'll first explain why we use </a:t>
            </a:r>
            <a:r>
              <a:rPr lang="en-US" dirty="0" err="1"/>
              <a:t>ComfyUI</a:t>
            </a:r>
            <a:r>
              <a:rPr lang="en-US" dirty="0"/>
              <a:t> instead of raw Python code. 3. Finally, we will build and run a complete Text-to-Image workflow step by step.</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11</a:t>
            </a:fld>
            <a:endParaRPr lang="en-US"/>
          </a:p>
        </p:txBody>
      </p:sp>
    </p:spTree>
    <p:extLst>
      <p:ext uri="{BB962C8B-B14F-4D97-AF65-F5344CB8AC3E}">
        <p14:creationId xmlns:p14="http://schemas.microsoft.com/office/powerpoint/2010/main" val="107479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Students often ask: 'If Python and </a:t>
            </a:r>
            <a:r>
              <a:rPr lang="en-US" dirty="0" err="1"/>
              <a:t>ComfyUI</a:t>
            </a:r>
            <a:r>
              <a:rPr lang="en-US" dirty="0"/>
              <a:t> can both generate the exact same image, why don't we just write Python code—or why do we need </a:t>
            </a:r>
            <a:r>
              <a:rPr lang="en-US" dirty="0" err="1"/>
              <a:t>ComfyUI</a:t>
            </a:r>
            <a:r>
              <a:rPr lang="en-US" dirty="0"/>
              <a:t>?' This is especially important in our Generative AI 2nd Major course, where many of you come from non-engineering or non-computing departments like business, arts, design, humanities, or social sciences. First, </a:t>
            </a:r>
            <a:r>
              <a:rPr lang="en-US" dirty="0" err="1"/>
              <a:t>ComfyUI</a:t>
            </a:r>
            <a:r>
              <a:rPr lang="en-US" dirty="0"/>
              <a:t> actually runs Python and </a:t>
            </a:r>
            <a:r>
              <a:rPr lang="en-US" dirty="0" err="1"/>
              <a:t>PyTorch</a:t>
            </a:r>
            <a:r>
              <a:rPr lang="en-US" dirty="0"/>
              <a:t> under the hood on our Google </a:t>
            </a:r>
            <a:r>
              <a:rPr lang="en-US" dirty="0" err="1"/>
              <a:t>Colab</a:t>
            </a:r>
            <a:r>
              <a:rPr lang="en-US" dirty="0"/>
              <a:t> GPU—so you get 100% of the same mathematical power and image quality. Second, instead of spending hours debugging Python syntax, tensor shapes, and CUDA memory errors, </a:t>
            </a:r>
            <a:r>
              <a:rPr lang="en-US" dirty="0" err="1"/>
              <a:t>ComfyUI</a:t>
            </a:r>
            <a:r>
              <a:rPr lang="en-US" dirty="0"/>
              <a:t> gives you a visual 'glass-box' interface where you wire AI components together like Lego blocks. Third, </a:t>
            </a:r>
            <a:r>
              <a:rPr lang="en-US" dirty="0" err="1"/>
              <a:t>ComfyUI</a:t>
            </a:r>
            <a:r>
              <a:rPr lang="en-US" dirty="0"/>
              <a:t> has smart execution caching (it only re-runs nodes that changed) and embeds the entire workflow inside every generated PNG image!</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12</a:t>
            </a:fld>
            <a:endParaRPr lang="en-US"/>
          </a:p>
        </p:txBody>
      </p:sp>
    </p:spTree>
    <p:extLst>
      <p:ext uri="{BB962C8B-B14F-4D97-AF65-F5344CB8AC3E}">
        <p14:creationId xmlns:p14="http://schemas.microsoft.com/office/powerpoint/2010/main" val="430039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Text-to-image in </a:t>
            </a:r>
            <a:r>
              <a:rPr lang="en-US" dirty="0" err="1"/>
              <a:t>ComfyUI</a:t>
            </a:r>
            <a:r>
              <a:rPr lang="en-US" dirty="0"/>
              <a:t> relies on three core elements: 1. The Artist (the image generation checkpoint model), 2. The Canvas (the latent space), and 3. Image Requirements (positive prompts for what you want, and negative prompts for what you want to exclude).</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13</a:t>
            </a:fld>
            <a:endParaRPr lang="en-US"/>
          </a:p>
        </p:txBody>
      </p:sp>
    </p:spTree>
    <p:extLst>
      <p:ext uri="{BB962C8B-B14F-4D97-AF65-F5344CB8AC3E}">
        <p14:creationId xmlns:p14="http://schemas.microsoft.com/office/powerpoint/2010/main" val="3700622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does text-to-image work? It is a reverse diffusion process. Our pre-trained checkpoint starts with pure Gaussian noise and denoises it step-by-step based on our text prompts. Crucial concept: Diffusion happens in Latent Space (like an architect's blueprint) rather than Pixel Space (the final visible image) to save memory and computation.</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14</a:t>
            </a:fld>
            <a:endParaRPr lang="en-US"/>
          </a:p>
        </p:txBody>
      </p:sp>
    </p:spTree>
    <p:extLst>
      <p:ext uri="{BB962C8B-B14F-4D97-AF65-F5344CB8AC3E}">
        <p14:creationId xmlns:p14="http://schemas.microsoft.com/office/powerpoint/2010/main" val="2101542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Walk students through the 4 practical steps on Google </a:t>
            </a:r>
            <a:r>
              <a:rPr lang="en-US" dirty="0" err="1"/>
              <a:t>Colab</a:t>
            </a:r>
            <a:r>
              <a:rPr lang="en-US" dirty="0"/>
              <a:t>: 1. Execute the </a:t>
            </a:r>
            <a:r>
              <a:rPr lang="en-US" dirty="0" err="1"/>
              <a:t>Colab</a:t>
            </a:r>
            <a:r>
              <a:rPr lang="en-US" dirty="0"/>
              <a:t> cells to download v1-5-pruned-emaonly-fp16.safetensors into </a:t>
            </a:r>
            <a:r>
              <a:rPr lang="en-US" dirty="0" err="1"/>
              <a:t>ComfyUI</a:t>
            </a:r>
            <a:r>
              <a:rPr lang="en-US" dirty="0"/>
              <a:t>/models/checkpoints and launch the </a:t>
            </a:r>
            <a:r>
              <a:rPr lang="en-US" dirty="0" err="1"/>
              <a:t>ComfyUI</a:t>
            </a:r>
            <a:r>
              <a:rPr lang="en-US" dirty="0"/>
              <a:t> web link. 2. Drag the workflow PNG into the </a:t>
            </a:r>
            <a:r>
              <a:rPr lang="en-US" dirty="0" err="1"/>
              <a:t>ComfyUI</a:t>
            </a:r>
            <a:r>
              <a:rPr lang="en-US" dirty="0"/>
              <a:t> workspace or press </a:t>
            </a:r>
            <a:r>
              <a:rPr lang="en-US" dirty="0" err="1"/>
              <a:t>Ctrl+O</a:t>
            </a:r>
            <a:r>
              <a:rPr lang="en-US" dirty="0"/>
              <a:t>. 3. Verify the checkpoint is selected (not null) and press </a:t>
            </a:r>
            <a:r>
              <a:rPr lang="en-US" dirty="0" err="1"/>
              <a:t>Ctrl+Enter</a:t>
            </a:r>
            <a:r>
              <a:rPr lang="en-US" dirty="0"/>
              <a:t> (Queue). 4. Start editing the Positive and Negative CLIP Text Encoder nodes.</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15</a:t>
            </a:fld>
            <a:endParaRPr lang="en-US"/>
          </a:p>
        </p:txBody>
      </p:sp>
    </p:spTree>
    <p:extLst>
      <p:ext uri="{BB962C8B-B14F-4D97-AF65-F5344CB8AC3E}">
        <p14:creationId xmlns:p14="http://schemas.microsoft.com/office/powerpoint/2010/main" val="2612825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shows how all 6 nodes in the </a:t>
            </a:r>
            <a:r>
              <a:rPr lang="en-US" dirty="0" err="1"/>
              <a:t>ComfyUI</a:t>
            </a:r>
            <a:r>
              <a:rPr lang="en-US" dirty="0"/>
              <a:t> Text-to-Image workflow connect. Notice how Load Checkpoint feeds three different places: MODEL goes to </a:t>
            </a:r>
            <a:r>
              <a:rPr lang="en-US" dirty="0" err="1"/>
              <a:t>KSampler</a:t>
            </a:r>
            <a:r>
              <a:rPr lang="en-US" dirty="0"/>
              <a:t>, CLIP goes to both CLIP Text Encoders, and VAE goes all the way to VAE Decode at the end.</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16</a:t>
            </a:fld>
            <a:endParaRPr lang="en-US"/>
          </a:p>
        </p:txBody>
      </p:sp>
    </p:spTree>
    <p:extLst>
      <p:ext uri="{BB962C8B-B14F-4D97-AF65-F5344CB8AC3E}">
        <p14:creationId xmlns:p14="http://schemas.microsoft.com/office/powerpoint/2010/main" val="2853647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 1 of our Node Explanation covers our three input nodes: A. Load Checkpoint (which bundles MODEL/</a:t>
            </a:r>
            <a:r>
              <a:rPr lang="en-US" dirty="0" err="1"/>
              <a:t>UNet</a:t>
            </a:r>
            <a:r>
              <a:rPr lang="en-US" dirty="0"/>
              <a:t>, CLIP, and VAE), B. Empty Latent Image (which creates the pure noise latent canvas and sets image dimensions), and C. CLIP Text Encoder (which turns positive and negative text prompts into semantic conditioning vectors).</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17</a:t>
            </a:fld>
            <a:endParaRPr lang="en-US"/>
          </a:p>
        </p:txBody>
      </p:sp>
    </p:spTree>
    <p:extLst>
      <p:ext uri="{BB962C8B-B14F-4D97-AF65-F5344CB8AC3E}">
        <p14:creationId xmlns:p14="http://schemas.microsoft.com/office/powerpoint/2010/main" val="3839676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 2 covers the processing and output nodes: D. </a:t>
            </a:r>
            <a:r>
              <a:rPr lang="en-US" dirty="0" err="1"/>
              <a:t>KSampler</a:t>
            </a:r>
            <a:r>
              <a:rPr lang="en-US" dirty="0"/>
              <a:t> is the core node where seed-initialized noise is iteratively denoised over 'steps' guided by Positive and Negative conditions. E. VAE Decode translates the finished latent image into pixel space. F. Save Image previews the result and writes it to the </a:t>
            </a:r>
            <a:r>
              <a:rPr lang="en-US" dirty="0" err="1"/>
              <a:t>ComfyUI</a:t>
            </a:r>
            <a:r>
              <a:rPr lang="en-US" dirty="0"/>
              <a:t>/output directory.</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18</a:t>
            </a:fld>
            <a:endParaRPr lang="en-US"/>
          </a:p>
        </p:txBody>
      </p:sp>
    </p:spTree>
    <p:extLst>
      <p:ext uri="{BB962C8B-B14F-4D97-AF65-F5344CB8AC3E}">
        <p14:creationId xmlns:p14="http://schemas.microsoft.com/office/powerpoint/2010/main" val="235565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all 11 </a:t>
            </a:r>
            <a:r>
              <a:rPr lang="en-US" dirty="0" err="1"/>
              <a:t>KSampler</a:t>
            </a:r>
            <a:r>
              <a:rPr lang="en-US" dirty="0"/>
              <a:t> parameters from the official documentation. Highlight key tuning knobs for beginners: 'seed' controls randomness, 'steps' controls iteration count, '</a:t>
            </a:r>
            <a:r>
              <a:rPr lang="en-US" dirty="0" err="1"/>
              <a:t>cfg</a:t>
            </a:r>
            <a:r>
              <a:rPr lang="en-US" dirty="0"/>
              <a:t>' controls how strictly the model obeys the prompt, and 'denoise' is set to 1.0 in Text-to-Image because we start from 100% pure noise.</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19</a:t>
            </a:fld>
            <a:endParaRPr lang="en-US"/>
          </a:p>
        </p:txBody>
      </p:sp>
    </p:spTree>
    <p:extLst>
      <p:ext uri="{BB962C8B-B14F-4D97-AF65-F5344CB8AC3E}">
        <p14:creationId xmlns:p14="http://schemas.microsoft.com/office/powerpoint/2010/main" val="3659489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Teach students the 6 golden rules of prompting SD1.5: use English, comma-separated phrases, specific descriptions, weight syntax like (golden hour:1.2), and quality boosters like 'masterpiece, best quality, 4k'. Have students copy and test the three provided prompt templates: Anime, Realistic, and Specific Artist Style.</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20</a:t>
            </a:fld>
            <a:endParaRPr lang="en-US"/>
          </a:p>
        </p:txBody>
      </p:sp>
    </p:spTree>
    <p:extLst>
      <p:ext uri="{BB962C8B-B14F-4D97-AF65-F5344CB8AC3E}">
        <p14:creationId xmlns:p14="http://schemas.microsoft.com/office/powerpoint/2010/main" val="3659179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Introduce Stable Diffusion 1.5 (SD1.5). Released in October 2022 by Stability AI, it is a 4GB Latent Diffusion Model trained at 512x512 on LAION-Aesthetics v2.5. Next, we will connect these specs directly to our workshop hardware: Google </a:t>
            </a:r>
            <a:r>
              <a:rPr lang="en-US" dirty="0" err="1"/>
              <a:t>Colab</a:t>
            </a:r>
            <a:r>
              <a:rPr lang="en-US" dirty="0"/>
              <a:t> with a 16GB VRAM T4 GPU.</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21</a:t>
            </a:fld>
            <a:endParaRPr lang="en-US"/>
          </a:p>
        </p:txBody>
      </p:sp>
    </p:spTree>
    <p:extLst>
      <p:ext uri="{BB962C8B-B14F-4D97-AF65-F5344CB8AC3E}">
        <p14:creationId xmlns:p14="http://schemas.microsoft.com/office/powerpoint/2010/main" val="1198058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the practical hardware limitation of our workshop: we are running on Google </a:t>
            </a:r>
            <a:r>
              <a:rPr lang="en-US" dirty="0" err="1"/>
              <a:t>Colab</a:t>
            </a:r>
            <a:r>
              <a:rPr lang="en-US" dirty="0"/>
              <a:t> with an NVIDIA T4 GPU, which provides 16 GB of VRAM. While 16 GB is generous compared to entry-level 6 GB consumer laptops, AI models eat VRAM quickly. Show the comparison table: SD1.5 fp16 only takes ~4 GB on disk and ~5-6 GB active VRAM, leaving ~10 GB of headroom on the T4 for fast generation, </a:t>
            </a:r>
            <a:r>
              <a:rPr lang="en-US" dirty="0" err="1"/>
              <a:t>LoRAs</a:t>
            </a:r>
            <a:r>
              <a:rPr lang="en-US" dirty="0"/>
              <a:t>, and ControlNet without Out-Of-Memory crashes—whereas Flux or unquantized SD3 can easily max out a 16 GB T4.</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22</a:t>
            </a:fld>
            <a:endParaRPr lang="en-US"/>
          </a:p>
        </p:txBody>
      </p:sp>
    </p:spTree>
    <p:extLst>
      <p:ext uri="{BB962C8B-B14F-4D97-AF65-F5344CB8AC3E}">
        <p14:creationId xmlns:p14="http://schemas.microsoft.com/office/powerpoint/2010/main" val="2661427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Welcome to the Image-to-Video (I2V) workshop! Today's agenda builds directly on our previous Text-to-Image session: 1. We will use our Cloud GPU runtime (</a:t>
            </a:r>
            <a:r>
              <a:rPr lang="en-US" dirty="0" err="1"/>
              <a:t>Colab</a:t>
            </a:r>
            <a:r>
              <a:rPr lang="en-US" dirty="0"/>
              <a:t>/Kaggle T4 16GB VRAM) to launch </a:t>
            </a:r>
            <a:r>
              <a:rPr lang="en-US" dirty="0" err="1"/>
              <a:t>ComfyUI</a:t>
            </a:r>
            <a:r>
              <a:rPr lang="en-US" dirty="0"/>
              <a:t>. 2. We will explore how Image-to-Video turns a static photo (like tiger.png) into an 81-frame video clip. 3. We will dissect and run the 'wan2.2-i2v-rapid-aio-gguf-fixed.json' workflow step by step.</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25</a:t>
            </a:fld>
            <a:endParaRPr lang="en-US"/>
          </a:p>
        </p:txBody>
      </p:sp>
    </p:spTree>
    <p:extLst>
      <p:ext uri="{BB962C8B-B14F-4D97-AF65-F5344CB8AC3E}">
        <p14:creationId xmlns:p14="http://schemas.microsoft.com/office/powerpoint/2010/main" val="1096920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Compare our previous Text-to-Image workflow with today's Image-to-Video workflow. For students from non-computing departments, notice how </a:t>
            </a:r>
            <a:r>
              <a:rPr lang="en-US" dirty="0" err="1"/>
              <a:t>ComfyUI</a:t>
            </a:r>
            <a:r>
              <a:rPr lang="en-US" dirty="0"/>
              <a:t> uses the exact same core concepts (Loaders, Conditioning, </a:t>
            </a:r>
            <a:r>
              <a:rPr lang="en-US" dirty="0" err="1"/>
              <a:t>KSampler</a:t>
            </a:r>
            <a:r>
              <a:rPr lang="en-US" dirty="0"/>
              <a:t>, VAE Decode), making the leap from 2D images to 3D video intuitive without having to write complex </a:t>
            </a:r>
            <a:r>
              <a:rPr lang="en-US" dirty="0" err="1"/>
              <a:t>PyTorch</a:t>
            </a:r>
            <a:r>
              <a:rPr lang="en-US" dirty="0"/>
              <a:t> or </a:t>
            </a:r>
            <a:r>
              <a:rPr lang="en-US" dirty="0" err="1"/>
              <a:t>FFmpeg</a:t>
            </a:r>
            <a:r>
              <a:rPr lang="en-US" dirty="0"/>
              <a:t> scripts.</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26</a:t>
            </a:fld>
            <a:endParaRPr lang="en-US"/>
          </a:p>
        </p:txBody>
      </p:sp>
    </p:spTree>
    <p:extLst>
      <p:ext uri="{BB962C8B-B14F-4D97-AF65-F5344CB8AC3E}">
        <p14:creationId xmlns:p14="http://schemas.microsoft.com/office/powerpoint/2010/main" val="1049443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dirty="0"/>
              <a:t>Use the Film Director analogy to explain Image-to-Video (I2V): 1. Opening Keyframe (</a:t>
            </a:r>
            <a:r>
              <a:rPr lang="en-HK" dirty="0" err="1"/>
              <a:t>LoadImage</a:t>
            </a:r>
            <a:r>
              <a:rPr lang="en-HK" dirty="0"/>
              <a:t> + Resize gives the exact visual starting point, tiger.png). 2. Action Script (</a:t>
            </a:r>
            <a:r>
              <a:rPr lang="en-HK" dirty="0" err="1"/>
              <a:t>CLIPTextEncode</a:t>
            </a:r>
            <a:r>
              <a:rPr lang="en-HK" dirty="0"/>
              <a:t> describes the motion: 'The tiger across the road'). 3. The Film Reel (</a:t>
            </a:r>
            <a:r>
              <a:rPr lang="en-HK" dirty="0" err="1"/>
              <a:t>WanImageToVideo</a:t>
            </a:r>
            <a:r>
              <a:rPr lang="en-HK" dirty="0"/>
              <a:t> creates a 3D video latent space for 81 frames). 4. The Animator (Wan 2.2 Rapid GGUF + </a:t>
            </a:r>
            <a:r>
              <a:rPr lang="en-HK" dirty="0" err="1"/>
              <a:t>KSampler</a:t>
            </a:r>
            <a:r>
              <a:rPr lang="en-HK" dirty="0"/>
              <a:t> denoises all 81 frames into a coherent video).</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27</a:t>
            </a:fld>
            <a:endParaRPr lang="en-US"/>
          </a:p>
        </p:txBody>
      </p:sp>
    </p:spTree>
    <p:extLst>
      <p:ext uri="{BB962C8B-B14F-4D97-AF65-F5344CB8AC3E}">
        <p14:creationId xmlns:p14="http://schemas.microsoft.com/office/powerpoint/2010/main" val="880644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two core theoretical concepts visible in the JSON workflow: 1. Why does ImageResizeKJv2 send the image to BOTH </a:t>
            </a:r>
            <a:r>
              <a:rPr lang="en-US" dirty="0" err="1"/>
              <a:t>CLIPVisionEncode</a:t>
            </a:r>
            <a:r>
              <a:rPr lang="en-US" dirty="0"/>
              <a:t> (link 28) and </a:t>
            </a:r>
            <a:r>
              <a:rPr lang="en-US" dirty="0" err="1"/>
              <a:t>WanImageToVideo</a:t>
            </a:r>
            <a:r>
              <a:rPr lang="en-US" dirty="0"/>
              <a:t> (link 27)? Because </a:t>
            </a:r>
            <a:r>
              <a:rPr lang="en-US" dirty="0" err="1"/>
              <a:t>CLIPVisionEncode</a:t>
            </a:r>
            <a:r>
              <a:rPr lang="en-US" dirty="0"/>
              <a:t> captures semantic identity ('what the tiger looks like') while </a:t>
            </a:r>
            <a:r>
              <a:rPr lang="en-US" dirty="0" err="1"/>
              <a:t>WanImageToVideo</a:t>
            </a:r>
            <a:r>
              <a:rPr lang="en-US" dirty="0"/>
              <a:t> + VAE locks the exact pixels of Frame #1. 2. Why is length set to 81 frames? Because Wan's 3D VAE compresses time by 4x after the first starting frame (4 * 20 + 1 = 81 frames = 3.375s at 24fps).</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28</a:t>
            </a:fld>
            <a:endParaRPr lang="en-US"/>
          </a:p>
        </p:txBody>
      </p:sp>
    </p:spTree>
    <p:extLst>
      <p:ext uri="{BB962C8B-B14F-4D97-AF65-F5344CB8AC3E}">
        <p14:creationId xmlns:p14="http://schemas.microsoft.com/office/powerpoint/2010/main" val="3468639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Students will immediately notice that instead of a single 'Load Checkpoint' node like in SD1.5, this workflow has 4 separate loader nodes on the left. Explain why: Video models are huge! By splitting the </a:t>
            </a:r>
            <a:r>
              <a:rPr lang="en-US" dirty="0" err="1"/>
              <a:t>UNet</a:t>
            </a:r>
            <a:r>
              <a:rPr lang="en-US" dirty="0"/>
              <a:t> (Node 13), CLIP Text Encoder (Node 23), CLIP Vision (Node 12), and VAE (Node 15), we can use 4-bit GGUF quantization (Q4_K) on the </a:t>
            </a:r>
            <a:r>
              <a:rPr lang="en-US" dirty="0" err="1"/>
              <a:t>UNet</a:t>
            </a:r>
            <a:r>
              <a:rPr lang="en-US" dirty="0"/>
              <a:t> and 8-bit (FP8) on the text encoder—allowing a state-of-the-art 14B video model to run on a free 16GB cloud GPU!</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29</a:t>
            </a:fld>
            <a:endParaRPr lang="en-US"/>
          </a:p>
        </p:txBody>
      </p:sp>
    </p:spTree>
    <p:extLst>
      <p:ext uri="{BB962C8B-B14F-4D97-AF65-F5344CB8AC3E}">
        <p14:creationId xmlns:p14="http://schemas.microsoft.com/office/powerpoint/2010/main" val="3702496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maps out all 13 nodes and 20 connections from wan2.2-i2v-rapid-aio-gguf-fixed.json. Walk students from left to right: Column 1 loads the 4 split models and the input image ('tiger.png'). Column 2 encodes the text prompts, applies the SD3 shift=8.0 to the model, and resizes the image to 512x512. Column 3 encodes CLIP Vision and merges everything inside Node #9 (</a:t>
            </a:r>
            <a:r>
              <a:rPr lang="en-US" dirty="0" err="1"/>
              <a:t>WanImageToVideo</a:t>
            </a:r>
            <a:r>
              <a:rPr lang="en-US" dirty="0"/>
              <a:t>). Column 4 runs 4-step Rapid </a:t>
            </a:r>
            <a:r>
              <a:rPr lang="en-US" dirty="0" err="1"/>
              <a:t>KSampling</a:t>
            </a:r>
            <a:r>
              <a:rPr lang="en-US" dirty="0"/>
              <a:t>, and Column 5 decodes the 81 frames and combines them into a 24fps MP4 video.</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30</a:t>
            </a:fld>
            <a:endParaRPr lang="en-US"/>
          </a:p>
        </p:txBody>
      </p:sp>
    </p:spTree>
    <p:extLst>
      <p:ext uri="{BB962C8B-B14F-4D97-AF65-F5344CB8AC3E}">
        <p14:creationId xmlns:p14="http://schemas.microsoft.com/office/powerpoint/2010/main" val="1005415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dirty="0"/>
              <a:t>Part 1 of our Node Deep Dive explains the 5 setup nodes on the left side of the graph: Node #13 (</a:t>
            </a:r>
            <a:r>
              <a:rPr lang="en-HK" dirty="0" err="1"/>
              <a:t>UnetLoaderGGUF</a:t>
            </a:r>
            <a:r>
              <a:rPr lang="en-HK" dirty="0"/>
              <a:t>) + Node #2 (ModelSamplingSD3 with shift=8.0), Node #23 (</a:t>
            </a:r>
            <a:r>
              <a:rPr lang="en-HK" dirty="0" err="1"/>
              <a:t>CLIPLoader</a:t>
            </a:r>
            <a:r>
              <a:rPr lang="en-HK" dirty="0"/>
              <a:t> with umt5_xxl_fp8 and type='wan'), Node #12 (</a:t>
            </a:r>
            <a:r>
              <a:rPr lang="en-HK" dirty="0" err="1"/>
              <a:t>CLIPVisionLoader</a:t>
            </a:r>
            <a:r>
              <a:rPr lang="en-HK" dirty="0"/>
              <a:t>), and Node #15 (</a:t>
            </a:r>
            <a:r>
              <a:rPr lang="en-HK" dirty="0" err="1"/>
              <a:t>VAELoader</a:t>
            </a:r>
            <a:r>
              <a:rPr lang="en-HK" dirty="0"/>
              <a:t>).</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31</a:t>
            </a:fld>
            <a:endParaRPr lang="en-US"/>
          </a:p>
        </p:txBody>
      </p:sp>
    </p:spTree>
    <p:extLst>
      <p:ext uri="{BB962C8B-B14F-4D97-AF65-F5344CB8AC3E}">
        <p14:creationId xmlns:p14="http://schemas.microsoft.com/office/powerpoint/2010/main" val="1282669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Highlight two very practical details from the JSON on this slide: 1. In Node #16 (ImageResizeKJv2), its width (512) and height (512) integer outputs are wired into Node #9 (</a:t>
            </a:r>
            <a:r>
              <a:rPr lang="en-US" dirty="0" err="1"/>
              <a:t>WanImageToVideo</a:t>
            </a:r>
            <a:r>
              <a:rPr lang="en-US" dirty="0"/>
              <a:t>). That means students only ever need to change resolution inside ImageResizeKJv2! 2. Node #4 is titled 'Negative (leave blank)' because with CFG=1.0 in our Rapid distilled model, negative prompts are ignored to double inference speed.</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32</a:t>
            </a:fld>
            <a:endParaRPr lang="en-US"/>
          </a:p>
        </p:txBody>
      </p:sp>
    </p:spTree>
    <p:extLst>
      <p:ext uri="{BB962C8B-B14F-4D97-AF65-F5344CB8AC3E}">
        <p14:creationId xmlns:p14="http://schemas.microsoft.com/office/powerpoint/2010/main" val="3983173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Walk students through Node #9 (</a:t>
            </a:r>
            <a:r>
              <a:rPr lang="en-US" dirty="0" err="1"/>
              <a:t>WanImageToVideo</a:t>
            </a:r>
            <a:r>
              <a:rPr lang="en-US" dirty="0"/>
              <a:t>). It is the most important bridge node in the entire workflow. Notice how it takes 7 inputs (positive, negative, </a:t>
            </a:r>
            <a:r>
              <a:rPr lang="en-US" dirty="0" err="1"/>
              <a:t>vae</a:t>
            </a:r>
            <a:r>
              <a:rPr lang="en-US" dirty="0"/>
              <a:t>, </a:t>
            </a:r>
            <a:r>
              <a:rPr lang="en-US" dirty="0" err="1"/>
              <a:t>clip_vision_output</a:t>
            </a:r>
            <a:r>
              <a:rPr lang="en-US" dirty="0"/>
              <a:t>, </a:t>
            </a:r>
            <a:r>
              <a:rPr lang="en-US" dirty="0" err="1"/>
              <a:t>start_image</a:t>
            </a:r>
            <a:r>
              <a:rPr lang="en-US" dirty="0"/>
              <a:t>, width, height) and outputs the video-enriched positive/negative conditioning plus the 81-frame 3D latent image to </a:t>
            </a:r>
            <a:r>
              <a:rPr lang="en-US" dirty="0" err="1"/>
              <a:t>KSampler</a:t>
            </a:r>
            <a:r>
              <a:rPr lang="en-US" dirty="0"/>
              <a:t>.</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33</a:t>
            </a:fld>
            <a:endParaRPr lang="en-US"/>
          </a:p>
        </p:txBody>
      </p:sp>
    </p:spTree>
    <p:extLst>
      <p:ext uri="{BB962C8B-B14F-4D97-AF65-F5344CB8AC3E}">
        <p14:creationId xmlns:p14="http://schemas.microsoft.com/office/powerpoint/2010/main" val="3566182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the magic of Node #3 (</a:t>
            </a:r>
            <a:r>
              <a:rPr lang="en-US" dirty="0" err="1"/>
              <a:t>KSampler</a:t>
            </a:r>
            <a:r>
              <a:rPr lang="en-US" dirty="0"/>
              <a:t>) and Node #8 (</a:t>
            </a:r>
            <a:r>
              <a:rPr lang="en-US" dirty="0" err="1"/>
              <a:t>VHS_VideoCombine</a:t>
            </a:r>
            <a:r>
              <a:rPr lang="en-US" dirty="0"/>
              <a:t>): 1. Normally, generating an 81-frame video on a T4 GPU takes 15 to 20 minutes (30+ steps). With the Rapid AIO model, </a:t>
            </a:r>
            <a:r>
              <a:rPr lang="en-US" dirty="0" err="1"/>
              <a:t>KSampler</a:t>
            </a:r>
            <a:r>
              <a:rPr lang="en-US" dirty="0"/>
              <a:t> uses steps=4, </a:t>
            </a:r>
            <a:r>
              <a:rPr lang="en-US" dirty="0" err="1"/>
              <a:t>cfg</a:t>
            </a:r>
            <a:r>
              <a:rPr lang="en-US" dirty="0"/>
              <a:t>=1, </a:t>
            </a:r>
            <a:r>
              <a:rPr lang="en-US" dirty="0" err="1"/>
              <a:t>sa_solver</a:t>
            </a:r>
            <a:r>
              <a:rPr lang="en-US" dirty="0"/>
              <a:t>, and beta scheduler to finish in a fraction of the time! 2. Remind students not to increase CFG above 1.0 on Rapid AIO models. 3. In Node #8 (</a:t>
            </a:r>
            <a:r>
              <a:rPr lang="en-US" dirty="0" err="1"/>
              <a:t>VHS_VideoCombine</a:t>
            </a:r>
            <a:r>
              <a:rPr lang="en-US" dirty="0"/>
              <a:t>), point out that '</a:t>
            </a:r>
            <a:r>
              <a:rPr lang="en-US" dirty="0" err="1"/>
              <a:t>save_output</a:t>
            </a:r>
            <a:r>
              <a:rPr lang="en-US" dirty="0"/>
              <a:t>' is currently 'false' (temp preview mode)—they can toggle it to 'true' or right-click the video player to download their MP4.</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34</a:t>
            </a:fld>
            <a:endParaRPr lang="en-US"/>
          </a:p>
        </p:txBody>
      </p:sp>
    </p:spTree>
    <p:extLst>
      <p:ext uri="{BB962C8B-B14F-4D97-AF65-F5344CB8AC3E}">
        <p14:creationId xmlns:p14="http://schemas.microsoft.com/office/powerpoint/2010/main" val="775684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dirty="0"/>
              <a:t>Guide students through the 4 hands-on steps: Step 1: Run the Cloud GPU setup cells (which install </a:t>
            </a:r>
            <a:r>
              <a:rPr lang="en-HK" dirty="0" err="1"/>
              <a:t>ComfyUI</a:t>
            </a:r>
            <a:r>
              <a:rPr lang="en-HK" dirty="0"/>
              <a:t>-GGUF, </a:t>
            </a:r>
            <a:r>
              <a:rPr lang="en-HK" dirty="0" err="1"/>
              <a:t>KJNodes</a:t>
            </a:r>
            <a:r>
              <a:rPr lang="en-HK" dirty="0"/>
              <a:t>, and </a:t>
            </a:r>
            <a:r>
              <a:rPr lang="en-HK" dirty="0" err="1"/>
              <a:t>VideoHelperSuite</a:t>
            </a:r>
            <a:r>
              <a:rPr lang="en-HK" dirty="0"/>
              <a:t> and download the 4 model files). Step 2: Drag wan2.2-i2v-rapid-aio-gguf-fixed.json into </a:t>
            </a:r>
            <a:r>
              <a:rPr lang="en-HK" dirty="0" err="1"/>
              <a:t>ComfyUI</a:t>
            </a:r>
            <a:r>
              <a:rPr lang="en-HK" dirty="0"/>
              <a:t> and upload an image in Node #10. Step 3: Write a motion prompt in Node #5 (keep Node #4 blank). Step 4: Press </a:t>
            </a:r>
            <a:r>
              <a:rPr lang="en-HK" dirty="0" err="1"/>
              <a:t>Ctrl+Enter</a:t>
            </a:r>
            <a:r>
              <a:rPr lang="en-HK" dirty="0"/>
              <a:t>, wait for the 4 </a:t>
            </a:r>
            <a:r>
              <a:rPr lang="en-HK" dirty="0" err="1"/>
              <a:t>KSampler</a:t>
            </a:r>
            <a:r>
              <a:rPr lang="en-HK" dirty="0"/>
              <a:t> steps to finish, and right-click Node #8 to save the MP4 video.</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35</a:t>
            </a:fld>
            <a:endParaRPr lang="en-US"/>
          </a:p>
        </p:txBody>
      </p:sp>
    </p:spTree>
    <p:extLst>
      <p:ext uri="{BB962C8B-B14F-4D97-AF65-F5344CB8AC3E}">
        <p14:creationId xmlns:p14="http://schemas.microsoft.com/office/powerpoint/2010/main" val="6905312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Wrap up the workshop with practical prompting and VRAM tips: 1. In I2V, students shouldn't write long static descriptions like in SD1.5—instead, use the 3-Part Motion Formula: [Subject Action] + [Environment Motion] + [Camera Movement]. 2. On a 16GB Cloud GPU, keep resolution around 512x512 (or 640x384 / 384x640), frame length at 49 or 81 (4k+1 rule), steps at 4, and CFG at 1.0.</a:t>
            </a:r>
          </a:p>
          <a:p>
            <a:endParaRPr lang="en-HK" dirty="0"/>
          </a:p>
        </p:txBody>
      </p:sp>
      <p:sp>
        <p:nvSpPr>
          <p:cNvPr id="4" name="Slide Number Placeholder 3"/>
          <p:cNvSpPr>
            <a:spLocks noGrp="1"/>
          </p:cNvSpPr>
          <p:nvPr>
            <p:ph type="sldNum" sz="quarter" idx="5"/>
          </p:nvPr>
        </p:nvSpPr>
        <p:spPr/>
        <p:txBody>
          <a:bodyPr/>
          <a:lstStyle/>
          <a:p>
            <a:fld id="{CE35B497-5CA4-44A6-B26C-BA761C645359}" type="slidenum">
              <a:rPr lang="en-US" smtClean="0"/>
              <a:t>36</a:t>
            </a:fld>
            <a:endParaRPr lang="en-US"/>
          </a:p>
        </p:txBody>
      </p:sp>
    </p:spTree>
    <p:extLst>
      <p:ext uri="{BB962C8B-B14F-4D97-AF65-F5344CB8AC3E}">
        <p14:creationId xmlns:p14="http://schemas.microsoft.com/office/powerpoint/2010/main" val="268975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emf"/><Relationship Id="rId1" Type="http://schemas.openxmlformats.org/officeDocument/2006/relationships/slideMaster" Target="../slideMasters/slideMaster2.xml"/><Relationship Id="rId4" Type="http://schemas.openxmlformats.org/officeDocument/2006/relationships/image" Target="../media/image15.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8.emf"/><Relationship Id="rId4" Type="http://schemas.openxmlformats.org/officeDocument/2006/relationships/image" Target="../media/image14.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1.emf"/><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emf"/><Relationship Id="rId1" Type="http://schemas.openxmlformats.org/officeDocument/2006/relationships/slideMaster" Target="../slideMasters/slideMaster2.xml"/><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emf"/><Relationship Id="rId1" Type="http://schemas.openxmlformats.org/officeDocument/2006/relationships/slideMaster" Target="../slideMasters/slideMaster2.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2D19DE88-F7A5-F543-8EAD-B96C80292E85}"/>
              </a:ext>
            </a:extLst>
          </p:cNvPr>
          <p:cNvSpPr>
            <a:spLocks noGrp="1"/>
          </p:cNvSpPr>
          <p:nvPr>
            <p:ph type="ctrTitle" hasCustomPrompt="1"/>
          </p:nvPr>
        </p:nvSpPr>
        <p:spPr>
          <a:xfrm>
            <a:off x="4831642" y="1439356"/>
            <a:ext cx="6972941" cy="1543051"/>
          </a:xfrm>
        </p:spPr>
        <p:txBody>
          <a:bodyPr anchor="b">
            <a:noAutofit/>
          </a:bodyPr>
          <a:lstStyle>
            <a:lvl1pPr algn="r">
              <a:defRPr sz="5333" b="0">
                <a:solidFill>
                  <a:schemeClr val="tx1"/>
                </a:solidFill>
              </a:defRPr>
            </a:lvl1pPr>
          </a:lstStyle>
          <a:p>
            <a:r>
              <a:rPr lang="en-US"/>
              <a:t>Click to edit </a:t>
            </a:r>
            <a:br>
              <a:rPr lang="en-US"/>
            </a:br>
            <a:r>
              <a:rPr lang="en-US"/>
              <a:t>Master title style</a:t>
            </a:r>
          </a:p>
        </p:txBody>
      </p:sp>
      <p:sp>
        <p:nvSpPr>
          <p:cNvPr id="16" name="Subtitle 2">
            <a:extLst>
              <a:ext uri="{FF2B5EF4-FFF2-40B4-BE49-F238E27FC236}">
                <a16:creationId xmlns:a16="http://schemas.microsoft.com/office/drawing/2014/main" id="{D7ADC6F6-B9EA-5B40-9683-61177264411B}"/>
              </a:ext>
            </a:extLst>
          </p:cNvPr>
          <p:cNvSpPr>
            <a:spLocks noGrp="1"/>
          </p:cNvSpPr>
          <p:nvPr>
            <p:ph type="subTitle" idx="1"/>
          </p:nvPr>
        </p:nvSpPr>
        <p:spPr>
          <a:xfrm>
            <a:off x="4843094" y="2982407"/>
            <a:ext cx="6960067" cy="1329796"/>
          </a:xfrm>
          <a:prstGeom prst="rect">
            <a:avLst/>
          </a:prstGeom>
        </p:spPr>
        <p:txBody>
          <a:bodyPr>
            <a:normAutofit/>
          </a:bodyPr>
          <a:lstStyle>
            <a:lvl1pPr marL="0" indent="0" algn="r">
              <a:buNone/>
              <a:defRPr sz="1867">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14" y="0"/>
            <a:ext cx="12182769" cy="6858000"/>
          </a:xfrm>
          <a:prstGeom prst="rect">
            <a:avLst/>
          </a:prstGeom>
        </p:spPr>
      </p:pic>
    </p:spTree>
    <p:extLst>
      <p:ext uri="{BB962C8B-B14F-4D97-AF65-F5344CB8AC3E}">
        <p14:creationId xmlns:p14="http://schemas.microsoft.com/office/powerpoint/2010/main" val="399693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343849-8FC5-0F41-8FB9-FAA143DD3D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048"/>
            <a:ext cx="12192000" cy="6851904"/>
          </a:xfrm>
          <a:prstGeom prst="rect">
            <a:avLst/>
          </a:prstGeom>
        </p:spPr>
      </p:pic>
      <p:sp>
        <p:nvSpPr>
          <p:cNvPr id="15" name="Title 1">
            <a:extLst>
              <a:ext uri="{FF2B5EF4-FFF2-40B4-BE49-F238E27FC236}">
                <a16:creationId xmlns:a16="http://schemas.microsoft.com/office/drawing/2014/main" id="{2D19DE88-F7A5-F543-8EAD-B96C80292E85}"/>
              </a:ext>
            </a:extLst>
          </p:cNvPr>
          <p:cNvSpPr>
            <a:spLocks noGrp="1"/>
          </p:cNvSpPr>
          <p:nvPr>
            <p:ph type="ctrTitle" hasCustomPrompt="1"/>
          </p:nvPr>
        </p:nvSpPr>
        <p:spPr>
          <a:xfrm>
            <a:off x="4831642" y="1218897"/>
            <a:ext cx="6972941" cy="1543051"/>
          </a:xfrm>
        </p:spPr>
        <p:txBody>
          <a:bodyPr anchor="b">
            <a:noAutofit/>
          </a:bodyPr>
          <a:lstStyle>
            <a:lvl1pPr algn="r">
              <a:defRPr sz="5333" b="0">
                <a:solidFill>
                  <a:schemeClr val="tx1"/>
                </a:solidFill>
              </a:defRPr>
            </a:lvl1pPr>
          </a:lstStyle>
          <a:p>
            <a:r>
              <a:rPr lang="en-US"/>
              <a:t>Click to edit </a:t>
            </a:r>
            <a:br>
              <a:rPr lang="en-US"/>
            </a:br>
            <a:r>
              <a:rPr lang="en-US"/>
              <a:t>Master title style</a:t>
            </a:r>
          </a:p>
        </p:txBody>
      </p:sp>
      <p:sp>
        <p:nvSpPr>
          <p:cNvPr id="16" name="Subtitle 2">
            <a:extLst>
              <a:ext uri="{FF2B5EF4-FFF2-40B4-BE49-F238E27FC236}">
                <a16:creationId xmlns:a16="http://schemas.microsoft.com/office/drawing/2014/main" id="{D7ADC6F6-B9EA-5B40-9683-61177264411B}"/>
              </a:ext>
            </a:extLst>
          </p:cNvPr>
          <p:cNvSpPr>
            <a:spLocks noGrp="1"/>
          </p:cNvSpPr>
          <p:nvPr>
            <p:ph type="subTitle" idx="1"/>
          </p:nvPr>
        </p:nvSpPr>
        <p:spPr>
          <a:xfrm>
            <a:off x="4843094" y="2761949"/>
            <a:ext cx="6960067" cy="1329796"/>
          </a:xfrm>
          <a:prstGeom prst="rect">
            <a:avLst/>
          </a:prstGeom>
        </p:spPr>
        <p:txBody>
          <a:bodyPr>
            <a:normAutofit/>
          </a:bodyPr>
          <a:lstStyle>
            <a:lvl1pPr marL="0" indent="0" algn="r">
              <a:buNone/>
              <a:defRPr sz="1867">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7" name="Picture 6">
            <a:extLst>
              <a:ext uri="{FF2B5EF4-FFF2-40B4-BE49-F238E27FC236}">
                <a16:creationId xmlns:a16="http://schemas.microsoft.com/office/drawing/2014/main" id="{569B090C-E107-4C47-886E-3DF1EC2D9FE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175544" y="326692"/>
            <a:ext cx="2627616" cy="503443"/>
          </a:xfrm>
          <a:prstGeom prst="rect">
            <a:avLst/>
          </a:prstGeom>
        </p:spPr>
      </p:pic>
    </p:spTree>
    <p:extLst>
      <p:ext uri="{BB962C8B-B14F-4D97-AF65-F5344CB8AC3E}">
        <p14:creationId xmlns:p14="http://schemas.microsoft.com/office/powerpoint/2010/main" val="1096783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24334AC-A38A-7840-91DB-6D9794728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096"/>
            <a:ext cx="12192000" cy="6851904"/>
          </a:xfrm>
          <a:prstGeom prst="rect">
            <a:avLst/>
          </a:prstGeom>
        </p:spPr>
      </p:pic>
      <p:sp>
        <p:nvSpPr>
          <p:cNvPr id="10" name="Rectangle 9">
            <a:extLst>
              <a:ext uri="{FF2B5EF4-FFF2-40B4-BE49-F238E27FC236}">
                <a16:creationId xmlns:a16="http://schemas.microsoft.com/office/drawing/2014/main" id="{A7B52A39-59A7-AD41-9748-662EAF7E8BC6}"/>
              </a:ext>
            </a:extLst>
          </p:cNvPr>
          <p:cNvSpPr/>
          <p:nvPr userDrawn="1"/>
        </p:nvSpPr>
        <p:spPr>
          <a:xfrm>
            <a:off x="6802783" y="0"/>
            <a:ext cx="5389216"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6D033640-A2B8-CF42-BE64-60B4328D2DB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38089" y="353110"/>
            <a:ext cx="2065073" cy="269357"/>
          </a:xfrm>
          <a:prstGeom prst="rect">
            <a:avLst/>
          </a:prstGeom>
        </p:spPr>
      </p:pic>
      <p:sp>
        <p:nvSpPr>
          <p:cNvPr id="9" name="Title 1">
            <a:extLst>
              <a:ext uri="{FF2B5EF4-FFF2-40B4-BE49-F238E27FC236}">
                <a16:creationId xmlns:a16="http://schemas.microsoft.com/office/drawing/2014/main" id="{FDA8790A-F5F2-1447-97AF-C8252DE27A80}"/>
              </a:ext>
            </a:extLst>
          </p:cNvPr>
          <p:cNvSpPr>
            <a:spLocks noGrp="1"/>
          </p:cNvSpPr>
          <p:nvPr>
            <p:ph type="ctrTitle" hasCustomPrompt="1"/>
          </p:nvPr>
        </p:nvSpPr>
        <p:spPr>
          <a:xfrm>
            <a:off x="7173844" y="2657475"/>
            <a:ext cx="4629317" cy="1543051"/>
          </a:xfrm>
        </p:spPr>
        <p:txBody>
          <a:bodyPr anchor="b">
            <a:noAutofit/>
          </a:bodyPr>
          <a:lstStyle>
            <a:lvl1pPr algn="l">
              <a:defRPr sz="5333" b="0">
                <a:solidFill>
                  <a:schemeClr val="tx1"/>
                </a:solidFill>
              </a:defRPr>
            </a:lvl1pPr>
          </a:lstStyle>
          <a:p>
            <a:r>
              <a:rPr lang="en-US"/>
              <a:t>Click to edit </a:t>
            </a:r>
            <a:br>
              <a:rPr lang="en-US"/>
            </a:br>
            <a:r>
              <a:rPr lang="en-US"/>
              <a:t>Master title style</a:t>
            </a:r>
          </a:p>
        </p:txBody>
      </p:sp>
      <p:sp>
        <p:nvSpPr>
          <p:cNvPr id="12" name="Subtitle 2">
            <a:extLst>
              <a:ext uri="{FF2B5EF4-FFF2-40B4-BE49-F238E27FC236}">
                <a16:creationId xmlns:a16="http://schemas.microsoft.com/office/drawing/2014/main" id="{1C9330A7-36C2-C748-BA4C-007314F528E4}"/>
              </a:ext>
            </a:extLst>
          </p:cNvPr>
          <p:cNvSpPr>
            <a:spLocks noGrp="1"/>
          </p:cNvSpPr>
          <p:nvPr>
            <p:ph type="subTitle" idx="1"/>
          </p:nvPr>
        </p:nvSpPr>
        <p:spPr>
          <a:xfrm>
            <a:off x="7180970" y="4200526"/>
            <a:ext cx="4620769" cy="1329796"/>
          </a:xfrm>
          <a:prstGeom prst="rect">
            <a:avLst/>
          </a:prstGeom>
        </p:spPr>
        <p:txBody>
          <a:bodyPr>
            <a:normAutofit/>
          </a:bodyPr>
          <a:lstStyle>
            <a:lvl1pPr marL="0" indent="0" algn="l">
              <a:buNone/>
              <a:defRPr sz="1867">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1" name="Picture 10">
            <a:extLst>
              <a:ext uri="{FF2B5EF4-FFF2-40B4-BE49-F238E27FC236}">
                <a16:creationId xmlns:a16="http://schemas.microsoft.com/office/drawing/2014/main" id="{8485F3FA-387A-E643-80E6-7BFF56B5890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45287" y="262864"/>
            <a:ext cx="2627616" cy="503443"/>
          </a:xfrm>
          <a:prstGeom prst="rect">
            <a:avLst/>
          </a:prstGeom>
        </p:spPr>
      </p:pic>
    </p:spTree>
    <p:extLst>
      <p:ext uri="{BB962C8B-B14F-4D97-AF65-F5344CB8AC3E}">
        <p14:creationId xmlns:p14="http://schemas.microsoft.com/office/powerpoint/2010/main" val="3560868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6474D0-4693-7F4E-BAFB-00807D41A3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048"/>
            <a:ext cx="12197424" cy="6854952"/>
          </a:xfrm>
          <a:prstGeom prst="rect">
            <a:avLst/>
          </a:prstGeom>
        </p:spPr>
      </p:pic>
      <p:pic>
        <p:nvPicPr>
          <p:cNvPr id="8" name="Picture 7">
            <a:extLst>
              <a:ext uri="{FF2B5EF4-FFF2-40B4-BE49-F238E27FC236}">
                <a16:creationId xmlns:a16="http://schemas.microsoft.com/office/drawing/2014/main" id="{40B14762-5AB9-7644-8BBF-C7C0C2D0139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54664" y="0"/>
            <a:ext cx="5937336" cy="6858000"/>
          </a:xfrm>
          <a:prstGeom prst="rect">
            <a:avLst/>
          </a:prstGeom>
          <a:solidFill>
            <a:srgbClr val="A02337"/>
          </a:solidFill>
        </p:spPr>
      </p:pic>
      <p:sp>
        <p:nvSpPr>
          <p:cNvPr id="9" name="Title 1">
            <a:extLst>
              <a:ext uri="{FF2B5EF4-FFF2-40B4-BE49-F238E27FC236}">
                <a16:creationId xmlns:a16="http://schemas.microsoft.com/office/drawing/2014/main" id="{8E22D469-66DA-3646-A3F5-62A37514247B}"/>
              </a:ext>
            </a:extLst>
          </p:cNvPr>
          <p:cNvSpPr>
            <a:spLocks noGrp="1"/>
          </p:cNvSpPr>
          <p:nvPr>
            <p:ph type="ctrTitle" hasCustomPrompt="1"/>
          </p:nvPr>
        </p:nvSpPr>
        <p:spPr>
          <a:xfrm>
            <a:off x="6595714" y="2119763"/>
            <a:ext cx="5316357" cy="1543051"/>
          </a:xfrm>
        </p:spPr>
        <p:txBody>
          <a:bodyPr anchor="b">
            <a:noAutofit/>
          </a:bodyPr>
          <a:lstStyle>
            <a:lvl1pPr algn="l">
              <a:defRPr sz="5333" b="0">
                <a:solidFill>
                  <a:schemeClr val="bg1"/>
                </a:solidFill>
              </a:defRPr>
            </a:lvl1pPr>
          </a:lstStyle>
          <a:p>
            <a:r>
              <a:rPr lang="en-US" dirty="0"/>
              <a:t>Click to edit </a:t>
            </a:r>
            <a:br>
              <a:rPr lang="en-US" dirty="0"/>
            </a:br>
            <a:r>
              <a:rPr lang="en-US" dirty="0"/>
              <a:t>Master title style</a:t>
            </a:r>
          </a:p>
        </p:txBody>
      </p:sp>
      <p:sp>
        <p:nvSpPr>
          <p:cNvPr id="12" name="Subtitle 2">
            <a:extLst>
              <a:ext uri="{FF2B5EF4-FFF2-40B4-BE49-F238E27FC236}">
                <a16:creationId xmlns:a16="http://schemas.microsoft.com/office/drawing/2014/main" id="{9BB62562-CB73-EE4A-B26A-53A04DF0C6A6}"/>
              </a:ext>
            </a:extLst>
          </p:cNvPr>
          <p:cNvSpPr>
            <a:spLocks noGrp="1"/>
          </p:cNvSpPr>
          <p:nvPr>
            <p:ph type="subTitle" idx="1"/>
          </p:nvPr>
        </p:nvSpPr>
        <p:spPr>
          <a:xfrm>
            <a:off x="6604108" y="3662814"/>
            <a:ext cx="5306541" cy="1329796"/>
          </a:xfrm>
          <a:prstGeom prst="rect">
            <a:avLst/>
          </a:prstGeom>
        </p:spPr>
        <p:txBody>
          <a:bodyPr>
            <a:normAutofit/>
          </a:bodyPr>
          <a:lstStyle>
            <a:lvl1pPr marL="0" indent="0" algn="l">
              <a:buNone/>
              <a:defRPr sz="1867">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4" name="Picture 13">
            <a:extLst>
              <a:ext uri="{FF2B5EF4-FFF2-40B4-BE49-F238E27FC236}">
                <a16:creationId xmlns:a16="http://schemas.microsoft.com/office/drawing/2014/main" id="{3A640FDA-DE10-F54D-9E60-85E27076971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595714" y="315872"/>
            <a:ext cx="2627617" cy="503443"/>
          </a:xfrm>
          <a:prstGeom prst="rect">
            <a:avLst/>
          </a:prstGeom>
        </p:spPr>
      </p:pic>
    </p:spTree>
    <p:extLst>
      <p:ext uri="{BB962C8B-B14F-4D97-AF65-F5344CB8AC3E}">
        <p14:creationId xmlns:p14="http://schemas.microsoft.com/office/powerpoint/2010/main" val="3906791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E852F0-B992-2B4D-8E92-7138DD36F42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CC374D08-1B64-E649-A8F3-3465DA55601B}"/>
              </a:ext>
            </a:extLst>
          </p:cNvPr>
          <p:cNvSpPr/>
          <p:nvPr userDrawn="1"/>
        </p:nvSpPr>
        <p:spPr>
          <a:xfrm>
            <a:off x="6254664" y="0"/>
            <a:ext cx="5937336" cy="6858000"/>
          </a:xfrm>
          <a:prstGeom prst="rect">
            <a:avLst/>
          </a:prstGeom>
          <a:solidFill>
            <a:srgbClr val="00206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11" name="Title 1">
            <a:extLst>
              <a:ext uri="{FF2B5EF4-FFF2-40B4-BE49-F238E27FC236}">
                <a16:creationId xmlns:a16="http://schemas.microsoft.com/office/drawing/2014/main" id="{61ABF0E9-3472-9C4B-890F-AA55CFB1556F}"/>
              </a:ext>
            </a:extLst>
          </p:cNvPr>
          <p:cNvSpPr>
            <a:spLocks noGrp="1"/>
          </p:cNvSpPr>
          <p:nvPr>
            <p:ph type="ctrTitle" hasCustomPrompt="1"/>
          </p:nvPr>
        </p:nvSpPr>
        <p:spPr>
          <a:xfrm>
            <a:off x="6595714" y="2119763"/>
            <a:ext cx="5316357" cy="1543051"/>
          </a:xfrm>
        </p:spPr>
        <p:txBody>
          <a:bodyPr anchor="b">
            <a:noAutofit/>
          </a:bodyPr>
          <a:lstStyle>
            <a:lvl1pPr algn="l">
              <a:defRPr sz="5333" b="0">
                <a:solidFill>
                  <a:schemeClr val="bg1"/>
                </a:solidFill>
              </a:defRPr>
            </a:lvl1pPr>
          </a:lstStyle>
          <a:p>
            <a:r>
              <a:rPr lang="en-US"/>
              <a:t>Click to edit </a:t>
            </a:r>
            <a:br>
              <a:rPr lang="en-US"/>
            </a:br>
            <a:r>
              <a:rPr lang="en-US"/>
              <a:t>Master title style</a:t>
            </a:r>
          </a:p>
        </p:txBody>
      </p:sp>
      <p:sp>
        <p:nvSpPr>
          <p:cNvPr id="12" name="Subtitle 2">
            <a:extLst>
              <a:ext uri="{FF2B5EF4-FFF2-40B4-BE49-F238E27FC236}">
                <a16:creationId xmlns:a16="http://schemas.microsoft.com/office/drawing/2014/main" id="{777458AB-6DCF-A547-A957-CF814F8DBA0A}"/>
              </a:ext>
            </a:extLst>
          </p:cNvPr>
          <p:cNvSpPr>
            <a:spLocks noGrp="1"/>
          </p:cNvSpPr>
          <p:nvPr>
            <p:ph type="subTitle" idx="1"/>
          </p:nvPr>
        </p:nvSpPr>
        <p:spPr>
          <a:xfrm>
            <a:off x="6604108" y="3662814"/>
            <a:ext cx="5306541" cy="1329796"/>
          </a:xfrm>
          <a:prstGeom prst="rect">
            <a:avLst/>
          </a:prstGeom>
        </p:spPr>
        <p:txBody>
          <a:bodyPr>
            <a:normAutofit/>
          </a:bodyPr>
          <a:lstStyle>
            <a:lvl1pPr marL="0" indent="0" algn="l">
              <a:buNone/>
              <a:defRPr sz="1867">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4" name="Picture 13">
            <a:extLst>
              <a:ext uri="{FF2B5EF4-FFF2-40B4-BE49-F238E27FC236}">
                <a16:creationId xmlns:a16="http://schemas.microsoft.com/office/drawing/2014/main" id="{F4BBB0AD-E7CA-894B-B713-6A4CC5C3BCF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95714" y="315872"/>
            <a:ext cx="2627617" cy="503443"/>
          </a:xfrm>
          <a:prstGeom prst="rect">
            <a:avLst/>
          </a:prstGeom>
        </p:spPr>
      </p:pic>
    </p:spTree>
    <p:extLst>
      <p:ext uri="{BB962C8B-B14F-4D97-AF65-F5344CB8AC3E}">
        <p14:creationId xmlns:p14="http://schemas.microsoft.com/office/powerpoint/2010/main" val="460330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CA9148-5783-284A-8444-7B649581590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46" y="0"/>
            <a:ext cx="12202847" cy="6858000"/>
          </a:xfrm>
          <a:prstGeom prst="rect">
            <a:avLst/>
          </a:prstGeom>
        </p:spPr>
      </p:pic>
      <p:sp>
        <p:nvSpPr>
          <p:cNvPr id="8" name="Rectangle 7">
            <a:extLst>
              <a:ext uri="{FF2B5EF4-FFF2-40B4-BE49-F238E27FC236}">
                <a16:creationId xmlns:a16="http://schemas.microsoft.com/office/drawing/2014/main" id="{DFB9FEC7-89D8-2449-8C19-374BD2EC4B1B}"/>
              </a:ext>
            </a:extLst>
          </p:cNvPr>
          <p:cNvSpPr/>
          <p:nvPr userDrawn="1"/>
        </p:nvSpPr>
        <p:spPr>
          <a:xfrm>
            <a:off x="6254663" y="0"/>
            <a:ext cx="5937336" cy="6858000"/>
          </a:xfrm>
          <a:prstGeom prst="rect">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a:ln>
                  <a:noFill/>
                </a:ln>
                <a:solidFill>
                  <a:prstClr val="white"/>
                </a:solidFill>
                <a:effectLst/>
                <a:uLnTx/>
                <a:uFillTx/>
                <a:latin typeface="Calibri"/>
                <a:ea typeface="新細明體" panose="02020500000000000000" pitchFamily="18" charset="-120"/>
                <a:cs typeface="+mn-cs"/>
              </a:rPr>
              <a:t> </a:t>
            </a: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20" name="Title 1">
            <a:extLst>
              <a:ext uri="{FF2B5EF4-FFF2-40B4-BE49-F238E27FC236}">
                <a16:creationId xmlns:a16="http://schemas.microsoft.com/office/drawing/2014/main" id="{DB6CBE2D-62A3-E24F-9CE7-3DC9D9C21540}"/>
              </a:ext>
            </a:extLst>
          </p:cNvPr>
          <p:cNvSpPr>
            <a:spLocks noGrp="1"/>
          </p:cNvSpPr>
          <p:nvPr>
            <p:ph type="ctrTitle" hasCustomPrompt="1"/>
          </p:nvPr>
        </p:nvSpPr>
        <p:spPr>
          <a:xfrm>
            <a:off x="6595714" y="2119763"/>
            <a:ext cx="5316357" cy="1543051"/>
          </a:xfrm>
        </p:spPr>
        <p:txBody>
          <a:bodyPr anchor="b">
            <a:noAutofit/>
          </a:bodyPr>
          <a:lstStyle>
            <a:lvl1pPr algn="l">
              <a:defRPr sz="5333" b="0">
                <a:solidFill>
                  <a:schemeClr val="bg1"/>
                </a:solidFill>
              </a:defRPr>
            </a:lvl1pPr>
          </a:lstStyle>
          <a:p>
            <a:r>
              <a:rPr lang="en-US"/>
              <a:t>Click to edit </a:t>
            </a:r>
            <a:br>
              <a:rPr lang="en-US"/>
            </a:br>
            <a:r>
              <a:rPr lang="en-US"/>
              <a:t>Master title style</a:t>
            </a:r>
          </a:p>
        </p:txBody>
      </p:sp>
      <p:sp>
        <p:nvSpPr>
          <p:cNvPr id="21" name="Subtitle 2">
            <a:extLst>
              <a:ext uri="{FF2B5EF4-FFF2-40B4-BE49-F238E27FC236}">
                <a16:creationId xmlns:a16="http://schemas.microsoft.com/office/drawing/2014/main" id="{8DF5D57C-5071-194D-AA8A-A3B289E43C53}"/>
              </a:ext>
            </a:extLst>
          </p:cNvPr>
          <p:cNvSpPr>
            <a:spLocks noGrp="1"/>
          </p:cNvSpPr>
          <p:nvPr>
            <p:ph type="subTitle" idx="1"/>
          </p:nvPr>
        </p:nvSpPr>
        <p:spPr>
          <a:xfrm>
            <a:off x="6604108" y="3662814"/>
            <a:ext cx="5306541" cy="1329796"/>
          </a:xfrm>
          <a:prstGeom prst="rect">
            <a:avLst/>
          </a:prstGeom>
        </p:spPr>
        <p:txBody>
          <a:bodyPr>
            <a:normAutofit/>
          </a:bodyPr>
          <a:lstStyle>
            <a:lvl1pPr marL="0" indent="0" algn="l">
              <a:buNone/>
              <a:defRPr sz="1867">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26" name="Picture 25">
            <a:extLst>
              <a:ext uri="{FF2B5EF4-FFF2-40B4-BE49-F238E27FC236}">
                <a16:creationId xmlns:a16="http://schemas.microsoft.com/office/drawing/2014/main" id="{DFE77B16-B968-0945-B861-9CC366DCD8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95714" y="315872"/>
            <a:ext cx="2627617" cy="503443"/>
          </a:xfrm>
          <a:prstGeom prst="rect">
            <a:avLst/>
          </a:prstGeom>
        </p:spPr>
      </p:pic>
    </p:spTree>
    <p:extLst>
      <p:ext uri="{BB962C8B-B14F-4D97-AF65-F5344CB8AC3E}">
        <p14:creationId xmlns:p14="http://schemas.microsoft.com/office/powerpoint/2010/main" val="629878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1107613"/>
            <a:ext cx="10998200" cy="4816407"/>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600" y="6188713"/>
            <a:ext cx="2743200" cy="297633"/>
          </a:xfrm>
        </p:spPr>
        <p:txBody>
          <a:bodyPr/>
          <a:lstStyle>
            <a:lvl1pPr>
              <a:defRPr>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a:xfrm>
            <a:off x="9490494" y="6188713"/>
            <a:ext cx="2743200" cy="297633"/>
          </a:xfrm>
        </p:spPr>
        <p:txBody>
          <a:bodyPr/>
          <a:lstStyle>
            <a:lvl1pP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B7B873C-A46E-4878-A014-BF36A57BE664}"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1" name="Picture 10">
            <a:extLst>
              <a:ext uri="{FF2B5EF4-FFF2-40B4-BE49-F238E27FC236}">
                <a16:creationId xmlns:a16="http://schemas.microsoft.com/office/drawing/2014/main" id="{8A6CB6BC-E2B6-A64A-B743-C251ED6327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1037"/>
          </a:xfrm>
          <a:prstGeom prst="rect">
            <a:avLst/>
          </a:prstGeom>
          <a:solidFill>
            <a:srgbClr val="A02337"/>
          </a:solidFill>
        </p:spPr>
      </p:pic>
      <p:pic>
        <p:nvPicPr>
          <p:cNvPr id="20" name="Picture 19">
            <a:extLst>
              <a:ext uri="{FF2B5EF4-FFF2-40B4-BE49-F238E27FC236}">
                <a16:creationId xmlns:a16="http://schemas.microsoft.com/office/drawing/2014/main" id="{C2DBB147-AC15-2F46-9B4D-2EAECD979E3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36946" y="113742"/>
            <a:ext cx="474241" cy="474241"/>
          </a:xfrm>
          <a:prstGeom prst="rect">
            <a:avLst/>
          </a:prstGeom>
        </p:spPr>
      </p:pic>
      <p:sp>
        <p:nvSpPr>
          <p:cNvPr id="2" name="Title 1"/>
          <p:cNvSpPr>
            <a:spLocks noGrp="1"/>
          </p:cNvSpPr>
          <p:nvPr>
            <p:ph type="title"/>
          </p:nvPr>
        </p:nvSpPr>
        <p:spPr>
          <a:xfrm>
            <a:off x="69976" y="-99610"/>
            <a:ext cx="10998200" cy="942529"/>
          </a:xfrm>
          <a:noFill/>
        </p:spPr>
        <p:txBody>
          <a:bodyPr>
            <a:normAutofit/>
          </a:bodyPr>
          <a:lstStyle>
            <a:lvl1pPr>
              <a:defRPr sz="3200" b="1">
                <a:solidFill>
                  <a:schemeClr val="bg1"/>
                </a:solidFill>
              </a:defRPr>
            </a:lvl1pPr>
          </a:lstStyle>
          <a:p>
            <a:r>
              <a:rPr lang="en-US"/>
              <a:t>Click to edit Master title style</a:t>
            </a:r>
          </a:p>
        </p:txBody>
      </p:sp>
    </p:spTree>
    <p:extLst>
      <p:ext uri="{BB962C8B-B14F-4D97-AF65-F5344CB8AC3E}">
        <p14:creationId xmlns:p14="http://schemas.microsoft.com/office/powerpoint/2010/main" val="1769457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CFE5B6-25DE-9C4C-B1BE-D67F5BAC1228}"/>
              </a:ext>
            </a:extLst>
          </p:cNvPr>
          <p:cNvSpPr/>
          <p:nvPr userDrawn="1"/>
        </p:nvSpPr>
        <p:spPr>
          <a:xfrm>
            <a:off x="0" y="0"/>
            <a:ext cx="12192000" cy="6810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p:cNvSpPr>
            <a:spLocks noGrp="1"/>
          </p:cNvSpPr>
          <p:nvPr>
            <p:ph idx="1"/>
          </p:nvPr>
        </p:nvSpPr>
        <p:spPr>
          <a:xfrm>
            <a:off x="355600" y="1107613"/>
            <a:ext cx="10998200" cy="4816407"/>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600" y="6188713"/>
            <a:ext cx="2743200" cy="297633"/>
          </a:xfrm>
        </p:spPr>
        <p:txBody>
          <a:bodyPr/>
          <a:lstStyle>
            <a:lvl1pPr>
              <a:defRPr>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a:xfrm>
            <a:off x="8610600" y="6188713"/>
            <a:ext cx="2743200" cy="297633"/>
          </a:xfrm>
        </p:spPr>
        <p:txBody>
          <a:bodyPr/>
          <a:lstStyle>
            <a:lvl1pP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B7B873C-A46E-4878-A014-BF36A57BE664}"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a:xfrm>
            <a:off x="69976" y="-99610"/>
            <a:ext cx="10998200" cy="942529"/>
          </a:xfrm>
          <a:noFill/>
        </p:spPr>
        <p:txBody>
          <a:bodyPr>
            <a:normAutofit/>
          </a:bodyPr>
          <a:lstStyle>
            <a:lvl1pPr>
              <a:defRPr sz="3467">
                <a:solidFill>
                  <a:schemeClr val="bg1"/>
                </a:solidFill>
              </a:defRPr>
            </a:lvl1pPr>
          </a:lstStyle>
          <a:p>
            <a:r>
              <a:rPr lang="en-US"/>
              <a:t>Click to edit Master title style</a:t>
            </a:r>
          </a:p>
        </p:txBody>
      </p:sp>
      <p:pic>
        <p:nvPicPr>
          <p:cNvPr id="9" name="Picture 8">
            <a:extLst>
              <a:ext uri="{FF2B5EF4-FFF2-40B4-BE49-F238E27FC236}">
                <a16:creationId xmlns:a16="http://schemas.microsoft.com/office/drawing/2014/main" id="{FC097C0F-4E48-CE40-A2C4-3DEDDA876B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36946" y="113742"/>
            <a:ext cx="474241" cy="474241"/>
          </a:xfrm>
          <a:prstGeom prst="rect">
            <a:avLst/>
          </a:prstGeom>
        </p:spPr>
      </p:pic>
    </p:spTree>
    <p:extLst>
      <p:ext uri="{BB962C8B-B14F-4D97-AF65-F5344CB8AC3E}">
        <p14:creationId xmlns:p14="http://schemas.microsoft.com/office/powerpoint/2010/main" val="2952978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CFE5B6-25DE-9C4C-B1BE-D67F5BAC1228}"/>
              </a:ext>
            </a:extLst>
          </p:cNvPr>
          <p:cNvSpPr/>
          <p:nvPr userDrawn="1"/>
        </p:nvSpPr>
        <p:spPr>
          <a:xfrm>
            <a:off x="0" y="0"/>
            <a:ext cx="12192000" cy="68103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p:cNvSpPr>
            <a:spLocks noGrp="1"/>
          </p:cNvSpPr>
          <p:nvPr>
            <p:ph idx="1"/>
          </p:nvPr>
        </p:nvSpPr>
        <p:spPr>
          <a:xfrm>
            <a:off x="355600" y="1107613"/>
            <a:ext cx="10998200" cy="4816407"/>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600" y="6188713"/>
            <a:ext cx="2743200" cy="297633"/>
          </a:xfrm>
        </p:spPr>
        <p:txBody>
          <a:bodyPr/>
          <a:lstStyle>
            <a:lvl1pPr>
              <a:defRPr>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a:xfrm>
            <a:off x="8610600" y="6188713"/>
            <a:ext cx="2743200" cy="297633"/>
          </a:xfrm>
        </p:spPr>
        <p:txBody>
          <a:bodyPr/>
          <a:lstStyle>
            <a:lvl1pP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B7B873C-A46E-4878-A014-BF36A57BE664}"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a:xfrm>
            <a:off x="69976" y="-99610"/>
            <a:ext cx="10998200" cy="942529"/>
          </a:xfrm>
          <a:noFill/>
        </p:spPr>
        <p:txBody>
          <a:bodyPr>
            <a:normAutofit/>
          </a:bodyPr>
          <a:lstStyle>
            <a:lvl1pPr>
              <a:defRPr sz="3467">
                <a:solidFill>
                  <a:schemeClr val="bg1"/>
                </a:solidFill>
              </a:defRPr>
            </a:lvl1pPr>
          </a:lstStyle>
          <a:p>
            <a:r>
              <a:rPr lang="en-US"/>
              <a:t>Click to edit Master title style</a:t>
            </a:r>
          </a:p>
        </p:txBody>
      </p:sp>
      <p:pic>
        <p:nvPicPr>
          <p:cNvPr id="9" name="Picture 8">
            <a:extLst>
              <a:ext uri="{FF2B5EF4-FFF2-40B4-BE49-F238E27FC236}">
                <a16:creationId xmlns:a16="http://schemas.microsoft.com/office/drawing/2014/main" id="{3CB26150-26F2-1641-B94B-91D2E777216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36946" y="113742"/>
            <a:ext cx="474241" cy="474241"/>
          </a:xfrm>
          <a:prstGeom prst="rect">
            <a:avLst/>
          </a:prstGeom>
        </p:spPr>
      </p:pic>
    </p:spTree>
    <p:extLst>
      <p:ext uri="{BB962C8B-B14F-4D97-AF65-F5344CB8AC3E}">
        <p14:creationId xmlns:p14="http://schemas.microsoft.com/office/powerpoint/2010/main" val="3978789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454527"/>
            <a:ext cx="10998200" cy="1885059"/>
          </a:xfrm>
        </p:spPr>
        <p:txBody>
          <a:bodyPr/>
          <a:lstStyle>
            <a:lvl1pPr>
              <a:defRPr>
                <a:solidFill>
                  <a:srgbClr val="002060"/>
                </a:solidFill>
              </a:defRPr>
            </a:lvl1pPr>
          </a:lstStyle>
          <a:p>
            <a:r>
              <a:rPr lang="en-US"/>
              <a:t>Click to edit Master title style</a:t>
            </a:r>
          </a:p>
        </p:txBody>
      </p:sp>
      <p:sp>
        <p:nvSpPr>
          <p:cNvPr id="4" name="Date Placeholder 3"/>
          <p:cNvSpPr>
            <a:spLocks noGrp="1"/>
          </p:cNvSpPr>
          <p:nvPr>
            <p:ph type="dt" sz="half" idx="10"/>
          </p:nvPr>
        </p:nvSpPr>
        <p:spPr>
          <a:xfrm>
            <a:off x="355600" y="5770872"/>
            <a:ext cx="2743200" cy="297633"/>
          </a:xfrm>
        </p:spPr>
        <p:txBody>
          <a:bodyPr/>
          <a:lstStyle>
            <a:lvl1pPr>
              <a:defRPr>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a:xfrm>
            <a:off x="8610600" y="5770872"/>
            <a:ext cx="2743200" cy="297633"/>
          </a:xfrm>
        </p:spPr>
        <p:txBody>
          <a:bodyPr/>
          <a:lstStyle>
            <a:lvl1pP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B7B873C-A46E-4878-A014-BF36A57BE664}"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1" name="Picture 10">
            <a:extLst>
              <a:ext uri="{FF2B5EF4-FFF2-40B4-BE49-F238E27FC236}">
                <a16:creationId xmlns:a16="http://schemas.microsoft.com/office/drawing/2014/main" id="{8A6CB6BC-E2B6-A64A-B743-C251ED6327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
            <a:ext cx="12192000" cy="173255"/>
          </a:xfrm>
          <a:prstGeom prst="rect">
            <a:avLst/>
          </a:prstGeom>
          <a:solidFill>
            <a:srgbClr val="A02337"/>
          </a:solidFill>
        </p:spPr>
      </p:pic>
      <p:pic>
        <p:nvPicPr>
          <p:cNvPr id="8" name="Picture 7">
            <a:extLst>
              <a:ext uri="{FF2B5EF4-FFF2-40B4-BE49-F238E27FC236}">
                <a16:creationId xmlns:a16="http://schemas.microsoft.com/office/drawing/2014/main" id="{07B3D9F2-52D6-4443-91EA-7D86029A5B5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14011" y="6378845"/>
            <a:ext cx="1960083" cy="375545"/>
          </a:xfrm>
          <a:prstGeom prst="rect">
            <a:avLst/>
          </a:prstGeom>
        </p:spPr>
      </p:pic>
      <p:sp>
        <p:nvSpPr>
          <p:cNvPr id="9" name="Content Placeholder 2">
            <a:extLst>
              <a:ext uri="{FF2B5EF4-FFF2-40B4-BE49-F238E27FC236}">
                <a16:creationId xmlns:a16="http://schemas.microsoft.com/office/drawing/2014/main" id="{ABE99B52-DF60-1540-A901-6477B334BD11}"/>
              </a:ext>
            </a:extLst>
          </p:cNvPr>
          <p:cNvSpPr>
            <a:spLocks noGrp="1"/>
          </p:cNvSpPr>
          <p:nvPr>
            <p:ph idx="1"/>
          </p:nvPr>
        </p:nvSpPr>
        <p:spPr>
          <a:xfrm>
            <a:off x="355600" y="2337317"/>
            <a:ext cx="10998200" cy="3303161"/>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2207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A5CFB0A-00D7-0E4C-A934-6D5114FDB0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732549"/>
            <a:ext cx="12192000" cy="4344201"/>
          </a:xfrm>
          <a:prstGeom prst="rect">
            <a:avLst/>
          </a:prstGeom>
          <a:solidFill>
            <a:srgbClr val="A02337"/>
          </a:solidFill>
        </p:spPr>
      </p:pic>
      <p:sp>
        <p:nvSpPr>
          <p:cNvPr id="2" name="Title 1"/>
          <p:cNvSpPr>
            <a:spLocks noGrp="1"/>
          </p:cNvSpPr>
          <p:nvPr>
            <p:ph type="title" hasCustomPrompt="1"/>
          </p:nvPr>
        </p:nvSpPr>
        <p:spPr>
          <a:xfrm>
            <a:off x="428979" y="1830821"/>
            <a:ext cx="7177996" cy="1937932"/>
          </a:xfrm>
        </p:spPr>
        <p:txBody>
          <a:bodyPr anchor="b">
            <a:normAutofit/>
          </a:bodyPr>
          <a:lstStyle>
            <a:lvl1pPr>
              <a:defRPr sz="4800">
                <a:solidFill>
                  <a:schemeClr val="bg1"/>
                </a:solidFill>
              </a:defRPr>
            </a:lvl1pPr>
          </a:lstStyle>
          <a:p>
            <a:r>
              <a:rPr lang="en-US"/>
              <a:t>Click to edit </a:t>
            </a:r>
            <a:br>
              <a:rPr lang="en-US"/>
            </a:br>
            <a:r>
              <a:rPr lang="en-US"/>
              <a:t>Master title style</a:t>
            </a:r>
          </a:p>
        </p:txBody>
      </p:sp>
      <p:sp>
        <p:nvSpPr>
          <p:cNvPr id="3" name="Text Placeholder 2"/>
          <p:cNvSpPr>
            <a:spLocks noGrp="1"/>
          </p:cNvSpPr>
          <p:nvPr>
            <p:ph type="body" idx="1"/>
          </p:nvPr>
        </p:nvSpPr>
        <p:spPr>
          <a:xfrm>
            <a:off x="421981" y="3776672"/>
            <a:ext cx="7184996" cy="1268595"/>
          </a:xfrm>
          <a:prstGeom prst="rect">
            <a:avLst/>
          </a:prstGeom>
        </p:spPr>
        <p:txBody>
          <a:bodyPr>
            <a:normAutofit/>
          </a:bodyPr>
          <a:lstStyle>
            <a:lvl1pPr marL="0" indent="0">
              <a:buNone/>
              <a:defRPr sz="2667">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E4AFD833-CC88-734B-89F2-B939F25A165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5287" y="262864"/>
            <a:ext cx="2627616" cy="503443"/>
          </a:xfrm>
          <a:prstGeom prst="rect">
            <a:avLst/>
          </a:prstGeom>
        </p:spPr>
      </p:pic>
      <p:pic>
        <p:nvPicPr>
          <p:cNvPr id="18" name="Picture 17">
            <a:extLst>
              <a:ext uri="{FF2B5EF4-FFF2-40B4-BE49-F238E27FC236}">
                <a16:creationId xmlns:a16="http://schemas.microsoft.com/office/drawing/2014/main" id="{7EA64B7B-3506-0144-91B3-7054F6ABFE2B}"/>
              </a:ext>
            </a:extLst>
          </p:cNvPr>
          <p:cNvPicPr>
            <a:picLocks noChangeAspect="1"/>
          </p:cNvPicPr>
          <p:nvPr userDrawn="1"/>
        </p:nvPicPr>
        <p:blipFill>
          <a:blip r:embed="rId4">
            <a:alphaModFix amt="7000"/>
            <a:extLst>
              <a:ext uri="{28A0092B-C50C-407E-A947-70E740481C1C}">
                <a14:useLocalDpi xmlns:a14="http://schemas.microsoft.com/office/drawing/2010/main"/>
              </a:ext>
            </a:extLst>
          </a:blip>
          <a:stretch>
            <a:fillRect/>
          </a:stretch>
        </p:blipFill>
        <p:spPr>
          <a:xfrm>
            <a:off x="8223643" y="1406988"/>
            <a:ext cx="4995321" cy="4995321"/>
          </a:xfrm>
          <a:prstGeom prst="rect">
            <a:avLst/>
          </a:prstGeom>
        </p:spPr>
      </p:pic>
    </p:spTree>
    <p:extLst>
      <p:ext uri="{BB962C8B-B14F-4D97-AF65-F5344CB8AC3E}">
        <p14:creationId xmlns:p14="http://schemas.microsoft.com/office/powerpoint/2010/main" val="775105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103AF7-7CEF-914E-8D2F-8185760A6F6E}"/>
              </a:ext>
            </a:extLst>
          </p:cNvPr>
          <p:cNvSpPr/>
          <p:nvPr userDrawn="1"/>
        </p:nvSpPr>
        <p:spPr>
          <a:xfrm>
            <a:off x="0" y="1732548"/>
            <a:ext cx="12192000" cy="434420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hasCustomPrompt="1"/>
          </p:nvPr>
        </p:nvSpPr>
        <p:spPr>
          <a:xfrm>
            <a:off x="428979" y="1830821"/>
            <a:ext cx="7177996" cy="1937932"/>
          </a:xfrm>
        </p:spPr>
        <p:txBody>
          <a:bodyPr anchor="b">
            <a:normAutofit/>
          </a:bodyPr>
          <a:lstStyle>
            <a:lvl1pPr>
              <a:defRPr sz="4800">
                <a:solidFill>
                  <a:srgbClr val="A02337"/>
                </a:solidFill>
              </a:defRPr>
            </a:lvl1pPr>
          </a:lstStyle>
          <a:p>
            <a:r>
              <a:rPr lang="en-US"/>
              <a:t>Click to edit </a:t>
            </a:r>
            <a:br>
              <a:rPr lang="en-US"/>
            </a:br>
            <a:r>
              <a:rPr lang="en-US"/>
              <a:t>Master title style</a:t>
            </a:r>
          </a:p>
        </p:txBody>
      </p:sp>
      <p:sp>
        <p:nvSpPr>
          <p:cNvPr id="3" name="Text Placeholder 2"/>
          <p:cNvSpPr>
            <a:spLocks noGrp="1"/>
          </p:cNvSpPr>
          <p:nvPr>
            <p:ph type="body" idx="1"/>
          </p:nvPr>
        </p:nvSpPr>
        <p:spPr>
          <a:xfrm>
            <a:off x="421981" y="3776672"/>
            <a:ext cx="7184996" cy="1268595"/>
          </a:xfrm>
          <a:prstGeom prst="rect">
            <a:avLst/>
          </a:prstGeom>
        </p:spPr>
        <p:txBody>
          <a:bodyPr>
            <a:normAutofit/>
          </a:bodyPr>
          <a:lstStyle>
            <a:lvl1pPr marL="0" indent="0">
              <a:buNone/>
              <a:defRPr sz="2667">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E4AFD833-CC88-734B-89F2-B939F25A16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5287" y="262864"/>
            <a:ext cx="2627616" cy="503443"/>
          </a:xfrm>
          <a:prstGeom prst="rect">
            <a:avLst/>
          </a:prstGeom>
        </p:spPr>
      </p:pic>
      <p:pic>
        <p:nvPicPr>
          <p:cNvPr id="5" name="Picture 4">
            <a:extLst>
              <a:ext uri="{FF2B5EF4-FFF2-40B4-BE49-F238E27FC236}">
                <a16:creationId xmlns:a16="http://schemas.microsoft.com/office/drawing/2014/main" id="{D3E3E37E-48D3-0F41-9C6A-7D481A88832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7659" r="20425" b="5578"/>
          <a:stretch/>
        </p:blipFill>
        <p:spPr>
          <a:xfrm>
            <a:off x="8207741" y="1732548"/>
            <a:ext cx="3984259" cy="4344201"/>
          </a:xfrm>
          <a:prstGeom prst="rect">
            <a:avLst/>
          </a:prstGeom>
        </p:spPr>
      </p:pic>
    </p:spTree>
    <p:extLst>
      <p:ext uri="{BB962C8B-B14F-4D97-AF65-F5344CB8AC3E}">
        <p14:creationId xmlns:p14="http://schemas.microsoft.com/office/powerpoint/2010/main" val="2260118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103AF7-7CEF-914E-8D2F-8185760A6F6E}"/>
              </a:ext>
            </a:extLst>
          </p:cNvPr>
          <p:cNvSpPr/>
          <p:nvPr userDrawn="1"/>
        </p:nvSpPr>
        <p:spPr>
          <a:xfrm>
            <a:off x="0" y="1732548"/>
            <a:ext cx="12192000" cy="434420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hasCustomPrompt="1"/>
          </p:nvPr>
        </p:nvSpPr>
        <p:spPr>
          <a:xfrm>
            <a:off x="428979" y="1830821"/>
            <a:ext cx="7177996" cy="1937932"/>
          </a:xfrm>
        </p:spPr>
        <p:txBody>
          <a:bodyPr anchor="b">
            <a:normAutofit/>
          </a:bodyPr>
          <a:lstStyle>
            <a:lvl1pPr>
              <a:defRPr sz="4800">
                <a:solidFill>
                  <a:schemeClr val="bg1"/>
                </a:solidFill>
              </a:defRPr>
            </a:lvl1pPr>
          </a:lstStyle>
          <a:p>
            <a:r>
              <a:rPr lang="en-US"/>
              <a:t>Click to edit </a:t>
            </a:r>
            <a:br>
              <a:rPr lang="en-US"/>
            </a:br>
            <a:r>
              <a:rPr lang="en-US"/>
              <a:t>Master title style</a:t>
            </a:r>
          </a:p>
        </p:txBody>
      </p:sp>
      <p:sp>
        <p:nvSpPr>
          <p:cNvPr id="3" name="Text Placeholder 2"/>
          <p:cNvSpPr>
            <a:spLocks noGrp="1"/>
          </p:cNvSpPr>
          <p:nvPr>
            <p:ph type="body" idx="1"/>
          </p:nvPr>
        </p:nvSpPr>
        <p:spPr>
          <a:xfrm>
            <a:off x="421981" y="3776672"/>
            <a:ext cx="7184996" cy="1268595"/>
          </a:xfrm>
          <a:prstGeom prst="rect">
            <a:avLst/>
          </a:prstGeom>
        </p:spPr>
        <p:txBody>
          <a:bodyPr>
            <a:normAutofit/>
          </a:bodyPr>
          <a:lstStyle>
            <a:lvl1pPr marL="0" indent="0">
              <a:buNone/>
              <a:defRPr sz="2667">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E4AFD833-CC88-734B-89F2-B939F25A16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5287" y="262864"/>
            <a:ext cx="2627616" cy="503443"/>
          </a:xfrm>
          <a:prstGeom prst="rect">
            <a:avLst/>
          </a:prstGeom>
        </p:spPr>
      </p:pic>
      <p:pic>
        <p:nvPicPr>
          <p:cNvPr id="9" name="Picture 8">
            <a:extLst>
              <a:ext uri="{FF2B5EF4-FFF2-40B4-BE49-F238E27FC236}">
                <a16:creationId xmlns:a16="http://schemas.microsoft.com/office/drawing/2014/main" id="{168EC200-F85C-C840-9A1D-7EF2FCFFAF5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7659" r="20425" b="5578"/>
          <a:stretch/>
        </p:blipFill>
        <p:spPr>
          <a:xfrm>
            <a:off x="8207741" y="1732548"/>
            <a:ext cx="3984259" cy="4344201"/>
          </a:xfrm>
          <a:prstGeom prst="rect">
            <a:avLst/>
          </a:prstGeom>
        </p:spPr>
      </p:pic>
    </p:spTree>
    <p:extLst>
      <p:ext uri="{BB962C8B-B14F-4D97-AF65-F5344CB8AC3E}">
        <p14:creationId xmlns:p14="http://schemas.microsoft.com/office/powerpoint/2010/main" val="1234902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821232C-1A26-2A48-8A83-57EEE171BC34}"/>
              </a:ext>
            </a:extLst>
          </p:cNvPr>
          <p:cNvSpPr/>
          <p:nvPr userDrawn="1"/>
        </p:nvSpPr>
        <p:spPr>
          <a:xfrm>
            <a:off x="0" y="0"/>
            <a:ext cx="12192000" cy="51077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itle 1">
            <a:extLst>
              <a:ext uri="{FF2B5EF4-FFF2-40B4-BE49-F238E27FC236}">
                <a16:creationId xmlns:a16="http://schemas.microsoft.com/office/drawing/2014/main" id="{30119F57-C15A-AB40-998A-2D9A9CB67731}"/>
              </a:ext>
            </a:extLst>
          </p:cNvPr>
          <p:cNvSpPr>
            <a:spLocks noGrp="1"/>
          </p:cNvSpPr>
          <p:nvPr>
            <p:ph type="title"/>
          </p:nvPr>
        </p:nvSpPr>
        <p:spPr>
          <a:xfrm>
            <a:off x="69976" y="-74708"/>
            <a:ext cx="10998200" cy="706897"/>
          </a:xfrm>
          <a:noFill/>
        </p:spPr>
        <p:txBody>
          <a:bodyPr>
            <a:normAutofit/>
          </a:bodyPr>
          <a:lstStyle>
            <a:lvl1pPr>
              <a:defRPr sz="2600">
                <a:solidFill>
                  <a:schemeClr val="bg1"/>
                </a:solidFill>
              </a:defRPr>
            </a:lvl1pPr>
          </a:lstStyle>
          <a:p>
            <a:r>
              <a:rPr lang="en-US"/>
              <a:t>Click to edit Master title style</a:t>
            </a:r>
          </a:p>
        </p:txBody>
      </p:sp>
      <p:pic>
        <p:nvPicPr>
          <p:cNvPr id="8" name="Picture 7">
            <a:extLst>
              <a:ext uri="{FF2B5EF4-FFF2-40B4-BE49-F238E27FC236}">
                <a16:creationId xmlns:a16="http://schemas.microsoft.com/office/drawing/2014/main" id="{DF72BD8D-C01A-2740-A624-05CDEBBBF3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36946" y="85307"/>
            <a:ext cx="474241" cy="355681"/>
          </a:xfrm>
          <a:prstGeom prst="rect">
            <a:avLst/>
          </a:prstGeom>
        </p:spPr>
      </p:pic>
      <p:sp>
        <p:nvSpPr>
          <p:cNvPr id="9" name="Date Placeholder 3">
            <a:extLst>
              <a:ext uri="{FF2B5EF4-FFF2-40B4-BE49-F238E27FC236}">
                <a16:creationId xmlns:a16="http://schemas.microsoft.com/office/drawing/2014/main" id="{1A740D51-98D6-CF45-8BFD-F0DF9442C3E1}"/>
              </a:ext>
            </a:extLst>
          </p:cNvPr>
          <p:cNvSpPr>
            <a:spLocks noGrp="1"/>
          </p:cNvSpPr>
          <p:nvPr>
            <p:ph type="dt" sz="half" idx="10"/>
          </p:nvPr>
        </p:nvSpPr>
        <p:spPr>
          <a:xfrm>
            <a:off x="355600" y="6400886"/>
            <a:ext cx="2743200" cy="223225"/>
          </a:xfrm>
        </p:spPr>
        <p:txBody>
          <a:bodyPr/>
          <a:lstStyle>
            <a:lvl1pPr>
              <a:defRPr>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Slide Number Placeholder 5">
            <a:extLst>
              <a:ext uri="{FF2B5EF4-FFF2-40B4-BE49-F238E27FC236}">
                <a16:creationId xmlns:a16="http://schemas.microsoft.com/office/drawing/2014/main" id="{38CAF668-E8EB-544C-B031-9C901C4345CC}"/>
              </a:ext>
            </a:extLst>
          </p:cNvPr>
          <p:cNvSpPr>
            <a:spLocks noGrp="1"/>
          </p:cNvSpPr>
          <p:nvPr>
            <p:ph type="sldNum" sz="quarter" idx="12"/>
          </p:nvPr>
        </p:nvSpPr>
        <p:spPr>
          <a:xfrm>
            <a:off x="9110133" y="6400886"/>
            <a:ext cx="2743200" cy="223225"/>
          </a:xfrm>
        </p:spPr>
        <p:txBody>
          <a:bodyPr/>
          <a:lstStyle>
            <a:lvl1pPr>
              <a:defRPr sz="1200">
                <a:solidFill>
                  <a:schemeClr val="tx1"/>
                </a:solidFill>
              </a:defRPr>
            </a:lvl1pPr>
          </a:lstStyle>
          <a:p>
            <a:pPr>
              <a:defRPr/>
            </a:pPr>
            <a:fld id="{2B7B873C-A46E-4878-A014-BF36A57BE664}" type="slidenum">
              <a:rPr lang="en-US" smtClean="0">
                <a:solidFill>
                  <a:prstClr val="black"/>
                </a:solidFill>
              </a:rPr>
              <a:pPr>
                <a:defRPr/>
              </a:pPr>
              <a:t>‹#›</a:t>
            </a:fld>
            <a:endParaRPr lang="en-US">
              <a:solidFill>
                <a:prstClr val="black"/>
              </a:solidFill>
            </a:endParaRPr>
          </a:p>
        </p:txBody>
      </p:sp>
      <p:sp>
        <p:nvSpPr>
          <p:cNvPr id="13" name="Content Placeholder 2">
            <a:extLst>
              <a:ext uri="{FF2B5EF4-FFF2-40B4-BE49-F238E27FC236}">
                <a16:creationId xmlns:a16="http://schemas.microsoft.com/office/drawing/2014/main" id="{8426316D-4BD0-544E-9788-FEF05C245919}"/>
              </a:ext>
            </a:extLst>
          </p:cNvPr>
          <p:cNvSpPr>
            <a:spLocks noGrp="1"/>
          </p:cNvSpPr>
          <p:nvPr>
            <p:ph idx="1"/>
          </p:nvPr>
        </p:nvSpPr>
        <p:spPr>
          <a:xfrm>
            <a:off x="355600" y="706897"/>
            <a:ext cx="11497733" cy="5624197"/>
          </a:xfrm>
        </p:spPr>
        <p:txBody>
          <a:bodyPr>
            <a:normAutofit/>
          </a:bodyPr>
          <a:lstStyle>
            <a:lvl1pPr marL="228600" indent="-228600">
              <a:buClr>
                <a:srgbClr val="002060"/>
              </a:buClr>
              <a:buFont typeface="Arial" panose="020B0604020202020204" pitchFamily="34" charset="0"/>
              <a:buChar char="•"/>
              <a:defRPr sz="2400">
                <a:solidFill>
                  <a:schemeClr val="tx1"/>
                </a:solidFill>
              </a:defRPr>
            </a:lvl1pPr>
          </a:lstStyle>
          <a:p>
            <a:endParaRPr lang="en-US"/>
          </a:p>
        </p:txBody>
      </p:sp>
    </p:spTree>
    <p:extLst>
      <p:ext uri="{BB962C8B-B14F-4D97-AF65-F5344CB8AC3E}">
        <p14:creationId xmlns:p14="http://schemas.microsoft.com/office/powerpoint/2010/main" val="15652689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0B6021-8E99-454D-A4B5-DBFB061F95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048"/>
            <a:ext cx="12192000" cy="6851904"/>
          </a:xfrm>
          <a:prstGeom prst="rect">
            <a:avLst/>
          </a:prstGeom>
        </p:spPr>
      </p:pic>
      <p:sp>
        <p:nvSpPr>
          <p:cNvPr id="15" name="Title 1">
            <a:extLst>
              <a:ext uri="{FF2B5EF4-FFF2-40B4-BE49-F238E27FC236}">
                <a16:creationId xmlns:a16="http://schemas.microsoft.com/office/drawing/2014/main" id="{2D19DE88-F7A5-F543-8EAD-B96C80292E85}"/>
              </a:ext>
            </a:extLst>
          </p:cNvPr>
          <p:cNvSpPr>
            <a:spLocks noGrp="1"/>
          </p:cNvSpPr>
          <p:nvPr>
            <p:ph type="ctrTitle" hasCustomPrompt="1"/>
          </p:nvPr>
        </p:nvSpPr>
        <p:spPr>
          <a:xfrm>
            <a:off x="4831643" y="1439357"/>
            <a:ext cx="6972941" cy="1543051"/>
          </a:xfrm>
        </p:spPr>
        <p:txBody>
          <a:bodyPr anchor="b">
            <a:noAutofit/>
          </a:bodyPr>
          <a:lstStyle>
            <a:lvl1pPr algn="r">
              <a:defRPr sz="5333" b="0">
                <a:solidFill>
                  <a:schemeClr val="tx1"/>
                </a:solidFill>
              </a:defRPr>
            </a:lvl1pPr>
          </a:lstStyle>
          <a:p>
            <a:r>
              <a:rPr lang="en-US" dirty="0"/>
              <a:t>Click to edit </a:t>
            </a:r>
            <a:br>
              <a:rPr lang="en-US" dirty="0"/>
            </a:br>
            <a:r>
              <a:rPr lang="en-US" dirty="0"/>
              <a:t>Master title style</a:t>
            </a:r>
          </a:p>
        </p:txBody>
      </p:sp>
      <p:sp>
        <p:nvSpPr>
          <p:cNvPr id="16" name="Subtitle 2">
            <a:extLst>
              <a:ext uri="{FF2B5EF4-FFF2-40B4-BE49-F238E27FC236}">
                <a16:creationId xmlns:a16="http://schemas.microsoft.com/office/drawing/2014/main" id="{D7ADC6F6-B9EA-5B40-9683-61177264411B}"/>
              </a:ext>
            </a:extLst>
          </p:cNvPr>
          <p:cNvSpPr>
            <a:spLocks noGrp="1"/>
          </p:cNvSpPr>
          <p:nvPr>
            <p:ph type="subTitle" idx="1"/>
          </p:nvPr>
        </p:nvSpPr>
        <p:spPr>
          <a:xfrm>
            <a:off x="4843094" y="2982407"/>
            <a:ext cx="6960067" cy="1329796"/>
          </a:xfrm>
          <a:prstGeom prst="rect">
            <a:avLst/>
          </a:prstGeom>
        </p:spPr>
        <p:txBody>
          <a:bodyPr>
            <a:normAutofit/>
          </a:bodyPr>
          <a:lstStyle>
            <a:lvl1pPr marL="0" indent="0" algn="r">
              <a:buNone/>
              <a:defRPr sz="1867">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dirty="0"/>
              <a:t>Click to edit Master subtitle style</a:t>
            </a:r>
          </a:p>
        </p:txBody>
      </p:sp>
      <p:pic>
        <p:nvPicPr>
          <p:cNvPr id="2" name="Picture 1">
            <a:extLst>
              <a:ext uri="{FF2B5EF4-FFF2-40B4-BE49-F238E27FC236}">
                <a16:creationId xmlns:a16="http://schemas.microsoft.com/office/drawing/2014/main" id="{3EBC3907-7533-C942-83A3-F7DC01C4162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38090" y="353111"/>
            <a:ext cx="2065073" cy="269357"/>
          </a:xfrm>
          <a:prstGeom prst="rect">
            <a:avLst/>
          </a:prstGeom>
        </p:spPr>
      </p:pic>
      <p:pic>
        <p:nvPicPr>
          <p:cNvPr id="7" name="Picture 6">
            <a:extLst>
              <a:ext uri="{FF2B5EF4-FFF2-40B4-BE49-F238E27FC236}">
                <a16:creationId xmlns:a16="http://schemas.microsoft.com/office/drawing/2014/main" id="{569B090C-E107-4C47-886E-3DF1EC2D9FE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45287" y="262865"/>
            <a:ext cx="2627616" cy="503443"/>
          </a:xfrm>
          <a:prstGeom prst="rect">
            <a:avLst/>
          </a:prstGeom>
        </p:spPr>
      </p:pic>
    </p:spTree>
    <p:extLst>
      <p:ext uri="{BB962C8B-B14F-4D97-AF65-F5344CB8AC3E}">
        <p14:creationId xmlns:p14="http://schemas.microsoft.com/office/powerpoint/2010/main" val="2146714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343849-8FC5-0F41-8FB9-FAA143DD3D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048"/>
            <a:ext cx="12192000" cy="6851904"/>
          </a:xfrm>
          <a:prstGeom prst="rect">
            <a:avLst/>
          </a:prstGeom>
        </p:spPr>
      </p:pic>
      <p:sp>
        <p:nvSpPr>
          <p:cNvPr id="15" name="Title 1">
            <a:extLst>
              <a:ext uri="{FF2B5EF4-FFF2-40B4-BE49-F238E27FC236}">
                <a16:creationId xmlns:a16="http://schemas.microsoft.com/office/drawing/2014/main" id="{2D19DE88-F7A5-F543-8EAD-B96C80292E85}"/>
              </a:ext>
            </a:extLst>
          </p:cNvPr>
          <p:cNvSpPr>
            <a:spLocks noGrp="1"/>
          </p:cNvSpPr>
          <p:nvPr>
            <p:ph type="ctrTitle" hasCustomPrompt="1"/>
          </p:nvPr>
        </p:nvSpPr>
        <p:spPr>
          <a:xfrm>
            <a:off x="4831643" y="1218897"/>
            <a:ext cx="6972941" cy="1543051"/>
          </a:xfrm>
        </p:spPr>
        <p:txBody>
          <a:bodyPr anchor="b">
            <a:noAutofit/>
          </a:bodyPr>
          <a:lstStyle>
            <a:lvl1pPr algn="r">
              <a:defRPr sz="5333" b="0">
                <a:solidFill>
                  <a:schemeClr val="tx1"/>
                </a:solidFill>
              </a:defRPr>
            </a:lvl1pPr>
          </a:lstStyle>
          <a:p>
            <a:r>
              <a:rPr lang="en-US" dirty="0"/>
              <a:t>Click to edit </a:t>
            </a:r>
            <a:br>
              <a:rPr lang="en-US" dirty="0"/>
            </a:br>
            <a:r>
              <a:rPr lang="en-US" dirty="0"/>
              <a:t>Master title style</a:t>
            </a:r>
          </a:p>
        </p:txBody>
      </p:sp>
      <p:sp>
        <p:nvSpPr>
          <p:cNvPr id="16" name="Subtitle 2">
            <a:extLst>
              <a:ext uri="{FF2B5EF4-FFF2-40B4-BE49-F238E27FC236}">
                <a16:creationId xmlns:a16="http://schemas.microsoft.com/office/drawing/2014/main" id="{D7ADC6F6-B9EA-5B40-9683-61177264411B}"/>
              </a:ext>
            </a:extLst>
          </p:cNvPr>
          <p:cNvSpPr>
            <a:spLocks noGrp="1"/>
          </p:cNvSpPr>
          <p:nvPr>
            <p:ph type="subTitle" idx="1"/>
          </p:nvPr>
        </p:nvSpPr>
        <p:spPr>
          <a:xfrm>
            <a:off x="4843094" y="2761950"/>
            <a:ext cx="6960067" cy="1329796"/>
          </a:xfrm>
          <a:prstGeom prst="rect">
            <a:avLst/>
          </a:prstGeom>
        </p:spPr>
        <p:txBody>
          <a:bodyPr>
            <a:normAutofit/>
          </a:bodyPr>
          <a:lstStyle>
            <a:lvl1pPr marL="0" indent="0" algn="r">
              <a:buNone/>
              <a:defRPr sz="1867">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dirty="0"/>
              <a:t>Click to edit Master subtitle style</a:t>
            </a:r>
          </a:p>
        </p:txBody>
      </p:sp>
      <p:pic>
        <p:nvPicPr>
          <p:cNvPr id="7" name="Picture 6">
            <a:extLst>
              <a:ext uri="{FF2B5EF4-FFF2-40B4-BE49-F238E27FC236}">
                <a16:creationId xmlns:a16="http://schemas.microsoft.com/office/drawing/2014/main" id="{569B090C-E107-4C47-886E-3DF1EC2D9FE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175544" y="326693"/>
            <a:ext cx="2627616" cy="503443"/>
          </a:xfrm>
          <a:prstGeom prst="rect">
            <a:avLst/>
          </a:prstGeom>
        </p:spPr>
      </p:pic>
      <p:pic>
        <p:nvPicPr>
          <p:cNvPr id="8" name="Picture 7">
            <a:extLst>
              <a:ext uri="{FF2B5EF4-FFF2-40B4-BE49-F238E27FC236}">
                <a16:creationId xmlns:a16="http://schemas.microsoft.com/office/drawing/2014/main" id="{828CD577-4669-1342-AFA4-3A86F9C4210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738089" y="6248692"/>
            <a:ext cx="2065073" cy="269357"/>
          </a:xfrm>
          <a:prstGeom prst="rect">
            <a:avLst/>
          </a:prstGeom>
        </p:spPr>
      </p:pic>
    </p:spTree>
    <p:extLst>
      <p:ext uri="{BB962C8B-B14F-4D97-AF65-F5344CB8AC3E}">
        <p14:creationId xmlns:p14="http://schemas.microsoft.com/office/powerpoint/2010/main" val="664784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B52A39-59A7-AD41-9748-662EAF7E8BC6}"/>
              </a:ext>
            </a:extLst>
          </p:cNvPr>
          <p:cNvSpPr/>
          <p:nvPr userDrawn="1"/>
        </p:nvSpPr>
        <p:spPr>
          <a:xfrm>
            <a:off x="6802783" y="0"/>
            <a:ext cx="5389216"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7" name="Picture 6">
            <a:extLst>
              <a:ext uri="{FF2B5EF4-FFF2-40B4-BE49-F238E27FC236}">
                <a16:creationId xmlns:a16="http://schemas.microsoft.com/office/drawing/2014/main" id="{6D033640-A2B8-CF42-BE64-60B4328D2DB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738090" y="353111"/>
            <a:ext cx="2065073" cy="269357"/>
          </a:xfrm>
          <a:prstGeom prst="rect">
            <a:avLst/>
          </a:prstGeom>
        </p:spPr>
      </p:pic>
      <p:sp>
        <p:nvSpPr>
          <p:cNvPr id="9" name="Title 1">
            <a:extLst>
              <a:ext uri="{FF2B5EF4-FFF2-40B4-BE49-F238E27FC236}">
                <a16:creationId xmlns:a16="http://schemas.microsoft.com/office/drawing/2014/main" id="{FDA8790A-F5F2-1447-97AF-C8252DE27A80}"/>
              </a:ext>
            </a:extLst>
          </p:cNvPr>
          <p:cNvSpPr>
            <a:spLocks noGrp="1"/>
          </p:cNvSpPr>
          <p:nvPr>
            <p:ph type="ctrTitle" hasCustomPrompt="1"/>
          </p:nvPr>
        </p:nvSpPr>
        <p:spPr>
          <a:xfrm>
            <a:off x="7173844" y="2657476"/>
            <a:ext cx="4629317" cy="1543051"/>
          </a:xfrm>
        </p:spPr>
        <p:txBody>
          <a:bodyPr anchor="b">
            <a:noAutofit/>
          </a:bodyPr>
          <a:lstStyle>
            <a:lvl1pPr algn="l">
              <a:defRPr sz="5333" b="0">
                <a:solidFill>
                  <a:schemeClr val="tx1"/>
                </a:solidFill>
              </a:defRPr>
            </a:lvl1pPr>
          </a:lstStyle>
          <a:p>
            <a:r>
              <a:rPr lang="en-US" dirty="0"/>
              <a:t>Click to edit </a:t>
            </a:r>
            <a:br>
              <a:rPr lang="en-US" dirty="0"/>
            </a:br>
            <a:r>
              <a:rPr lang="en-US" dirty="0"/>
              <a:t>Master title style</a:t>
            </a:r>
          </a:p>
        </p:txBody>
      </p:sp>
      <p:sp>
        <p:nvSpPr>
          <p:cNvPr id="12" name="Subtitle 2">
            <a:extLst>
              <a:ext uri="{FF2B5EF4-FFF2-40B4-BE49-F238E27FC236}">
                <a16:creationId xmlns:a16="http://schemas.microsoft.com/office/drawing/2014/main" id="{1C9330A7-36C2-C748-BA4C-007314F528E4}"/>
              </a:ext>
            </a:extLst>
          </p:cNvPr>
          <p:cNvSpPr>
            <a:spLocks noGrp="1"/>
          </p:cNvSpPr>
          <p:nvPr>
            <p:ph type="subTitle" idx="1"/>
          </p:nvPr>
        </p:nvSpPr>
        <p:spPr>
          <a:xfrm>
            <a:off x="7180972" y="4200527"/>
            <a:ext cx="4620769" cy="1329796"/>
          </a:xfrm>
          <a:prstGeom prst="rect">
            <a:avLst/>
          </a:prstGeom>
        </p:spPr>
        <p:txBody>
          <a:bodyPr>
            <a:normAutofit/>
          </a:bodyPr>
          <a:lstStyle>
            <a:lvl1pPr marL="0" indent="0" algn="l">
              <a:buNone/>
              <a:defRPr sz="1867">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dirty="0"/>
              <a:t>Click to edit Master subtitle style</a:t>
            </a:r>
          </a:p>
        </p:txBody>
      </p:sp>
      <p:pic>
        <p:nvPicPr>
          <p:cNvPr id="11" name="Picture 10">
            <a:extLst>
              <a:ext uri="{FF2B5EF4-FFF2-40B4-BE49-F238E27FC236}">
                <a16:creationId xmlns:a16="http://schemas.microsoft.com/office/drawing/2014/main" id="{8485F3FA-387A-E643-80E6-7BFF56B5890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45287" y="262865"/>
            <a:ext cx="2627616" cy="503443"/>
          </a:xfrm>
          <a:prstGeom prst="rect">
            <a:avLst/>
          </a:prstGeom>
        </p:spPr>
      </p:pic>
      <p:pic>
        <p:nvPicPr>
          <p:cNvPr id="2" name="Picture 1"/>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3048000" y="1275080"/>
            <a:ext cx="6096000" cy="4307840"/>
          </a:xfrm>
          <a:prstGeom prst="rect">
            <a:avLst/>
          </a:prstGeom>
        </p:spPr>
      </p:pic>
    </p:spTree>
    <p:extLst>
      <p:ext uri="{BB962C8B-B14F-4D97-AF65-F5344CB8AC3E}">
        <p14:creationId xmlns:p14="http://schemas.microsoft.com/office/powerpoint/2010/main" val="3122500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6474D0-4693-7F4E-BAFB-00807D41A3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048"/>
            <a:ext cx="12197424" cy="6854952"/>
          </a:xfrm>
          <a:prstGeom prst="rect">
            <a:avLst/>
          </a:prstGeom>
        </p:spPr>
      </p:pic>
      <p:pic>
        <p:nvPicPr>
          <p:cNvPr id="8" name="Picture 7">
            <a:extLst>
              <a:ext uri="{FF2B5EF4-FFF2-40B4-BE49-F238E27FC236}">
                <a16:creationId xmlns:a16="http://schemas.microsoft.com/office/drawing/2014/main" id="{40B14762-5AB9-7644-8BBF-C7C0C2D0139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54664" y="0"/>
            <a:ext cx="5937336" cy="6858000"/>
          </a:xfrm>
          <a:prstGeom prst="rect">
            <a:avLst/>
          </a:prstGeom>
          <a:solidFill>
            <a:srgbClr val="A02337"/>
          </a:solidFill>
        </p:spPr>
      </p:pic>
      <p:sp>
        <p:nvSpPr>
          <p:cNvPr id="9" name="Title 1">
            <a:extLst>
              <a:ext uri="{FF2B5EF4-FFF2-40B4-BE49-F238E27FC236}">
                <a16:creationId xmlns:a16="http://schemas.microsoft.com/office/drawing/2014/main" id="{8E22D469-66DA-3646-A3F5-62A37514247B}"/>
              </a:ext>
            </a:extLst>
          </p:cNvPr>
          <p:cNvSpPr>
            <a:spLocks noGrp="1"/>
          </p:cNvSpPr>
          <p:nvPr>
            <p:ph type="ctrTitle" hasCustomPrompt="1"/>
          </p:nvPr>
        </p:nvSpPr>
        <p:spPr>
          <a:xfrm>
            <a:off x="6595715" y="2119764"/>
            <a:ext cx="5316357" cy="1543051"/>
          </a:xfrm>
        </p:spPr>
        <p:txBody>
          <a:bodyPr anchor="b">
            <a:noAutofit/>
          </a:bodyPr>
          <a:lstStyle>
            <a:lvl1pPr algn="l">
              <a:defRPr sz="5333" b="0">
                <a:solidFill>
                  <a:schemeClr val="bg1"/>
                </a:solidFill>
              </a:defRPr>
            </a:lvl1pPr>
          </a:lstStyle>
          <a:p>
            <a:r>
              <a:rPr lang="en-US" dirty="0"/>
              <a:t>Click to edit </a:t>
            </a:r>
            <a:br>
              <a:rPr lang="en-US" dirty="0"/>
            </a:br>
            <a:r>
              <a:rPr lang="en-US" dirty="0"/>
              <a:t>Master title style</a:t>
            </a:r>
          </a:p>
        </p:txBody>
      </p:sp>
      <p:sp>
        <p:nvSpPr>
          <p:cNvPr id="12" name="Subtitle 2">
            <a:extLst>
              <a:ext uri="{FF2B5EF4-FFF2-40B4-BE49-F238E27FC236}">
                <a16:creationId xmlns:a16="http://schemas.microsoft.com/office/drawing/2014/main" id="{9BB62562-CB73-EE4A-B26A-53A04DF0C6A6}"/>
              </a:ext>
            </a:extLst>
          </p:cNvPr>
          <p:cNvSpPr>
            <a:spLocks noGrp="1"/>
          </p:cNvSpPr>
          <p:nvPr>
            <p:ph type="subTitle" idx="1"/>
          </p:nvPr>
        </p:nvSpPr>
        <p:spPr>
          <a:xfrm>
            <a:off x="6604108" y="3662815"/>
            <a:ext cx="5306541" cy="1329796"/>
          </a:xfrm>
          <a:prstGeom prst="rect">
            <a:avLst/>
          </a:prstGeom>
        </p:spPr>
        <p:txBody>
          <a:bodyPr>
            <a:normAutofit/>
          </a:bodyPr>
          <a:lstStyle>
            <a:lvl1pPr marL="0" indent="0" algn="l">
              <a:buNone/>
              <a:defRPr sz="1867">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dirty="0"/>
              <a:t>Click to edit Master subtitle style</a:t>
            </a:r>
          </a:p>
        </p:txBody>
      </p:sp>
      <p:pic>
        <p:nvPicPr>
          <p:cNvPr id="13" name="Picture 12">
            <a:extLst>
              <a:ext uri="{FF2B5EF4-FFF2-40B4-BE49-F238E27FC236}">
                <a16:creationId xmlns:a16="http://schemas.microsoft.com/office/drawing/2014/main" id="{433AF28B-49E6-F74F-802F-1408C898F84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738089" y="6248692"/>
            <a:ext cx="2065073" cy="269357"/>
          </a:xfrm>
          <a:prstGeom prst="rect">
            <a:avLst/>
          </a:prstGeom>
        </p:spPr>
      </p:pic>
      <p:pic>
        <p:nvPicPr>
          <p:cNvPr id="14" name="Picture 13">
            <a:extLst>
              <a:ext uri="{FF2B5EF4-FFF2-40B4-BE49-F238E27FC236}">
                <a16:creationId xmlns:a16="http://schemas.microsoft.com/office/drawing/2014/main" id="{3A640FDA-DE10-F54D-9E60-85E27076971D}"/>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6595716" y="315873"/>
            <a:ext cx="2627617" cy="503443"/>
          </a:xfrm>
          <a:prstGeom prst="rect">
            <a:avLst/>
          </a:prstGeom>
        </p:spPr>
      </p:pic>
    </p:spTree>
    <p:extLst>
      <p:ext uri="{BB962C8B-B14F-4D97-AF65-F5344CB8AC3E}">
        <p14:creationId xmlns:p14="http://schemas.microsoft.com/office/powerpoint/2010/main" val="24692142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E852F0-B992-2B4D-8E92-7138DD36F42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CC374D08-1B64-E649-A8F3-3465DA55601B}"/>
              </a:ext>
            </a:extLst>
          </p:cNvPr>
          <p:cNvSpPr/>
          <p:nvPr userDrawn="1"/>
        </p:nvSpPr>
        <p:spPr>
          <a:xfrm>
            <a:off x="6254664" y="0"/>
            <a:ext cx="5937336" cy="6858000"/>
          </a:xfrm>
          <a:prstGeom prst="rect">
            <a:avLst/>
          </a:prstGeom>
          <a:solidFill>
            <a:srgbClr val="00206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1" name="Title 1">
            <a:extLst>
              <a:ext uri="{FF2B5EF4-FFF2-40B4-BE49-F238E27FC236}">
                <a16:creationId xmlns:a16="http://schemas.microsoft.com/office/drawing/2014/main" id="{61ABF0E9-3472-9C4B-890F-AA55CFB1556F}"/>
              </a:ext>
            </a:extLst>
          </p:cNvPr>
          <p:cNvSpPr>
            <a:spLocks noGrp="1"/>
          </p:cNvSpPr>
          <p:nvPr>
            <p:ph type="ctrTitle" hasCustomPrompt="1"/>
          </p:nvPr>
        </p:nvSpPr>
        <p:spPr>
          <a:xfrm>
            <a:off x="6595715" y="2119764"/>
            <a:ext cx="5316357" cy="1543051"/>
          </a:xfrm>
        </p:spPr>
        <p:txBody>
          <a:bodyPr anchor="b">
            <a:noAutofit/>
          </a:bodyPr>
          <a:lstStyle>
            <a:lvl1pPr algn="l">
              <a:defRPr sz="5333" b="0">
                <a:solidFill>
                  <a:schemeClr val="bg1"/>
                </a:solidFill>
              </a:defRPr>
            </a:lvl1pPr>
          </a:lstStyle>
          <a:p>
            <a:r>
              <a:rPr lang="en-US" dirty="0"/>
              <a:t>Click to edit </a:t>
            </a:r>
            <a:br>
              <a:rPr lang="en-US" dirty="0"/>
            </a:br>
            <a:r>
              <a:rPr lang="en-US" dirty="0"/>
              <a:t>Master title style</a:t>
            </a:r>
          </a:p>
        </p:txBody>
      </p:sp>
      <p:sp>
        <p:nvSpPr>
          <p:cNvPr id="12" name="Subtitle 2">
            <a:extLst>
              <a:ext uri="{FF2B5EF4-FFF2-40B4-BE49-F238E27FC236}">
                <a16:creationId xmlns:a16="http://schemas.microsoft.com/office/drawing/2014/main" id="{777458AB-6DCF-A547-A957-CF814F8DBA0A}"/>
              </a:ext>
            </a:extLst>
          </p:cNvPr>
          <p:cNvSpPr>
            <a:spLocks noGrp="1"/>
          </p:cNvSpPr>
          <p:nvPr>
            <p:ph type="subTitle" idx="1"/>
          </p:nvPr>
        </p:nvSpPr>
        <p:spPr>
          <a:xfrm>
            <a:off x="6604108" y="3662815"/>
            <a:ext cx="5306541" cy="1329796"/>
          </a:xfrm>
          <a:prstGeom prst="rect">
            <a:avLst/>
          </a:prstGeom>
        </p:spPr>
        <p:txBody>
          <a:bodyPr>
            <a:normAutofit/>
          </a:bodyPr>
          <a:lstStyle>
            <a:lvl1pPr marL="0" indent="0" algn="l">
              <a:buNone/>
              <a:defRPr sz="1867">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dirty="0"/>
              <a:t>Click to edit Master subtitle style</a:t>
            </a:r>
          </a:p>
        </p:txBody>
      </p:sp>
      <p:pic>
        <p:nvPicPr>
          <p:cNvPr id="13" name="Picture 12">
            <a:extLst>
              <a:ext uri="{FF2B5EF4-FFF2-40B4-BE49-F238E27FC236}">
                <a16:creationId xmlns:a16="http://schemas.microsoft.com/office/drawing/2014/main" id="{5F4B0371-5E90-4148-9BCB-4AF35D72EAF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38089" y="6248692"/>
            <a:ext cx="2065073" cy="269357"/>
          </a:xfrm>
          <a:prstGeom prst="rect">
            <a:avLst/>
          </a:prstGeom>
        </p:spPr>
      </p:pic>
      <p:pic>
        <p:nvPicPr>
          <p:cNvPr id="14" name="Picture 13">
            <a:extLst>
              <a:ext uri="{FF2B5EF4-FFF2-40B4-BE49-F238E27FC236}">
                <a16:creationId xmlns:a16="http://schemas.microsoft.com/office/drawing/2014/main" id="{F4BBB0AD-E7CA-894B-B713-6A4CC5C3BCF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95716" y="315873"/>
            <a:ext cx="2627617" cy="503443"/>
          </a:xfrm>
          <a:prstGeom prst="rect">
            <a:avLst/>
          </a:prstGeom>
        </p:spPr>
      </p:pic>
    </p:spTree>
    <p:extLst>
      <p:ext uri="{BB962C8B-B14F-4D97-AF65-F5344CB8AC3E}">
        <p14:creationId xmlns:p14="http://schemas.microsoft.com/office/powerpoint/2010/main" val="5991837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87084" y="1"/>
            <a:ext cx="7093193" cy="6884127"/>
          </a:xfrm>
          <a:prstGeom prst="rect">
            <a:avLst/>
          </a:prstGeom>
        </p:spPr>
      </p:pic>
      <p:sp>
        <p:nvSpPr>
          <p:cNvPr id="8" name="Rectangle 7">
            <a:extLst>
              <a:ext uri="{FF2B5EF4-FFF2-40B4-BE49-F238E27FC236}">
                <a16:creationId xmlns:a16="http://schemas.microsoft.com/office/drawing/2014/main" id="{DFB9FEC7-89D8-2449-8C19-374BD2EC4B1B}"/>
              </a:ext>
            </a:extLst>
          </p:cNvPr>
          <p:cNvSpPr/>
          <p:nvPr userDrawn="1"/>
        </p:nvSpPr>
        <p:spPr>
          <a:xfrm>
            <a:off x="7006107" y="0"/>
            <a:ext cx="5185892" cy="6858000"/>
          </a:xfrm>
          <a:prstGeom prst="rect">
            <a:avLst/>
          </a:prstGeom>
          <a:solidFill>
            <a:srgbClr val="9E1F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t> </a:t>
            </a:r>
            <a:endParaRPr lang="en-US" sz="2400" dirty="0"/>
          </a:p>
        </p:txBody>
      </p:sp>
      <p:sp>
        <p:nvSpPr>
          <p:cNvPr id="20" name="Title 1">
            <a:extLst>
              <a:ext uri="{FF2B5EF4-FFF2-40B4-BE49-F238E27FC236}">
                <a16:creationId xmlns:a16="http://schemas.microsoft.com/office/drawing/2014/main" id="{DB6CBE2D-62A3-E24F-9CE7-3DC9D9C21540}"/>
              </a:ext>
            </a:extLst>
          </p:cNvPr>
          <p:cNvSpPr>
            <a:spLocks noGrp="1"/>
          </p:cNvSpPr>
          <p:nvPr>
            <p:ph type="ctrTitle" hasCustomPrompt="1"/>
          </p:nvPr>
        </p:nvSpPr>
        <p:spPr>
          <a:xfrm>
            <a:off x="7524066" y="2119764"/>
            <a:ext cx="3969441" cy="1543051"/>
          </a:xfrm>
        </p:spPr>
        <p:txBody>
          <a:bodyPr anchor="b">
            <a:noAutofit/>
          </a:bodyPr>
          <a:lstStyle>
            <a:lvl1pPr algn="l">
              <a:defRPr sz="4400" b="0">
                <a:solidFill>
                  <a:schemeClr val="bg1"/>
                </a:solidFill>
              </a:defRPr>
            </a:lvl1pPr>
          </a:lstStyle>
          <a:p>
            <a:r>
              <a:rPr lang="en-US" dirty="0"/>
              <a:t>Click to edit </a:t>
            </a:r>
            <a:br>
              <a:rPr lang="en-US" dirty="0"/>
            </a:br>
            <a:r>
              <a:rPr lang="en-US" dirty="0"/>
              <a:t>Master title style</a:t>
            </a:r>
          </a:p>
        </p:txBody>
      </p:sp>
      <p:sp>
        <p:nvSpPr>
          <p:cNvPr id="21" name="Subtitle 2">
            <a:extLst>
              <a:ext uri="{FF2B5EF4-FFF2-40B4-BE49-F238E27FC236}">
                <a16:creationId xmlns:a16="http://schemas.microsoft.com/office/drawing/2014/main" id="{8DF5D57C-5071-194D-AA8A-A3B289E43C53}"/>
              </a:ext>
            </a:extLst>
          </p:cNvPr>
          <p:cNvSpPr>
            <a:spLocks noGrp="1"/>
          </p:cNvSpPr>
          <p:nvPr>
            <p:ph type="subTitle" idx="1"/>
          </p:nvPr>
        </p:nvSpPr>
        <p:spPr>
          <a:xfrm>
            <a:off x="7525487" y="3868877"/>
            <a:ext cx="3968020" cy="1329796"/>
          </a:xfrm>
          <a:prstGeom prst="rect">
            <a:avLst/>
          </a:prstGeom>
        </p:spPr>
        <p:txBody>
          <a:bodyPr>
            <a:normAutofit/>
          </a:bodyPr>
          <a:lstStyle>
            <a:lvl1pPr marL="0" indent="0" algn="l">
              <a:buNone/>
              <a:defRPr sz="1867">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dirty="0"/>
              <a:t>Click to edit Master subtitle style</a:t>
            </a:r>
          </a:p>
        </p:txBody>
      </p:sp>
      <p:pic>
        <p:nvPicPr>
          <p:cNvPr id="25" name="Picture 24">
            <a:extLst>
              <a:ext uri="{FF2B5EF4-FFF2-40B4-BE49-F238E27FC236}">
                <a16:creationId xmlns:a16="http://schemas.microsoft.com/office/drawing/2014/main" id="{1FA7DEE2-F4FD-A64A-B278-E2865F5AC24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38089" y="6248692"/>
            <a:ext cx="2065073" cy="269357"/>
          </a:xfrm>
          <a:prstGeom prst="rect">
            <a:avLst/>
          </a:prstGeom>
        </p:spPr>
      </p:pic>
      <p:pic>
        <p:nvPicPr>
          <p:cNvPr id="26" name="Picture 25">
            <a:extLst>
              <a:ext uri="{FF2B5EF4-FFF2-40B4-BE49-F238E27FC236}">
                <a16:creationId xmlns:a16="http://schemas.microsoft.com/office/drawing/2014/main" id="{DFE77B16-B968-0945-B861-9CC366DCD8A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421037" y="538245"/>
            <a:ext cx="2627617" cy="503443"/>
          </a:xfrm>
          <a:prstGeom prst="rect">
            <a:avLst/>
          </a:prstGeom>
        </p:spPr>
      </p:pic>
    </p:spTree>
    <p:extLst>
      <p:ext uri="{BB962C8B-B14F-4D97-AF65-F5344CB8AC3E}">
        <p14:creationId xmlns:p14="http://schemas.microsoft.com/office/powerpoint/2010/main" val="9538567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1107614"/>
            <a:ext cx="10998200" cy="4816407"/>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355600" y="6188714"/>
            <a:ext cx="2743200" cy="297633"/>
          </a:xfr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a:xfrm>
            <a:off x="8610600" y="6188714"/>
            <a:ext cx="2743200" cy="297633"/>
          </a:xfrm>
        </p:spPr>
        <p:txBody>
          <a:bodyPr/>
          <a:lstStyle>
            <a:lvl1pPr>
              <a:defRPr>
                <a:solidFill>
                  <a:schemeClr val="tx1"/>
                </a:solidFill>
              </a:defRPr>
            </a:lvl1pPr>
          </a:lstStyle>
          <a:p>
            <a:fld id="{2B7B873C-A46E-4878-A014-BF36A57BE664}" type="slidenum">
              <a:rPr lang="en-US" smtClean="0"/>
              <a:pPr/>
              <a:t>‹#›</a:t>
            </a:fld>
            <a:endParaRPr lang="en-US" dirty="0"/>
          </a:p>
        </p:txBody>
      </p:sp>
      <p:pic>
        <p:nvPicPr>
          <p:cNvPr id="11" name="Picture 10">
            <a:extLst>
              <a:ext uri="{FF2B5EF4-FFF2-40B4-BE49-F238E27FC236}">
                <a16:creationId xmlns:a16="http://schemas.microsoft.com/office/drawing/2014/main" id="{8A6CB6BC-E2B6-A64A-B743-C251ED6327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1037"/>
          </a:xfrm>
          <a:prstGeom prst="rect">
            <a:avLst/>
          </a:prstGeom>
          <a:solidFill>
            <a:srgbClr val="A02337"/>
          </a:solidFill>
        </p:spPr>
      </p:pic>
      <p:pic>
        <p:nvPicPr>
          <p:cNvPr id="20" name="Picture 19">
            <a:extLst>
              <a:ext uri="{FF2B5EF4-FFF2-40B4-BE49-F238E27FC236}">
                <a16:creationId xmlns:a16="http://schemas.microsoft.com/office/drawing/2014/main" id="{C2DBB147-AC15-2F46-9B4D-2EAECD979E3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536948" y="113744"/>
            <a:ext cx="474241" cy="474241"/>
          </a:xfrm>
          <a:prstGeom prst="rect">
            <a:avLst/>
          </a:prstGeom>
        </p:spPr>
      </p:pic>
      <p:sp>
        <p:nvSpPr>
          <p:cNvPr id="2" name="Title 1"/>
          <p:cNvSpPr>
            <a:spLocks noGrp="1"/>
          </p:cNvSpPr>
          <p:nvPr>
            <p:ph type="title"/>
          </p:nvPr>
        </p:nvSpPr>
        <p:spPr>
          <a:xfrm>
            <a:off x="69976" y="-99609"/>
            <a:ext cx="10998200" cy="942529"/>
          </a:xfrm>
          <a:noFill/>
        </p:spPr>
        <p:txBody>
          <a:bodyPr>
            <a:normAutofit/>
          </a:bodyPr>
          <a:lstStyle>
            <a:lvl1pPr>
              <a:defRPr sz="3467">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743983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CFE5B6-25DE-9C4C-B1BE-D67F5BAC1228}"/>
              </a:ext>
            </a:extLst>
          </p:cNvPr>
          <p:cNvSpPr/>
          <p:nvPr userDrawn="1"/>
        </p:nvSpPr>
        <p:spPr>
          <a:xfrm>
            <a:off x="0" y="0"/>
            <a:ext cx="12192000" cy="6810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 name="Content Placeholder 2"/>
          <p:cNvSpPr>
            <a:spLocks noGrp="1"/>
          </p:cNvSpPr>
          <p:nvPr>
            <p:ph idx="1"/>
          </p:nvPr>
        </p:nvSpPr>
        <p:spPr>
          <a:xfrm>
            <a:off x="355600" y="1107614"/>
            <a:ext cx="10998200" cy="4816407"/>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355600" y="6188714"/>
            <a:ext cx="2743200" cy="297633"/>
          </a:xfr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a:xfrm>
            <a:off x="8610600" y="6188714"/>
            <a:ext cx="2743200" cy="297633"/>
          </a:xfrm>
        </p:spPr>
        <p:txBody>
          <a:bodyPr/>
          <a:lstStyle>
            <a:lvl1pPr>
              <a:defRPr>
                <a:solidFill>
                  <a:schemeClr val="tx1"/>
                </a:solidFill>
              </a:defRPr>
            </a:lvl1pPr>
          </a:lstStyle>
          <a:p>
            <a:fld id="{2B7B873C-A46E-4878-A014-BF36A57BE664}" type="slidenum">
              <a:rPr lang="en-US" smtClean="0"/>
              <a:pPr/>
              <a:t>‹#›</a:t>
            </a:fld>
            <a:endParaRPr lang="en-US" dirty="0"/>
          </a:p>
        </p:txBody>
      </p:sp>
      <p:sp>
        <p:nvSpPr>
          <p:cNvPr id="2" name="Title 1"/>
          <p:cNvSpPr>
            <a:spLocks noGrp="1"/>
          </p:cNvSpPr>
          <p:nvPr>
            <p:ph type="title"/>
          </p:nvPr>
        </p:nvSpPr>
        <p:spPr>
          <a:xfrm>
            <a:off x="69976" y="-99609"/>
            <a:ext cx="10998200" cy="942529"/>
          </a:xfrm>
          <a:noFill/>
        </p:spPr>
        <p:txBody>
          <a:bodyPr>
            <a:normAutofit/>
          </a:bodyPr>
          <a:lstStyle>
            <a:lvl1pPr>
              <a:defRPr sz="3467">
                <a:solidFill>
                  <a:schemeClr val="bg1"/>
                </a:solidFill>
              </a:defRPr>
            </a:lvl1pPr>
          </a:lstStyle>
          <a:p>
            <a:r>
              <a:rPr lang="en-US" dirty="0"/>
              <a:t>Click to edit Master title style</a:t>
            </a:r>
          </a:p>
        </p:txBody>
      </p:sp>
      <p:pic>
        <p:nvPicPr>
          <p:cNvPr id="9" name="Picture 8">
            <a:extLst>
              <a:ext uri="{FF2B5EF4-FFF2-40B4-BE49-F238E27FC236}">
                <a16:creationId xmlns:a16="http://schemas.microsoft.com/office/drawing/2014/main" id="{FC097C0F-4E48-CE40-A2C4-3DEDDA876B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36948" y="113744"/>
            <a:ext cx="474241" cy="474241"/>
          </a:xfrm>
          <a:prstGeom prst="rect">
            <a:avLst/>
          </a:prstGeom>
        </p:spPr>
      </p:pic>
    </p:spTree>
    <p:extLst>
      <p:ext uri="{BB962C8B-B14F-4D97-AF65-F5344CB8AC3E}">
        <p14:creationId xmlns:p14="http://schemas.microsoft.com/office/powerpoint/2010/main" val="5601188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CFE5B6-25DE-9C4C-B1BE-D67F5BAC1228}"/>
              </a:ext>
            </a:extLst>
          </p:cNvPr>
          <p:cNvSpPr/>
          <p:nvPr userDrawn="1"/>
        </p:nvSpPr>
        <p:spPr>
          <a:xfrm>
            <a:off x="0" y="0"/>
            <a:ext cx="12192000" cy="68103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 name="Content Placeholder 2"/>
          <p:cNvSpPr>
            <a:spLocks noGrp="1"/>
          </p:cNvSpPr>
          <p:nvPr>
            <p:ph idx="1"/>
          </p:nvPr>
        </p:nvSpPr>
        <p:spPr>
          <a:xfrm>
            <a:off x="355600" y="1107614"/>
            <a:ext cx="10998200" cy="4816407"/>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355600" y="6188714"/>
            <a:ext cx="2743200" cy="297633"/>
          </a:xfr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a:xfrm>
            <a:off x="8610600" y="6188714"/>
            <a:ext cx="2743200" cy="297633"/>
          </a:xfrm>
        </p:spPr>
        <p:txBody>
          <a:bodyPr/>
          <a:lstStyle>
            <a:lvl1pPr>
              <a:defRPr>
                <a:solidFill>
                  <a:schemeClr val="tx1"/>
                </a:solidFill>
              </a:defRPr>
            </a:lvl1pPr>
          </a:lstStyle>
          <a:p>
            <a:fld id="{2B7B873C-A46E-4878-A014-BF36A57BE664}" type="slidenum">
              <a:rPr lang="en-US" smtClean="0"/>
              <a:pPr/>
              <a:t>‹#›</a:t>
            </a:fld>
            <a:endParaRPr lang="en-US" dirty="0"/>
          </a:p>
        </p:txBody>
      </p:sp>
      <p:sp>
        <p:nvSpPr>
          <p:cNvPr id="2" name="Title 1"/>
          <p:cNvSpPr>
            <a:spLocks noGrp="1"/>
          </p:cNvSpPr>
          <p:nvPr>
            <p:ph type="title"/>
          </p:nvPr>
        </p:nvSpPr>
        <p:spPr>
          <a:xfrm>
            <a:off x="69976" y="-99609"/>
            <a:ext cx="10998200" cy="942529"/>
          </a:xfrm>
          <a:noFill/>
        </p:spPr>
        <p:txBody>
          <a:bodyPr>
            <a:normAutofit/>
          </a:bodyPr>
          <a:lstStyle>
            <a:lvl1pPr>
              <a:defRPr sz="3467">
                <a:solidFill>
                  <a:schemeClr val="bg1"/>
                </a:solidFill>
              </a:defRPr>
            </a:lvl1pPr>
          </a:lstStyle>
          <a:p>
            <a:r>
              <a:rPr lang="en-US" dirty="0"/>
              <a:t>Click to edit Master title style</a:t>
            </a:r>
          </a:p>
        </p:txBody>
      </p:sp>
      <p:pic>
        <p:nvPicPr>
          <p:cNvPr id="9" name="Picture 8">
            <a:extLst>
              <a:ext uri="{FF2B5EF4-FFF2-40B4-BE49-F238E27FC236}">
                <a16:creationId xmlns:a16="http://schemas.microsoft.com/office/drawing/2014/main" id="{3CB26150-26F2-1641-B94B-91D2E777216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36948" y="113744"/>
            <a:ext cx="474241" cy="474241"/>
          </a:xfrm>
          <a:prstGeom prst="rect">
            <a:avLst/>
          </a:prstGeom>
        </p:spPr>
      </p:pic>
    </p:spTree>
    <p:extLst>
      <p:ext uri="{BB962C8B-B14F-4D97-AF65-F5344CB8AC3E}">
        <p14:creationId xmlns:p14="http://schemas.microsoft.com/office/powerpoint/2010/main" val="17341345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454528"/>
            <a:ext cx="10998200" cy="1885059"/>
          </a:xfrm>
        </p:spPr>
        <p:txBody>
          <a:bodyPr/>
          <a:lstStyle>
            <a:lvl1pPr>
              <a:defRPr>
                <a:solidFill>
                  <a:srgbClr val="002060"/>
                </a:solidFill>
              </a:defRPr>
            </a:lvl1pPr>
          </a:lstStyle>
          <a:p>
            <a:r>
              <a:rPr lang="en-US" dirty="0"/>
              <a:t>Click to edit Master title style</a:t>
            </a:r>
          </a:p>
        </p:txBody>
      </p:sp>
      <p:sp>
        <p:nvSpPr>
          <p:cNvPr id="4" name="Date Placeholder 3"/>
          <p:cNvSpPr>
            <a:spLocks noGrp="1"/>
          </p:cNvSpPr>
          <p:nvPr>
            <p:ph type="dt" sz="half" idx="10"/>
          </p:nvPr>
        </p:nvSpPr>
        <p:spPr>
          <a:xfrm>
            <a:off x="355600" y="5770873"/>
            <a:ext cx="2743200" cy="297633"/>
          </a:xfr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a:xfrm>
            <a:off x="8610600" y="5770873"/>
            <a:ext cx="2743200" cy="297633"/>
          </a:xfrm>
        </p:spPr>
        <p:txBody>
          <a:bodyPr/>
          <a:lstStyle>
            <a:lvl1pPr>
              <a:defRPr>
                <a:solidFill>
                  <a:schemeClr val="tx1"/>
                </a:solidFill>
              </a:defRPr>
            </a:lvl1pPr>
          </a:lstStyle>
          <a:p>
            <a:fld id="{2B7B873C-A46E-4878-A014-BF36A57BE664}" type="slidenum">
              <a:rPr lang="en-US" smtClean="0"/>
              <a:pPr/>
              <a:t>‹#›</a:t>
            </a:fld>
            <a:endParaRPr lang="en-US" dirty="0"/>
          </a:p>
        </p:txBody>
      </p:sp>
      <p:pic>
        <p:nvPicPr>
          <p:cNvPr id="11" name="Picture 10">
            <a:extLst>
              <a:ext uri="{FF2B5EF4-FFF2-40B4-BE49-F238E27FC236}">
                <a16:creationId xmlns:a16="http://schemas.microsoft.com/office/drawing/2014/main" id="{8A6CB6BC-E2B6-A64A-B743-C251ED6327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
            <a:ext cx="12192000" cy="173255"/>
          </a:xfrm>
          <a:prstGeom prst="rect">
            <a:avLst/>
          </a:prstGeom>
          <a:solidFill>
            <a:srgbClr val="A02337"/>
          </a:solidFill>
        </p:spPr>
      </p:pic>
      <p:pic>
        <p:nvPicPr>
          <p:cNvPr id="8" name="Picture 7">
            <a:extLst>
              <a:ext uri="{FF2B5EF4-FFF2-40B4-BE49-F238E27FC236}">
                <a16:creationId xmlns:a16="http://schemas.microsoft.com/office/drawing/2014/main" id="{07B3D9F2-52D6-4443-91EA-7D86029A5B5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14012" y="6378846"/>
            <a:ext cx="1960083" cy="375545"/>
          </a:xfrm>
          <a:prstGeom prst="rect">
            <a:avLst/>
          </a:prstGeom>
        </p:spPr>
      </p:pic>
      <p:sp>
        <p:nvSpPr>
          <p:cNvPr id="9" name="Content Placeholder 2">
            <a:extLst>
              <a:ext uri="{FF2B5EF4-FFF2-40B4-BE49-F238E27FC236}">
                <a16:creationId xmlns:a16="http://schemas.microsoft.com/office/drawing/2014/main" id="{ABE99B52-DF60-1540-A901-6477B334BD11}"/>
              </a:ext>
            </a:extLst>
          </p:cNvPr>
          <p:cNvSpPr>
            <a:spLocks noGrp="1"/>
          </p:cNvSpPr>
          <p:nvPr>
            <p:ph idx="1"/>
          </p:nvPr>
        </p:nvSpPr>
        <p:spPr>
          <a:xfrm>
            <a:off x="355600" y="2337318"/>
            <a:ext cx="10998200" cy="3303161"/>
          </a:xfrm>
          <a:prstGeom prst="rect">
            <a:avLst/>
          </a:prstGeom>
        </p:spPr>
        <p:txBody>
          <a:bodyPr/>
          <a:lstStyle>
            <a:lvl1pPr marL="0" indent="0">
              <a:buNone/>
              <a:defRPr>
                <a:solidFill>
                  <a:schemeClr val="tx1"/>
                </a:solidFill>
              </a:defRPr>
            </a:lvl1pPr>
            <a:lvl2pPr>
              <a:buClr>
                <a:srgbClr val="0070C0"/>
              </a:buClr>
              <a:defRPr>
                <a:solidFill>
                  <a:schemeClr val="tx1"/>
                </a:solidFill>
              </a:defRPr>
            </a:lvl2pPr>
            <a:lvl3pPr>
              <a:buClr>
                <a:srgbClr val="0070C0"/>
              </a:buClr>
              <a:defRPr>
                <a:solidFill>
                  <a:schemeClr val="tx1"/>
                </a:solidFill>
              </a:defRPr>
            </a:lvl3pPr>
            <a:lvl4pPr>
              <a:buClr>
                <a:srgbClr val="0070C0"/>
              </a:buClr>
              <a:defRPr>
                <a:solidFill>
                  <a:schemeClr val="tx1"/>
                </a:solidFill>
              </a:defRPr>
            </a:lvl4pPr>
            <a:lvl5pPr>
              <a:buClr>
                <a:srgbClr val="0070C0"/>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369989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A5CFB0A-00D7-0E4C-A934-6D5114FDB0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732550"/>
            <a:ext cx="12192000" cy="4344201"/>
          </a:xfrm>
          <a:prstGeom prst="rect">
            <a:avLst/>
          </a:prstGeom>
          <a:solidFill>
            <a:srgbClr val="A02337"/>
          </a:solidFill>
        </p:spPr>
      </p:pic>
      <p:sp>
        <p:nvSpPr>
          <p:cNvPr id="2" name="Title 1"/>
          <p:cNvSpPr>
            <a:spLocks noGrp="1"/>
          </p:cNvSpPr>
          <p:nvPr>
            <p:ph type="title" hasCustomPrompt="1"/>
          </p:nvPr>
        </p:nvSpPr>
        <p:spPr>
          <a:xfrm>
            <a:off x="428979" y="1830822"/>
            <a:ext cx="7177996" cy="1937932"/>
          </a:xfrm>
        </p:spPr>
        <p:txBody>
          <a:bodyPr anchor="b">
            <a:normAutofit/>
          </a:bodyPr>
          <a:lstStyle>
            <a:lvl1pPr>
              <a:defRPr sz="4800">
                <a:solidFill>
                  <a:schemeClr val="bg1"/>
                </a:solidFill>
              </a:defRPr>
            </a:lvl1p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21982" y="3776673"/>
            <a:ext cx="7184996" cy="1268595"/>
          </a:xfrm>
          <a:prstGeom prst="rect">
            <a:avLst/>
          </a:prstGeom>
        </p:spPr>
        <p:txBody>
          <a:bodyPr>
            <a:normAutofit/>
          </a:bodyPr>
          <a:lstStyle>
            <a:lvl1pPr marL="0" indent="0">
              <a:buNone/>
              <a:defRPr sz="2667">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dirty="0"/>
              <a:t>Click to edit Master text styles</a:t>
            </a:r>
          </a:p>
        </p:txBody>
      </p:sp>
      <p:pic>
        <p:nvPicPr>
          <p:cNvPr id="12" name="Picture 11">
            <a:extLst>
              <a:ext uri="{FF2B5EF4-FFF2-40B4-BE49-F238E27FC236}">
                <a16:creationId xmlns:a16="http://schemas.microsoft.com/office/drawing/2014/main" id="{E4AFD833-CC88-734B-89F2-B939F25A165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45287" y="262865"/>
            <a:ext cx="2627616" cy="503443"/>
          </a:xfrm>
          <a:prstGeom prst="rect">
            <a:avLst/>
          </a:prstGeom>
        </p:spPr>
      </p:pic>
      <p:pic>
        <p:nvPicPr>
          <p:cNvPr id="17" name="Picture 16">
            <a:extLst>
              <a:ext uri="{FF2B5EF4-FFF2-40B4-BE49-F238E27FC236}">
                <a16:creationId xmlns:a16="http://schemas.microsoft.com/office/drawing/2014/main" id="{E83B1543-EBB5-1E4B-91BD-EE4EA379785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808768" y="6388288"/>
            <a:ext cx="2065073" cy="269357"/>
          </a:xfrm>
          <a:prstGeom prst="rect">
            <a:avLst/>
          </a:prstGeom>
        </p:spPr>
      </p:pic>
      <p:pic>
        <p:nvPicPr>
          <p:cNvPr id="18" name="Picture 17">
            <a:extLst>
              <a:ext uri="{FF2B5EF4-FFF2-40B4-BE49-F238E27FC236}">
                <a16:creationId xmlns:a16="http://schemas.microsoft.com/office/drawing/2014/main" id="{7EA64B7B-3506-0144-91B3-7054F6ABFE2B}"/>
              </a:ext>
            </a:extLst>
          </p:cNvPr>
          <p:cNvPicPr>
            <a:picLocks noChangeAspect="1"/>
          </p:cNvPicPr>
          <p:nvPr userDrawn="1"/>
        </p:nvPicPr>
        <p:blipFill>
          <a:blip r:embed="rId5">
            <a:alphaModFix amt="7000"/>
          </a:blip>
          <a:stretch>
            <a:fillRect/>
          </a:stretch>
        </p:blipFill>
        <p:spPr>
          <a:xfrm>
            <a:off x="8223645" y="1406989"/>
            <a:ext cx="4995321" cy="4995321"/>
          </a:xfrm>
          <a:prstGeom prst="rect">
            <a:avLst/>
          </a:prstGeom>
        </p:spPr>
      </p:pic>
    </p:spTree>
    <p:extLst>
      <p:ext uri="{BB962C8B-B14F-4D97-AF65-F5344CB8AC3E}">
        <p14:creationId xmlns:p14="http://schemas.microsoft.com/office/powerpoint/2010/main" val="27696081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103AF7-7CEF-914E-8D2F-8185760A6F6E}"/>
              </a:ext>
            </a:extLst>
          </p:cNvPr>
          <p:cNvSpPr/>
          <p:nvPr userDrawn="1"/>
        </p:nvSpPr>
        <p:spPr>
          <a:xfrm>
            <a:off x="0" y="1732549"/>
            <a:ext cx="12192000" cy="434420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le 1"/>
          <p:cNvSpPr>
            <a:spLocks noGrp="1"/>
          </p:cNvSpPr>
          <p:nvPr>
            <p:ph type="title" hasCustomPrompt="1"/>
          </p:nvPr>
        </p:nvSpPr>
        <p:spPr>
          <a:xfrm>
            <a:off x="428979" y="1830822"/>
            <a:ext cx="7177996" cy="1937932"/>
          </a:xfrm>
        </p:spPr>
        <p:txBody>
          <a:bodyPr anchor="b">
            <a:normAutofit/>
          </a:bodyPr>
          <a:lstStyle>
            <a:lvl1pPr>
              <a:defRPr sz="4800">
                <a:solidFill>
                  <a:srgbClr val="A02337"/>
                </a:solidFill>
              </a:defRPr>
            </a:lvl1p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21982" y="3776673"/>
            <a:ext cx="7184996" cy="1268595"/>
          </a:xfrm>
          <a:prstGeom prst="rect">
            <a:avLst/>
          </a:prstGeom>
        </p:spPr>
        <p:txBody>
          <a:bodyPr>
            <a:normAutofit/>
          </a:bodyPr>
          <a:lstStyle>
            <a:lvl1pPr marL="0" indent="0">
              <a:buNone/>
              <a:defRPr sz="2667">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dirty="0"/>
              <a:t>Click to edit Master text styles</a:t>
            </a:r>
          </a:p>
        </p:txBody>
      </p:sp>
      <p:pic>
        <p:nvPicPr>
          <p:cNvPr id="12" name="Picture 11">
            <a:extLst>
              <a:ext uri="{FF2B5EF4-FFF2-40B4-BE49-F238E27FC236}">
                <a16:creationId xmlns:a16="http://schemas.microsoft.com/office/drawing/2014/main" id="{E4AFD833-CC88-734B-89F2-B939F25A16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5287" y="262865"/>
            <a:ext cx="2627616" cy="503443"/>
          </a:xfrm>
          <a:prstGeom prst="rect">
            <a:avLst/>
          </a:prstGeom>
        </p:spPr>
      </p:pic>
      <p:pic>
        <p:nvPicPr>
          <p:cNvPr id="17" name="Picture 16">
            <a:extLst>
              <a:ext uri="{FF2B5EF4-FFF2-40B4-BE49-F238E27FC236}">
                <a16:creationId xmlns:a16="http://schemas.microsoft.com/office/drawing/2014/main" id="{E83B1543-EBB5-1E4B-91BD-EE4EA379785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808768" y="6388288"/>
            <a:ext cx="2065073" cy="269357"/>
          </a:xfrm>
          <a:prstGeom prst="rect">
            <a:avLst/>
          </a:prstGeom>
        </p:spPr>
      </p:pic>
      <p:pic>
        <p:nvPicPr>
          <p:cNvPr id="5" name="Picture 4">
            <a:extLst>
              <a:ext uri="{FF2B5EF4-FFF2-40B4-BE49-F238E27FC236}">
                <a16:creationId xmlns:a16="http://schemas.microsoft.com/office/drawing/2014/main" id="{D3E3E37E-48D3-0F41-9C6A-7D481A888328}"/>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7659" r="20425" b="5578"/>
          <a:stretch/>
        </p:blipFill>
        <p:spPr>
          <a:xfrm>
            <a:off x="8207741" y="1732549"/>
            <a:ext cx="3984259" cy="4344201"/>
          </a:xfrm>
          <a:prstGeom prst="rect">
            <a:avLst/>
          </a:prstGeom>
        </p:spPr>
      </p:pic>
    </p:spTree>
    <p:extLst>
      <p:ext uri="{BB962C8B-B14F-4D97-AF65-F5344CB8AC3E}">
        <p14:creationId xmlns:p14="http://schemas.microsoft.com/office/powerpoint/2010/main" val="2198178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103AF7-7CEF-914E-8D2F-8185760A6F6E}"/>
              </a:ext>
            </a:extLst>
          </p:cNvPr>
          <p:cNvSpPr/>
          <p:nvPr userDrawn="1"/>
        </p:nvSpPr>
        <p:spPr>
          <a:xfrm>
            <a:off x="0" y="1732549"/>
            <a:ext cx="12192000" cy="434420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le 1"/>
          <p:cNvSpPr>
            <a:spLocks noGrp="1"/>
          </p:cNvSpPr>
          <p:nvPr>
            <p:ph type="title" hasCustomPrompt="1"/>
          </p:nvPr>
        </p:nvSpPr>
        <p:spPr>
          <a:xfrm>
            <a:off x="428979" y="1830822"/>
            <a:ext cx="7177996" cy="1937932"/>
          </a:xfrm>
        </p:spPr>
        <p:txBody>
          <a:bodyPr anchor="b">
            <a:normAutofit/>
          </a:bodyPr>
          <a:lstStyle>
            <a:lvl1pPr>
              <a:defRPr sz="4800">
                <a:solidFill>
                  <a:schemeClr val="bg1"/>
                </a:solidFill>
              </a:defRPr>
            </a:lvl1p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21982" y="3776673"/>
            <a:ext cx="7184996" cy="1268595"/>
          </a:xfrm>
          <a:prstGeom prst="rect">
            <a:avLst/>
          </a:prstGeom>
        </p:spPr>
        <p:txBody>
          <a:bodyPr>
            <a:normAutofit/>
          </a:bodyPr>
          <a:lstStyle>
            <a:lvl1pPr marL="0" indent="0">
              <a:buNone/>
              <a:defRPr sz="2667">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dirty="0"/>
              <a:t>Click to edit Master text styles</a:t>
            </a:r>
          </a:p>
        </p:txBody>
      </p:sp>
      <p:pic>
        <p:nvPicPr>
          <p:cNvPr id="12" name="Picture 11">
            <a:extLst>
              <a:ext uri="{FF2B5EF4-FFF2-40B4-BE49-F238E27FC236}">
                <a16:creationId xmlns:a16="http://schemas.microsoft.com/office/drawing/2014/main" id="{E4AFD833-CC88-734B-89F2-B939F25A16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5287" y="262865"/>
            <a:ext cx="2627616" cy="503443"/>
          </a:xfrm>
          <a:prstGeom prst="rect">
            <a:avLst/>
          </a:prstGeom>
        </p:spPr>
      </p:pic>
      <p:pic>
        <p:nvPicPr>
          <p:cNvPr id="17" name="Picture 16">
            <a:extLst>
              <a:ext uri="{FF2B5EF4-FFF2-40B4-BE49-F238E27FC236}">
                <a16:creationId xmlns:a16="http://schemas.microsoft.com/office/drawing/2014/main" id="{E83B1543-EBB5-1E4B-91BD-EE4EA379785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808768" y="6388288"/>
            <a:ext cx="2065073" cy="269357"/>
          </a:xfrm>
          <a:prstGeom prst="rect">
            <a:avLst/>
          </a:prstGeom>
        </p:spPr>
      </p:pic>
      <p:pic>
        <p:nvPicPr>
          <p:cNvPr id="9" name="Picture 8">
            <a:extLst>
              <a:ext uri="{FF2B5EF4-FFF2-40B4-BE49-F238E27FC236}">
                <a16:creationId xmlns:a16="http://schemas.microsoft.com/office/drawing/2014/main" id="{168EC200-F85C-C840-9A1D-7EF2FCFFAF50}"/>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7659" r="20425" b="5578"/>
          <a:stretch/>
        </p:blipFill>
        <p:spPr>
          <a:xfrm>
            <a:off x="8207741" y="1732549"/>
            <a:ext cx="3984259" cy="4344201"/>
          </a:xfrm>
          <a:prstGeom prst="rect">
            <a:avLst/>
          </a:prstGeom>
        </p:spPr>
      </p:pic>
    </p:spTree>
    <p:extLst>
      <p:ext uri="{BB962C8B-B14F-4D97-AF65-F5344CB8AC3E}">
        <p14:creationId xmlns:p14="http://schemas.microsoft.com/office/powerpoint/2010/main" val="26507181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821232C-1A26-2A48-8A83-57EEE171BC34}"/>
              </a:ext>
            </a:extLst>
          </p:cNvPr>
          <p:cNvSpPr/>
          <p:nvPr userDrawn="1"/>
        </p:nvSpPr>
        <p:spPr>
          <a:xfrm>
            <a:off x="0" y="0"/>
            <a:ext cx="12192000" cy="51077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Title 1">
            <a:extLst>
              <a:ext uri="{FF2B5EF4-FFF2-40B4-BE49-F238E27FC236}">
                <a16:creationId xmlns:a16="http://schemas.microsoft.com/office/drawing/2014/main" id="{30119F57-C15A-AB40-998A-2D9A9CB67731}"/>
              </a:ext>
            </a:extLst>
          </p:cNvPr>
          <p:cNvSpPr>
            <a:spLocks noGrp="1"/>
          </p:cNvSpPr>
          <p:nvPr>
            <p:ph type="title"/>
          </p:nvPr>
        </p:nvSpPr>
        <p:spPr>
          <a:xfrm>
            <a:off x="69976" y="-74707"/>
            <a:ext cx="10998200" cy="706897"/>
          </a:xfrm>
          <a:noFill/>
        </p:spPr>
        <p:txBody>
          <a:bodyPr>
            <a:normAutofit/>
          </a:bodyPr>
          <a:lstStyle>
            <a:lvl1pPr>
              <a:defRPr sz="2600">
                <a:solidFill>
                  <a:schemeClr val="bg1"/>
                </a:solidFill>
              </a:defRPr>
            </a:lvl1pPr>
          </a:lstStyle>
          <a:p>
            <a:r>
              <a:rPr lang="en-US" dirty="0"/>
              <a:t>Click to edit Master title style</a:t>
            </a:r>
          </a:p>
        </p:txBody>
      </p:sp>
      <p:pic>
        <p:nvPicPr>
          <p:cNvPr id="8" name="Picture 7">
            <a:extLst>
              <a:ext uri="{FF2B5EF4-FFF2-40B4-BE49-F238E27FC236}">
                <a16:creationId xmlns:a16="http://schemas.microsoft.com/office/drawing/2014/main" id="{DF72BD8D-C01A-2740-A624-05CDEBBBF3A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36948" y="85309"/>
            <a:ext cx="474241" cy="355681"/>
          </a:xfrm>
          <a:prstGeom prst="rect">
            <a:avLst/>
          </a:prstGeom>
        </p:spPr>
      </p:pic>
      <p:sp>
        <p:nvSpPr>
          <p:cNvPr id="9" name="Date Placeholder 3">
            <a:extLst>
              <a:ext uri="{FF2B5EF4-FFF2-40B4-BE49-F238E27FC236}">
                <a16:creationId xmlns:a16="http://schemas.microsoft.com/office/drawing/2014/main" id="{1A740D51-98D6-CF45-8BFD-F0DF9442C3E1}"/>
              </a:ext>
            </a:extLst>
          </p:cNvPr>
          <p:cNvSpPr>
            <a:spLocks noGrp="1"/>
          </p:cNvSpPr>
          <p:nvPr>
            <p:ph type="dt" sz="half" idx="10"/>
          </p:nvPr>
        </p:nvSpPr>
        <p:spPr>
          <a:xfrm>
            <a:off x="355600" y="6400888"/>
            <a:ext cx="2743200" cy="223225"/>
          </a:xfrm>
        </p:spPr>
        <p:txBody>
          <a:bodyPr/>
          <a:lstStyle>
            <a:lvl1pPr>
              <a:defRPr>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38CAF668-E8EB-544C-B031-9C901C4345CC}"/>
              </a:ext>
            </a:extLst>
          </p:cNvPr>
          <p:cNvSpPr>
            <a:spLocks noGrp="1"/>
          </p:cNvSpPr>
          <p:nvPr>
            <p:ph type="sldNum" sz="quarter" idx="12"/>
          </p:nvPr>
        </p:nvSpPr>
        <p:spPr>
          <a:xfrm>
            <a:off x="9110133" y="6400888"/>
            <a:ext cx="2743200" cy="223225"/>
          </a:xfrm>
        </p:spPr>
        <p:txBody>
          <a:bodyPr/>
          <a:lstStyle>
            <a:lvl1pPr>
              <a:defRPr>
                <a:solidFill>
                  <a:schemeClr val="tx1"/>
                </a:solidFill>
              </a:defRPr>
            </a:lvl1pPr>
          </a:lstStyle>
          <a:p>
            <a:fld id="{2B7B873C-A46E-4878-A014-BF36A57BE664}" type="slidenum">
              <a:rPr lang="en-US" smtClean="0"/>
              <a:pPr/>
              <a:t>‹#›</a:t>
            </a:fld>
            <a:endParaRPr lang="en-US" dirty="0"/>
          </a:p>
        </p:txBody>
      </p:sp>
      <p:sp>
        <p:nvSpPr>
          <p:cNvPr id="13" name="Content Placeholder 2">
            <a:extLst>
              <a:ext uri="{FF2B5EF4-FFF2-40B4-BE49-F238E27FC236}">
                <a16:creationId xmlns:a16="http://schemas.microsoft.com/office/drawing/2014/main" id="{8426316D-4BD0-544E-9788-FEF05C245919}"/>
              </a:ext>
            </a:extLst>
          </p:cNvPr>
          <p:cNvSpPr>
            <a:spLocks noGrp="1"/>
          </p:cNvSpPr>
          <p:nvPr>
            <p:ph idx="1"/>
          </p:nvPr>
        </p:nvSpPr>
        <p:spPr>
          <a:xfrm>
            <a:off x="355600" y="706897"/>
            <a:ext cx="11497733" cy="5624197"/>
          </a:xfrm>
        </p:spPr>
        <p:txBody>
          <a:bodyPr>
            <a:normAutofit/>
          </a:bodyPr>
          <a:lstStyle>
            <a:lvl1pPr marL="228594" indent="-228594">
              <a:buClr>
                <a:srgbClr val="002060"/>
              </a:buClr>
              <a:buFont typeface="Arial" panose="020B0604020202020204" pitchFamily="34" charset="0"/>
              <a:buChar char="•"/>
              <a:defRPr sz="2400">
                <a:solidFill>
                  <a:schemeClr val="tx1"/>
                </a:solidFill>
              </a:defRPr>
            </a:lvl1pPr>
          </a:lstStyle>
          <a:p>
            <a:endParaRPr lang="en-US" dirty="0"/>
          </a:p>
        </p:txBody>
      </p:sp>
    </p:spTree>
    <p:extLst>
      <p:ext uri="{BB962C8B-B14F-4D97-AF65-F5344CB8AC3E}">
        <p14:creationId xmlns:p14="http://schemas.microsoft.com/office/powerpoint/2010/main" val="29932076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9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1F2FEBB-D35E-40BA-8E29-C83DE232F40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28599"/>
            <a:ext cx="4038600" cy="6400800"/>
          </a:xfrm>
          <a:prstGeom prst="rect">
            <a:avLst/>
          </a:prstGeom>
        </p:spPr>
      </p:pic>
      <p:sp>
        <p:nvSpPr>
          <p:cNvPr id="2" name="Date Placeholder 1">
            <a:extLst>
              <a:ext uri="{FF2B5EF4-FFF2-40B4-BE49-F238E27FC236}">
                <a16:creationId xmlns:a16="http://schemas.microsoft.com/office/drawing/2014/main" id="{C8444D61-B079-41F6-B2E7-620D5DAA75C4}"/>
              </a:ext>
            </a:extLst>
          </p:cNvPr>
          <p:cNvSpPr>
            <a:spLocks noGrp="1"/>
          </p:cNvSpPr>
          <p:nvPr>
            <p:ph type="dt" sz="half" idx="10"/>
          </p:nvPr>
        </p:nvSpPr>
        <p:spPr>
          <a:xfrm>
            <a:off x="812800" y="8503923"/>
            <a:ext cx="3738880" cy="276999"/>
          </a:xfrm>
        </p:spPr>
        <p:txBody>
          <a:bodyPr/>
          <a:lstStyle/>
          <a:p>
            <a:pPr defTabSz="914332">
              <a:defRPr/>
            </a:pPr>
            <a:fld id="{93FB1B5C-DE54-457F-A8CF-7B0E3AFD9CCD}" type="datetime1">
              <a:rPr lang="en-US" altLang="zh-HK" smtClean="0">
                <a:solidFill>
                  <a:prstClr val="black">
                    <a:tint val="75000"/>
                  </a:prstClr>
                </a:solidFill>
              </a:rPr>
              <a:pPr defTabSz="914332">
                <a:defRPr/>
              </a:pPr>
              <a:t>10/29/2026</a:t>
            </a:fld>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7B37A382-C0A2-4DDF-8114-77963D68A290}"/>
              </a:ext>
            </a:extLst>
          </p:cNvPr>
          <p:cNvSpPr>
            <a:spLocks noGrp="1"/>
          </p:cNvSpPr>
          <p:nvPr>
            <p:ph type="ftr" sz="quarter" idx="11"/>
          </p:nvPr>
        </p:nvSpPr>
        <p:spPr>
          <a:xfrm>
            <a:off x="5527040" y="8503923"/>
            <a:ext cx="5201920" cy="276999"/>
          </a:xfrm>
        </p:spPr>
        <p:txBody>
          <a:bodyPr/>
          <a:lstStyle/>
          <a:p>
            <a:pPr defTabSz="914332">
              <a:defRPr/>
            </a:pPr>
            <a:endParaRPr lang="en-US">
              <a:solidFill>
                <a:prstClr val="black">
                  <a:tint val="75000"/>
                </a:prstClr>
              </a:solidFill>
            </a:endParaRPr>
          </a:p>
        </p:txBody>
      </p:sp>
      <p:grpSp>
        <p:nvGrpSpPr>
          <p:cNvPr id="16" name="Group 15">
            <a:extLst>
              <a:ext uri="{FF2B5EF4-FFF2-40B4-BE49-F238E27FC236}">
                <a16:creationId xmlns:a16="http://schemas.microsoft.com/office/drawing/2014/main" id="{F532AA98-C9E2-419A-9205-B28CA2E38532}"/>
              </a:ext>
            </a:extLst>
          </p:cNvPr>
          <p:cNvGrpSpPr/>
          <p:nvPr/>
        </p:nvGrpSpPr>
        <p:grpSpPr>
          <a:xfrm>
            <a:off x="1936128" y="0"/>
            <a:ext cx="6321019" cy="6858000"/>
            <a:chOff x="5702858" y="1"/>
            <a:chExt cx="6321018" cy="6858000"/>
          </a:xfrm>
        </p:grpSpPr>
        <p:sp>
          <p:nvSpPr>
            <p:cNvPr id="17" name="Flowchart: Delay 16">
              <a:extLst>
                <a:ext uri="{FF2B5EF4-FFF2-40B4-BE49-F238E27FC236}">
                  <a16:creationId xmlns:a16="http://schemas.microsoft.com/office/drawing/2014/main" id="{DB3BACB1-72DD-4F3F-AD75-8AD5B658A7C0}"/>
                </a:ext>
              </a:extLst>
            </p:cNvPr>
            <p:cNvSpPr/>
            <p:nvPr/>
          </p:nvSpPr>
          <p:spPr>
            <a:xfrm flipH="1">
              <a:off x="5702858" y="1"/>
              <a:ext cx="5927876" cy="6858000"/>
            </a:xfrm>
            <a:prstGeom prst="flowChartDelay">
              <a:avLst/>
            </a:prstGeom>
            <a:solidFill>
              <a:srgbClr val="000B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lowchart: Delay 17">
              <a:extLst>
                <a:ext uri="{FF2B5EF4-FFF2-40B4-BE49-F238E27FC236}">
                  <a16:creationId xmlns:a16="http://schemas.microsoft.com/office/drawing/2014/main" id="{141FA6AF-A58D-4150-B14F-197BD58FE8DC}"/>
                </a:ext>
              </a:extLst>
            </p:cNvPr>
            <p:cNvSpPr/>
            <p:nvPr/>
          </p:nvSpPr>
          <p:spPr>
            <a:xfrm flipH="1">
              <a:off x="5912129" y="123825"/>
              <a:ext cx="5927876" cy="6629400"/>
            </a:xfrm>
            <a:prstGeom prst="flowChartDelay">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lowchart: Delay 18">
              <a:extLst>
                <a:ext uri="{FF2B5EF4-FFF2-40B4-BE49-F238E27FC236}">
                  <a16:creationId xmlns:a16="http://schemas.microsoft.com/office/drawing/2014/main" id="{4C32BF03-BF58-4605-AB90-F9E81BBA8344}"/>
                </a:ext>
              </a:extLst>
            </p:cNvPr>
            <p:cNvSpPr/>
            <p:nvPr/>
          </p:nvSpPr>
          <p:spPr>
            <a:xfrm flipH="1">
              <a:off x="6096000" y="228600"/>
              <a:ext cx="5927876" cy="6400800"/>
            </a:xfrm>
            <a:prstGeom prst="flowChartDelay">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6C107849-C361-4266-A1F8-A26C83BA2C43}"/>
              </a:ext>
            </a:extLst>
          </p:cNvPr>
          <p:cNvSpPr/>
          <p:nvPr userDrawn="1"/>
        </p:nvSpPr>
        <p:spPr>
          <a:xfrm>
            <a:off x="0" y="6629400"/>
            <a:ext cx="12192000" cy="228600"/>
          </a:xfrm>
          <a:prstGeom prst="rect">
            <a:avLst/>
          </a:prstGeom>
          <a:solidFill>
            <a:srgbClr val="8F1329"/>
          </a:solidFill>
          <a:ln>
            <a:solidFill>
              <a:srgbClr val="8F13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Slide Number Placeholder 3">
            <a:extLst>
              <a:ext uri="{FF2B5EF4-FFF2-40B4-BE49-F238E27FC236}">
                <a16:creationId xmlns:a16="http://schemas.microsoft.com/office/drawing/2014/main" id="{F8D0439A-4608-4C9E-AAAE-47A1CC5CD28E}"/>
              </a:ext>
            </a:extLst>
          </p:cNvPr>
          <p:cNvSpPr>
            <a:spLocks noGrp="1"/>
          </p:cNvSpPr>
          <p:nvPr>
            <p:ph type="sldNum" sz="quarter" idx="12"/>
          </p:nvPr>
        </p:nvSpPr>
        <p:spPr>
          <a:xfrm>
            <a:off x="9335116" y="6131921"/>
            <a:ext cx="2743200" cy="276999"/>
          </a:xfrm>
        </p:spPr>
        <p:txBody>
          <a:bodyPr/>
          <a:lstStyle/>
          <a:p>
            <a:pPr defTabSz="914332">
              <a:defRPr/>
            </a:pPr>
            <a:fld id="{2A498A75-5BFF-4036-8B6C-B73E7606DCE7}" type="slidenum">
              <a:rPr lang="en-US" smtClean="0">
                <a:solidFill>
                  <a:prstClr val="black">
                    <a:tint val="75000"/>
                  </a:prstClr>
                </a:solidFill>
              </a:rPr>
              <a:pPr defTabSz="914332">
                <a:defRPr/>
              </a:pPr>
              <a:t>‹#›</a:t>
            </a:fld>
            <a:endParaRPr lang="en-US" dirty="0">
              <a:solidFill>
                <a:prstClr val="black">
                  <a:tint val="75000"/>
                </a:prstClr>
              </a:solidFill>
            </a:endParaRPr>
          </a:p>
        </p:txBody>
      </p:sp>
      <p:pic>
        <p:nvPicPr>
          <p:cNvPr id="20" name="Picture 19">
            <a:extLst>
              <a:ext uri="{FF2B5EF4-FFF2-40B4-BE49-F238E27FC236}">
                <a16:creationId xmlns:a16="http://schemas.microsoft.com/office/drawing/2014/main" id="{997C3B27-F9A6-412D-BDE1-4B3FD2BDE89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4"/>
            <a:ext cx="12192000" cy="681037"/>
          </a:xfrm>
          <a:prstGeom prst="rect">
            <a:avLst/>
          </a:prstGeom>
          <a:solidFill>
            <a:srgbClr val="A02337"/>
          </a:solidFill>
        </p:spPr>
      </p:pic>
      <p:pic>
        <p:nvPicPr>
          <p:cNvPr id="21" name="Picture 20">
            <a:extLst>
              <a:ext uri="{FF2B5EF4-FFF2-40B4-BE49-F238E27FC236}">
                <a16:creationId xmlns:a16="http://schemas.microsoft.com/office/drawing/2014/main" id="{1E23416D-48F1-4D5F-8304-6B68906C27A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531438" y="67854"/>
            <a:ext cx="546881" cy="545343"/>
          </a:xfrm>
          <a:prstGeom prst="rect">
            <a:avLst/>
          </a:prstGeom>
        </p:spPr>
      </p:pic>
    </p:spTree>
    <p:extLst>
      <p:ext uri="{BB962C8B-B14F-4D97-AF65-F5344CB8AC3E}">
        <p14:creationId xmlns:p14="http://schemas.microsoft.com/office/powerpoint/2010/main" val="46227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5600" y="872368"/>
            <a:ext cx="10998200" cy="18850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55600" y="2762250"/>
            <a:ext cx="10998200" cy="3414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55600" y="6356352"/>
            <a:ext cx="2743200" cy="297635"/>
          </a:xfrm>
          <a:prstGeom prst="rect">
            <a:avLst/>
          </a:prstGeom>
        </p:spPr>
        <p:txBody>
          <a:bodyPr vert="horz" lIns="91440" tIns="45720" rIns="91440" bIns="45720" rtlCol="0" anchor="ctr"/>
          <a:lstStyle>
            <a:lvl1pPr algn="l">
              <a:defRPr sz="16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8610600" y="6356352"/>
            <a:ext cx="2743200" cy="297635"/>
          </a:xfrm>
          <a:prstGeom prst="rect">
            <a:avLst/>
          </a:prstGeom>
        </p:spPr>
        <p:txBody>
          <a:bodyPr vert="horz" lIns="91440" tIns="45720" rIns="91440" bIns="45720" rtlCol="0" anchor="ctr"/>
          <a:lstStyle>
            <a:lvl1pPr algn="r">
              <a:defRPr sz="1200">
                <a:solidFill>
                  <a:schemeClr val="tx1">
                    <a:lumMod val="65000"/>
                    <a:lumOff val="35000"/>
                  </a:schemeClr>
                </a:solidFill>
                <a:latin typeface="Arial" panose="020B0604020202020204" pitchFamily="34" charset="0"/>
                <a:cs typeface="Arial" panose="020B0604020202020204" pitchFamily="34" charset="0"/>
              </a:defRPr>
            </a:lvl1pPr>
          </a:lstStyle>
          <a:p>
            <a:pPr>
              <a:defRPr/>
            </a:pPr>
            <a:fld id="{2B7B873C-A46E-4878-A014-BF36A57BE664}" type="slidenum">
              <a:rPr lang="en-US" smtClean="0"/>
              <a:pPr>
                <a:defRPr/>
              </a:pPr>
              <a:t>‹#›</a:t>
            </a:fld>
            <a:endParaRPr lang="en-US"/>
          </a:p>
        </p:txBody>
      </p:sp>
    </p:spTree>
    <p:extLst>
      <p:ext uri="{BB962C8B-B14F-4D97-AF65-F5344CB8AC3E}">
        <p14:creationId xmlns:p14="http://schemas.microsoft.com/office/powerpoint/2010/main" val="243800307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Lst>
  <p:hf hdr="0" ftr="0" dt="0"/>
  <p:txStyles>
    <p:titleStyle>
      <a:lvl1pPr algn="l" defTabSz="1219170" rtl="0" eaLnBrk="1" latinLnBrk="0" hangingPunct="1">
        <a:lnSpc>
          <a:spcPct val="90000"/>
        </a:lnSpc>
        <a:spcBef>
          <a:spcPct val="0"/>
        </a:spcBef>
        <a:buNone/>
        <a:defRPr sz="5867" b="0" kern="1200">
          <a:solidFill>
            <a:srgbClr val="A5002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90000"/>
        </a:lnSpc>
        <a:spcBef>
          <a:spcPts val="1333"/>
        </a:spcBef>
        <a:buClr>
          <a:schemeClr val="tx1">
            <a:lumMod val="50000"/>
            <a:lumOff val="50000"/>
          </a:schemeClr>
        </a:buClr>
        <a:buFont typeface="Arial" panose="020B0604020202020204" pitchFamily="34" charset="0"/>
        <a:buChar char="&gt;"/>
        <a:defRPr sz="3733"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5600" y="872369"/>
            <a:ext cx="10998200" cy="18850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55600" y="2762252"/>
            <a:ext cx="10998200" cy="341471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55600" y="6356353"/>
            <a:ext cx="2743200" cy="297635"/>
          </a:xfrm>
          <a:prstGeom prst="rect">
            <a:avLst/>
          </a:prstGeom>
        </p:spPr>
        <p:txBody>
          <a:bodyPr vert="horz" lIns="91440" tIns="45720" rIns="91440" bIns="45720" rtlCol="0" anchor="ctr"/>
          <a:lstStyle>
            <a:lvl1pPr algn="l">
              <a:defRPr sz="1600">
                <a:solidFill>
                  <a:schemeClr val="tx1">
                    <a:tint val="75000"/>
                  </a:schemeClr>
                </a:solidFill>
                <a:latin typeface="Arial" panose="020B0604020202020204" pitchFamily="34" charset="0"/>
                <a:cs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8610600" y="6356353"/>
            <a:ext cx="2743200" cy="297635"/>
          </a:xfrm>
          <a:prstGeom prst="rect">
            <a:avLst/>
          </a:prstGeom>
        </p:spPr>
        <p:txBody>
          <a:bodyPr vert="horz" lIns="91440" tIns="45720" rIns="91440" bIns="45720" rtlCol="0" anchor="ctr"/>
          <a:lstStyle>
            <a:lvl1pPr algn="r">
              <a:defRPr sz="1600">
                <a:solidFill>
                  <a:schemeClr val="tx1">
                    <a:tint val="75000"/>
                  </a:schemeClr>
                </a:solidFill>
                <a:latin typeface="Arial" panose="020B0604020202020204" pitchFamily="34" charset="0"/>
                <a:cs typeface="Arial" panose="020B0604020202020204" pitchFamily="34" charset="0"/>
              </a:defRPr>
            </a:lvl1pPr>
          </a:lstStyle>
          <a:p>
            <a:fld id="{2B7B873C-A46E-4878-A014-BF36A57BE664}" type="slidenum">
              <a:rPr lang="en-US" smtClean="0"/>
              <a:pPr/>
              <a:t>‹#›</a:t>
            </a:fld>
            <a:endParaRPr lang="en-US" dirty="0"/>
          </a:p>
        </p:txBody>
      </p:sp>
    </p:spTree>
    <p:extLst>
      <p:ext uri="{BB962C8B-B14F-4D97-AF65-F5344CB8AC3E}">
        <p14:creationId xmlns:p14="http://schemas.microsoft.com/office/powerpoint/2010/main" val="1539975751"/>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4" r:id="rId15"/>
  </p:sldLayoutIdLst>
  <p:hf hdr="0" ftr="0" dt="0"/>
  <p:txStyles>
    <p:titleStyle>
      <a:lvl1pPr algn="l" defTabSz="1219140" rtl="0" eaLnBrk="1" latinLnBrk="0" hangingPunct="1">
        <a:lnSpc>
          <a:spcPct val="90000"/>
        </a:lnSpc>
        <a:spcBef>
          <a:spcPct val="0"/>
        </a:spcBef>
        <a:buNone/>
        <a:defRPr sz="5867" b="0" kern="1200">
          <a:solidFill>
            <a:srgbClr val="A50021"/>
          </a:solidFill>
          <a:latin typeface="Arial" panose="020B0604020202020204" pitchFamily="34" charset="0"/>
          <a:ea typeface="+mj-ea"/>
          <a:cs typeface="Arial" panose="020B0604020202020204" pitchFamily="34" charset="0"/>
        </a:defRPr>
      </a:lvl1pPr>
    </p:titleStyle>
    <p:bodyStyle>
      <a:lvl1pPr marL="304784" indent="-304784" algn="l" defTabSz="1219140" rtl="0" eaLnBrk="1" latinLnBrk="0" hangingPunct="1">
        <a:lnSpc>
          <a:spcPct val="90000"/>
        </a:lnSpc>
        <a:spcBef>
          <a:spcPts val="1333"/>
        </a:spcBef>
        <a:buClr>
          <a:schemeClr val="tx1">
            <a:lumMod val="50000"/>
            <a:lumOff val="50000"/>
          </a:schemeClr>
        </a:buClr>
        <a:buFont typeface="Arial" panose="020B0604020202020204" pitchFamily="34" charset="0"/>
        <a:buChar char="&gt;"/>
        <a:defRPr sz="3733" kern="1200">
          <a:solidFill>
            <a:schemeClr val="tx1"/>
          </a:solidFill>
          <a:latin typeface="Arial" panose="020B0604020202020204" pitchFamily="34" charset="0"/>
          <a:ea typeface="+mn-ea"/>
          <a:cs typeface="Arial" panose="020B0604020202020204" pitchFamily="34" charset="0"/>
        </a:defRPr>
      </a:lvl1pPr>
      <a:lvl2pPr marL="914354" indent="-304784" algn="l" defTabSz="1219140" rtl="0" eaLnBrk="1" latinLnBrk="0" hangingPunct="1">
        <a:lnSpc>
          <a:spcPct val="90000"/>
        </a:lnSpc>
        <a:spcBef>
          <a:spcPts val="667"/>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2pPr>
      <a:lvl3pPr marL="1523925" indent="-304784" algn="l" defTabSz="1219140" rtl="0" eaLnBrk="1" latinLnBrk="0" hangingPunct="1">
        <a:lnSpc>
          <a:spcPct val="90000"/>
        </a:lnSpc>
        <a:spcBef>
          <a:spcPts val="667"/>
        </a:spcBef>
        <a:buFont typeface="Arial" panose="020B0604020202020204" pitchFamily="34" charset="0"/>
        <a:buChar char="•"/>
        <a:defRPr sz="2667" kern="1200">
          <a:solidFill>
            <a:schemeClr val="tx1"/>
          </a:solidFill>
          <a:latin typeface="Arial" panose="020B0604020202020204" pitchFamily="34" charset="0"/>
          <a:ea typeface="+mn-ea"/>
          <a:cs typeface="Arial" panose="020B0604020202020204" pitchFamily="34" charset="0"/>
        </a:defRPr>
      </a:lvl3pPr>
      <a:lvl4pPr marL="2133493" indent="-304784" algn="l" defTabSz="1219140" rtl="0" eaLnBrk="1" latinLnBrk="0" hangingPunct="1">
        <a:lnSpc>
          <a:spcPct val="90000"/>
        </a:lnSpc>
        <a:spcBef>
          <a:spcPts val="667"/>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4pPr>
      <a:lvl5pPr marL="2743062" indent="-304784" algn="l" defTabSz="1219140" rtl="0" eaLnBrk="1" latinLnBrk="0" hangingPunct="1">
        <a:lnSpc>
          <a:spcPct val="90000"/>
        </a:lnSpc>
        <a:spcBef>
          <a:spcPts val="667"/>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5pPr>
      <a:lvl6pPr marL="3352632" indent="-304784" algn="l" defTabSz="121914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202" indent="-304784" algn="l" defTabSz="121914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772" indent="-304784" algn="l" defTabSz="121914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341" indent="-304784" algn="l" defTabSz="121914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1C811-5A23-6EC7-088E-21294FCD3CA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CBB60E7-73C2-A7E1-97C0-E7CA47C849A1}"/>
              </a:ext>
            </a:extLst>
          </p:cNvPr>
          <p:cNvSpPr>
            <a:spLocks noGrp="1"/>
          </p:cNvSpPr>
          <p:nvPr>
            <p:ph type="subTitle" idx="1"/>
          </p:nvPr>
        </p:nvSpPr>
        <p:spPr/>
        <p:txBody>
          <a:bodyPr/>
          <a:lstStyle/>
          <a:p>
            <a:endParaRPr lang="en-US"/>
          </a:p>
        </p:txBody>
      </p:sp>
      <p:pic>
        <p:nvPicPr>
          <p:cNvPr id="8" name="Picture 7" descr="A picture containing text&#10;&#10;Description automatically generated">
            <a:extLst>
              <a:ext uri="{FF2B5EF4-FFF2-40B4-BE49-F238E27FC236}">
                <a16:creationId xmlns:a16="http://schemas.microsoft.com/office/drawing/2014/main" id="{F2B12D7D-A47D-6FDF-12EB-854B897F48D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D256F3B1-9342-814D-A447-3E226B1825BB}"/>
              </a:ext>
            </a:extLst>
          </p:cNvPr>
          <p:cNvSpPr txBox="1">
            <a:spLocks/>
          </p:cNvSpPr>
          <p:nvPr/>
        </p:nvSpPr>
        <p:spPr>
          <a:xfrm>
            <a:off x="458537" y="1510476"/>
            <a:ext cx="6866657" cy="3853257"/>
          </a:xfrm>
          <a:prstGeom prst="rect">
            <a:avLst/>
          </a:prstGeom>
          <a:noFill/>
          <a:effectLst>
            <a:outerShdw blurRad="50800" dist="38100" algn="l" rotWithShape="0">
              <a:schemeClr val="bg1">
                <a:alpha val="40000"/>
              </a:schemeClr>
            </a:outerShdw>
          </a:effectLst>
        </p:spPr>
        <p:txBody>
          <a:bodyPr vert="horz" lIns="91440" tIns="45720" rIns="91440" bIns="45720" rtlCol="0" anchor="b">
            <a:noAutofit/>
          </a:bodyPr>
          <a:lstStyle>
            <a:lvl1pPr algn="r" defTabSz="1219170" rtl="0" eaLnBrk="1" latinLnBrk="0" hangingPunct="1">
              <a:lnSpc>
                <a:spcPct val="90000"/>
              </a:lnSpc>
              <a:spcBef>
                <a:spcPct val="0"/>
              </a:spcBef>
              <a:buNone/>
              <a:defRPr sz="5333" b="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1219170" rtl="0" eaLnBrk="1" fontAlgn="auto" latinLnBrk="0" hangingPunct="1">
              <a:lnSpc>
                <a:spcPct val="90000"/>
              </a:lnSpc>
              <a:spcBef>
                <a:spcPts val="600"/>
              </a:spcBef>
              <a:spcAft>
                <a:spcPts val="0"/>
              </a:spcAft>
              <a:buClrTx/>
              <a:buSzTx/>
              <a:buFontTx/>
              <a:buNone/>
              <a:tabLst/>
              <a:defRPr/>
            </a:pPr>
            <a:br>
              <a:rPr kumimoji="0" lang="en-US" sz="4000" b="1" i="1" u="none" strike="noStrike" kern="1200" cap="none" spc="0" normalizeH="0" baseline="0" noProof="0" dirty="0">
                <a:ln>
                  <a:noFill/>
                </a:ln>
                <a:solidFill>
                  <a:srgbClr val="A02337"/>
                </a:solidFill>
                <a:effectLst/>
                <a:uLnTx/>
                <a:uFillTx/>
                <a:latin typeface="Constantia" panose="02030602050306030303" pitchFamily="18" charset="0"/>
                <a:ea typeface="+mj-ea"/>
                <a:cs typeface="Arial" panose="020B0604020202020204" pitchFamily="34" charset="0"/>
              </a:rPr>
            </a:br>
            <a:r>
              <a:rPr kumimoji="0" lang="en-HK" sz="4000" b="1" i="0" u="none" strike="noStrike" kern="1200" cap="none" spc="0" normalizeH="0" baseline="0" noProof="0" dirty="0">
                <a:ln>
                  <a:noFill/>
                </a:ln>
                <a:solidFill>
                  <a:srgbClr val="9E1F38"/>
                </a:solidFill>
                <a:effectLst/>
                <a:uLnTx/>
                <a:uFillTx/>
                <a:latin typeface="Arial" panose="020B0604020202020204" pitchFamily="34" charset="0"/>
                <a:ea typeface="+mj-ea"/>
                <a:cs typeface="Arial" panose="020B0604020202020204" pitchFamily="34" charset="0"/>
              </a:rPr>
              <a:t>COMP4431</a:t>
            </a:r>
            <a:br>
              <a:rPr kumimoji="0" lang="en-US" sz="2000" b="1" i="1" u="none" strike="noStrike" kern="1200" cap="none" spc="0" normalizeH="0" baseline="0" noProof="0" dirty="0">
                <a:ln>
                  <a:noFill/>
                </a:ln>
                <a:solidFill>
                  <a:srgbClr val="A02337"/>
                </a:solidFill>
                <a:effectLst/>
                <a:uLnTx/>
                <a:uFillTx/>
                <a:latin typeface="Arial" panose="020B0604020202020204" pitchFamily="34" charset="0"/>
                <a:ea typeface="+mj-ea"/>
                <a:cs typeface="Arial" panose="020B0604020202020204" pitchFamily="34" charset="0"/>
              </a:rPr>
            </a:br>
            <a:br>
              <a:rPr kumimoji="0" lang="en-US" sz="2000" b="1" i="1"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br>
            <a:br>
              <a:rPr kumimoji="0" lang="en-US" sz="2000" b="1" i="1"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br>
            <a:r>
              <a:rPr kumimoji="0" lang="en-US" sz="28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Generative AI Workshop</a:t>
            </a:r>
            <a:br>
              <a:rPr kumimoji="0" lang="en-US" sz="28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br>
            <a:r>
              <a:rPr kumimoji="0" lang="en-US" sz="2800" b="1" i="0" u="none" strike="noStrike" kern="1200" cap="none" spc="0" normalizeH="0" baseline="0" noProof="0" dirty="0" err="1">
                <a:ln>
                  <a:noFill/>
                </a:ln>
                <a:effectLst/>
                <a:uLnTx/>
                <a:uFillTx/>
                <a:latin typeface="Arial" panose="020B0604020202020204" pitchFamily="34" charset="0"/>
                <a:ea typeface="+mj-ea"/>
                <a:cs typeface="Arial" panose="020B0604020202020204" pitchFamily="34" charset="0"/>
              </a:rPr>
              <a:t>ComfyUI</a:t>
            </a:r>
            <a:r>
              <a:rPr kumimoji="0" lang="en-US" sz="28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 Workshop</a:t>
            </a:r>
          </a:p>
          <a:p>
            <a:pPr marL="0" marR="0" lvl="0" indent="0" algn="l" defTabSz="1219170" rtl="0" eaLnBrk="1" fontAlgn="auto" latinLnBrk="0" hangingPunct="1">
              <a:lnSpc>
                <a:spcPct val="90000"/>
              </a:lnSpc>
              <a:spcBef>
                <a:spcPts val="600"/>
              </a:spcBef>
              <a:spcAft>
                <a:spcPts val="0"/>
              </a:spcAft>
              <a:buClrTx/>
              <a:buSzTx/>
              <a:buFontTx/>
              <a:buNone/>
              <a:tabLst/>
              <a:defRPr/>
            </a:pPr>
            <a:r>
              <a:rPr lang="en-US" sz="2800" b="1" dirty="0"/>
              <a:t>4-6 Nov 2026</a:t>
            </a:r>
            <a:br>
              <a:rPr kumimoji="0" lang="en-US" sz="28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br>
            <a:br>
              <a:rPr kumimoji="0" lang="en-US" sz="1050" b="1" i="1" u="none" strike="noStrike" kern="1200" cap="none" spc="0" normalizeH="0" baseline="0" noProof="0" dirty="0">
                <a:ln>
                  <a:noFill/>
                </a:ln>
                <a:effectLst/>
                <a:uLnTx/>
                <a:uFillTx/>
                <a:latin typeface="Constantia" panose="02030602050306030303" pitchFamily="18" charset="0"/>
                <a:ea typeface="+mj-ea"/>
                <a:cs typeface="Arial" panose="020B0604020202020204" pitchFamily="34" charset="0"/>
              </a:rPr>
            </a:br>
            <a:endParaRPr kumimoji="0" lang="en-HK" sz="40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198409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4B1153-1462-F57F-2605-FE670A89E850}"/>
              </a:ext>
            </a:extLst>
          </p:cNvPr>
          <p:cNvSpPr>
            <a:spLocks noGrp="1"/>
          </p:cNvSpPr>
          <p:nvPr>
            <p:ph type="sldNum" sz="quarter" idx="12"/>
          </p:nvPr>
        </p:nvSpPr>
        <p:spPr>
          <a:xfrm>
            <a:off x="9472388" y="6550842"/>
            <a:ext cx="2743200" cy="29763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7B873C-A46E-4878-A014-BF36A57BE664}"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itle 3">
            <a:extLst>
              <a:ext uri="{FF2B5EF4-FFF2-40B4-BE49-F238E27FC236}">
                <a16:creationId xmlns:a16="http://schemas.microsoft.com/office/drawing/2014/main" id="{F8B8E12F-E98C-D3A3-CC9A-C10E5BE5C040}"/>
              </a:ext>
            </a:extLst>
          </p:cNvPr>
          <p:cNvSpPr>
            <a:spLocks noGrp="1"/>
          </p:cNvSpPr>
          <p:nvPr>
            <p:ph type="title"/>
          </p:nvPr>
        </p:nvSpPr>
        <p:spPr/>
        <p:txBody>
          <a:bodyPr/>
          <a:lstStyle/>
          <a:p>
            <a:r>
              <a:rPr lang="en-HK" dirty="0" err="1"/>
              <a:t>ComfyUI</a:t>
            </a:r>
            <a:r>
              <a:rPr lang="en-HK" dirty="0"/>
              <a:t> Workshop</a:t>
            </a:r>
          </a:p>
        </p:txBody>
      </p:sp>
      <p:sp>
        <p:nvSpPr>
          <p:cNvPr id="5" name="Rounded Rectangle 1">
            <a:extLst>
              <a:ext uri="{FF2B5EF4-FFF2-40B4-BE49-F238E27FC236}">
                <a16:creationId xmlns:a16="http://schemas.microsoft.com/office/drawing/2014/main" id="{033BAF66-D9D6-8966-1B6E-5A5E6A788E42}"/>
              </a:ext>
            </a:extLst>
          </p:cNvPr>
          <p:cNvSpPr/>
          <p:nvPr/>
        </p:nvSpPr>
        <p:spPr>
          <a:xfrm>
            <a:off x="548640" y="836989"/>
            <a:ext cx="1645920" cy="384048"/>
          </a:xfrm>
          <a:prstGeom prst="roundRect">
            <a:avLst>
              <a:gd name="adj" fmla="val 50000"/>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INTRODUCTION</a:t>
            </a:r>
          </a:p>
        </p:txBody>
      </p:sp>
      <p:sp>
        <p:nvSpPr>
          <p:cNvPr id="6" name="TextBox 5">
            <a:extLst>
              <a:ext uri="{FF2B5EF4-FFF2-40B4-BE49-F238E27FC236}">
                <a16:creationId xmlns:a16="http://schemas.microsoft.com/office/drawing/2014/main" id="{FCE76407-E835-9DE5-7BFC-960AED196533}"/>
              </a:ext>
            </a:extLst>
          </p:cNvPr>
          <p:cNvSpPr txBox="1"/>
          <p:nvPr/>
        </p:nvSpPr>
        <p:spPr>
          <a:xfrm>
            <a:off x="2331720" y="745549"/>
            <a:ext cx="9326880" cy="523220"/>
          </a:xfrm>
          <a:prstGeom prst="rect">
            <a:avLst/>
          </a:prstGeom>
          <a:noFill/>
        </p:spPr>
        <p:txBody>
          <a:bodyPr wrap="square">
            <a:spAutoFit/>
          </a:bodyPr>
          <a:lstStyle/>
          <a:p>
            <a:pPr>
              <a:defRPr sz="2800" b="1">
                <a:solidFill>
                  <a:srgbClr val="F8FAFC"/>
                </a:solidFill>
                <a:latin typeface="Segoe UI"/>
              </a:defRPr>
            </a:pPr>
            <a:r>
              <a:rPr dirty="0">
                <a:solidFill>
                  <a:schemeClr val="tx1">
                    <a:lumMod val="95000"/>
                    <a:lumOff val="5000"/>
                  </a:schemeClr>
                </a:solidFill>
              </a:rPr>
              <a:t>What is </a:t>
            </a:r>
            <a:r>
              <a:rPr dirty="0" err="1">
                <a:solidFill>
                  <a:schemeClr val="tx1">
                    <a:lumMod val="95000"/>
                    <a:lumOff val="5000"/>
                  </a:schemeClr>
                </a:solidFill>
              </a:rPr>
              <a:t>ComfyUI</a:t>
            </a:r>
            <a:r>
              <a:rPr dirty="0">
                <a:solidFill>
                  <a:schemeClr val="tx1">
                    <a:lumMod val="95000"/>
                    <a:lumOff val="5000"/>
                  </a:schemeClr>
                </a:solidFill>
              </a:rPr>
              <a:t> &amp; Why It Matters in Gen AI</a:t>
            </a:r>
          </a:p>
        </p:txBody>
      </p:sp>
      <p:sp>
        <p:nvSpPr>
          <p:cNvPr id="7" name="TextBox 6">
            <a:extLst>
              <a:ext uri="{FF2B5EF4-FFF2-40B4-BE49-F238E27FC236}">
                <a16:creationId xmlns:a16="http://schemas.microsoft.com/office/drawing/2014/main" id="{292C6528-6BA4-B87C-FE1E-EFBD545C6273}"/>
              </a:ext>
            </a:extLst>
          </p:cNvPr>
          <p:cNvSpPr txBox="1"/>
          <p:nvPr/>
        </p:nvSpPr>
        <p:spPr>
          <a:xfrm>
            <a:off x="548640" y="1339909"/>
            <a:ext cx="11064240" cy="338554"/>
          </a:xfrm>
          <a:prstGeom prst="rect">
            <a:avLst/>
          </a:prstGeom>
          <a:noFill/>
        </p:spPr>
        <p:txBody>
          <a:bodyPr wrap="square">
            <a:spAutoFit/>
          </a:bodyPr>
          <a:lstStyle/>
          <a:p>
            <a:pPr>
              <a:defRPr sz="1600">
                <a:solidFill>
                  <a:srgbClr val="94A3B8"/>
                </a:solidFill>
                <a:latin typeface="Segoe UI"/>
              </a:defRPr>
            </a:pPr>
            <a:r>
              <a:rPr dirty="0">
                <a:solidFill>
                  <a:schemeClr val="tx1">
                    <a:lumMod val="95000"/>
                    <a:lumOff val="5000"/>
                  </a:schemeClr>
                </a:solidFill>
              </a:rPr>
              <a:t>Understanding the industry-standard visual node engine for Generative AI workflows.</a:t>
            </a:r>
          </a:p>
        </p:txBody>
      </p:sp>
      <p:sp>
        <p:nvSpPr>
          <p:cNvPr id="8" name="Rounded Rectangle 4">
            <a:extLst>
              <a:ext uri="{FF2B5EF4-FFF2-40B4-BE49-F238E27FC236}">
                <a16:creationId xmlns:a16="http://schemas.microsoft.com/office/drawing/2014/main" id="{E36A6CD8-FBA7-7445-1053-00D256A3601F}"/>
              </a:ext>
            </a:extLst>
          </p:cNvPr>
          <p:cNvSpPr/>
          <p:nvPr/>
        </p:nvSpPr>
        <p:spPr>
          <a:xfrm>
            <a:off x="548640" y="1934269"/>
            <a:ext cx="5349240" cy="3931920"/>
          </a:xfrm>
          <a:prstGeom prst="roundRect">
            <a:avLst>
              <a:gd name="adj" fmla="val 4000"/>
            </a:avLst>
          </a:prstGeom>
          <a:solidFill>
            <a:srgbClr val="1E293B"/>
          </a:solidFill>
          <a:ln w="222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84497635-CB74-D4C5-4D3E-4D1ECACC2F4A}"/>
              </a:ext>
            </a:extLst>
          </p:cNvPr>
          <p:cNvSpPr txBox="1"/>
          <p:nvPr/>
        </p:nvSpPr>
        <p:spPr>
          <a:xfrm>
            <a:off x="777240" y="2117148"/>
            <a:ext cx="4892040" cy="3566160"/>
          </a:xfrm>
          <a:prstGeom prst="rect">
            <a:avLst/>
          </a:prstGeom>
          <a:noFill/>
        </p:spPr>
        <p:txBody>
          <a:bodyPr wrap="square">
            <a:spAutoFit/>
          </a:bodyPr>
          <a:lstStyle/>
          <a:p>
            <a:pPr>
              <a:spcAft>
                <a:spcPts val="1200"/>
              </a:spcAft>
              <a:defRPr sz="2000" b="1">
                <a:solidFill>
                  <a:srgbClr val="38BDF8"/>
                </a:solidFill>
                <a:latin typeface="Segoe UI"/>
              </a:defRPr>
            </a:pPr>
            <a:r>
              <a:t>🧩 What is ComfyUI?</a:t>
            </a:r>
          </a:p>
          <a:p>
            <a:pPr>
              <a:spcAft>
                <a:spcPts val="1000"/>
              </a:spcAft>
              <a:defRPr sz="1500">
                <a:solidFill>
                  <a:srgbClr val="F8FAFC"/>
                </a:solidFill>
                <a:latin typeface="Segoe UI"/>
              </a:defRPr>
            </a:pPr>
            <a:r>
              <a:t>•  An open-source, node-based visual interface and backend engine for Generative AI (Image, Video, 3D &amp; Audio).</a:t>
            </a:r>
          </a:p>
          <a:p>
            <a:pPr>
              <a:spcAft>
                <a:spcPts val="1000"/>
              </a:spcAft>
              <a:defRPr sz="1500">
                <a:solidFill>
                  <a:srgbClr val="F8FAFC"/>
                </a:solidFill>
                <a:latin typeface="Segoe UI"/>
              </a:defRPr>
            </a:pPr>
            <a:r>
              <a:t>•  Instead of a single rigid prompt box, you connect modular building blocks ('Nodes') like a visual flowchart.</a:t>
            </a:r>
          </a:p>
          <a:p>
            <a:pPr>
              <a:spcAft>
                <a:spcPts val="1000"/>
              </a:spcAft>
              <a:defRPr sz="1500">
                <a:solidFill>
                  <a:srgbClr val="F8FAFC"/>
                </a:solidFill>
                <a:latin typeface="Segoe UI"/>
              </a:defRPr>
            </a:pPr>
            <a:r>
              <a:t>•  Demystifies AI by showing every step of the diffusion pipeline: Load Model ➔ Text Encode ➔ KSampler ➔ VAE Decode.</a:t>
            </a:r>
          </a:p>
        </p:txBody>
      </p:sp>
      <p:sp>
        <p:nvSpPr>
          <p:cNvPr id="10" name="Rounded Rectangle 6">
            <a:extLst>
              <a:ext uri="{FF2B5EF4-FFF2-40B4-BE49-F238E27FC236}">
                <a16:creationId xmlns:a16="http://schemas.microsoft.com/office/drawing/2014/main" id="{D3A0D5A3-5E79-4BC3-5E45-6A0B48473C0A}"/>
              </a:ext>
            </a:extLst>
          </p:cNvPr>
          <p:cNvSpPr/>
          <p:nvPr/>
        </p:nvSpPr>
        <p:spPr>
          <a:xfrm>
            <a:off x="6263640" y="1934269"/>
            <a:ext cx="5349240" cy="3931920"/>
          </a:xfrm>
          <a:prstGeom prst="roundRect">
            <a:avLst>
              <a:gd name="adj" fmla="val 4000"/>
            </a:avLst>
          </a:prstGeom>
          <a:solidFill>
            <a:srgbClr val="1E293B"/>
          </a:solidFill>
          <a:ln w="22225">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3685D18-5F9F-E869-1035-F9E43B3AF47B}"/>
              </a:ext>
            </a:extLst>
          </p:cNvPr>
          <p:cNvSpPr txBox="1"/>
          <p:nvPr/>
        </p:nvSpPr>
        <p:spPr>
          <a:xfrm>
            <a:off x="6492240" y="2117148"/>
            <a:ext cx="4892040" cy="3566160"/>
          </a:xfrm>
          <a:prstGeom prst="rect">
            <a:avLst/>
          </a:prstGeom>
          <a:noFill/>
        </p:spPr>
        <p:txBody>
          <a:bodyPr wrap="square">
            <a:spAutoFit/>
          </a:bodyPr>
          <a:lstStyle/>
          <a:p>
            <a:pPr>
              <a:spcAft>
                <a:spcPts val="1200"/>
              </a:spcAft>
              <a:defRPr sz="2000" b="1">
                <a:solidFill>
                  <a:srgbClr val="C084FC"/>
                </a:solidFill>
                <a:latin typeface="Segoe UI"/>
              </a:defRPr>
            </a:pPr>
            <a:r>
              <a:t>🚀 Why Is It Important in Gen AI?</a:t>
            </a:r>
          </a:p>
          <a:p>
            <a:pPr>
              <a:spcAft>
                <a:spcPts val="1000"/>
              </a:spcAft>
              <a:defRPr sz="1500">
                <a:solidFill>
                  <a:srgbClr val="F8FAFC"/>
                </a:solidFill>
                <a:latin typeface="Segoe UI"/>
              </a:defRPr>
            </a:pPr>
            <a:r>
              <a:t>•  Reproducible &amp; Shareable: Entire AI pipelines save as tiny JSON files (like our t2i.json) or inside generated PNGs.</a:t>
            </a:r>
          </a:p>
          <a:p>
            <a:pPr>
              <a:spcAft>
                <a:spcPts val="1000"/>
              </a:spcAft>
              <a:defRPr sz="1500">
                <a:solidFill>
                  <a:srgbClr val="F8FAFC"/>
                </a:solidFill>
                <a:latin typeface="Segoe UI"/>
              </a:defRPr>
            </a:pPr>
            <a:r>
              <a:t>•  Fast &amp; Memory Efficient: Smart VRAM handling runs complex models smoothly on free cloud GPUs (Colab 16GB T4).</a:t>
            </a:r>
          </a:p>
          <a:p>
            <a:pPr>
              <a:spcAft>
                <a:spcPts val="1000"/>
              </a:spcAft>
              <a:defRPr sz="1500">
                <a:solidFill>
                  <a:srgbClr val="F8FAFC"/>
                </a:solidFill>
                <a:latin typeface="Segoe UI"/>
              </a:defRPr>
            </a:pPr>
            <a:r>
              <a:t>•  Industry Standard for Control: Day-one support for new models (SDXL, Flux, Wan Video) + ControlNet, LoRAs &amp; Inpainting.</a:t>
            </a:r>
          </a:p>
        </p:txBody>
      </p:sp>
      <p:sp>
        <p:nvSpPr>
          <p:cNvPr id="12" name="Rounded Rectangle 8">
            <a:extLst>
              <a:ext uri="{FF2B5EF4-FFF2-40B4-BE49-F238E27FC236}">
                <a16:creationId xmlns:a16="http://schemas.microsoft.com/office/drawing/2014/main" id="{1FF4DE7B-054B-F616-5144-BD2BEA2F6A79}"/>
              </a:ext>
            </a:extLst>
          </p:cNvPr>
          <p:cNvSpPr/>
          <p:nvPr/>
        </p:nvSpPr>
        <p:spPr>
          <a:xfrm>
            <a:off x="548640" y="6094789"/>
            <a:ext cx="11064240" cy="731520"/>
          </a:xfrm>
          <a:prstGeom prst="roundRect">
            <a:avLst>
              <a:gd name="adj" fmla="val 6000"/>
            </a:avLst>
          </a:prstGeom>
          <a:solidFill>
            <a:srgbClr val="090D16"/>
          </a:solidFill>
          <a:ln w="1587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4CA29A1-9F7A-1F5B-17B1-D92E97AF760B}"/>
              </a:ext>
            </a:extLst>
          </p:cNvPr>
          <p:cNvSpPr txBox="1"/>
          <p:nvPr/>
        </p:nvSpPr>
        <p:spPr>
          <a:xfrm>
            <a:off x="731520" y="6204517"/>
            <a:ext cx="10698480" cy="512064"/>
          </a:xfrm>
          <a:prstGeom prst="rect">
            <a:avLst/>
          </a:prstGeom>
          <a:noFill/>
        </p:spPr>
        <p:txBody>
          <a:bodyPr wrap="square">
            <a:spAutoFit/>
          </a:bodyPr>
          <a:lstStyle/>
          <a:p>
            <a:pPr>
              <a:defRPr sz="1400">
                <a:solidFill>
                  <a:srgbClr val="4ADE80"/>
                </a:solidFill>
                <a:latin typeface="Consolas"/>
              </a:defRPr>
            </a:pPr>
            <a:r>
              <a:t>Traditional AI UI = 'Black Box' (Hidden Process)   |   ComfyUI = 'Glass Box' (Full Visual Control Over Every AI Step)</a:t>
            </a:r>
          </a:p>
        </p:txBody>
      </p:sp>
    </p:spTree>
    <p:extLst>
      <p:ext uri="{BB962C8B-B14F-4D97-AF65-F5344CB8AC3E}">
        <p14:creationId xmlns:p14="http://schemas.microsoft.com/office/powerpoint/2010/main" val="3520936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7C3974-5AEB-69A9-7F04-A6FD712FF74B}"/>
              </a:ext>
            </a:extLst>
          </p:cNvPr>
          <p:cNvSpPr>
            <a:spLocks noGrp="1"/>
          </p:cNvSpPr>
          <p:nvPr>
            <p:ph type="sldNum" sz="quarter" idx="12"/>
          </p:nvPr>
        </p:nvSpPr>
        <p:spPr>
          <a:xfrm>
            <a:off x="9443516" y="6568958"/>
            <a:ext cx="2743200" cy="297633"/>
          </a:xfrm>
        </p:spPr>
        <p:txBody>
          <a:bodyPr/>
          <a:lstStyle/>
          <a:p>
            <a:fld id="{2B7B873C-A46E-4878-A014-BF36A57BE664}" type="slidenum">
              <a:rPr lang="en-US" smtClean="0"/>
              <a:pPr/>
              <a:t>3</a:t>
            </a:fld>
            <a:endParaRPr lang="en-US" dirty="0"/>
          </a:p>
        </p:txBody>
      </p:sp>
      <p:sp>
        <p:nvSpPr>
          <p:cNvPr id="4" name="Title 3">
            <a:extLst>
              <a:ext uri="{FF2B5EF4-FFF2-40B4-BE49-F238E27FC236}">
                <a16:creationId xmlns:a16="http://schemas.microsoft.com/office/drawing/2014/main" id="{0750B0EA-2E49-906B-0423-C3F9205BA8FA}"/>
              </a:ext>
            </a:extLst>
          </p:cNvPr>
          <p:cNvSpPr>
            <a:spLocks noGrp="1"/>
          </p:cNvSpPr>
          <p:nvPr>
            <p:ph type="title"/>
          </p:nvPr>
        </p:nvSpPr>
        <p:spPr/>
        <p:txBody>
          <a:bodyPr/>
          <a:lstStyle/>
          <a:p>
            <a:r>
              <a:rPr lang="en-HK" dirty="0"/>
              <a:t>Running </a:t>
            </a:r>
            <a:r>
              <a:rPr lang="en-HK" dirty="0" err="1"/>
              <a:t>ComfyUI</a:t>
            </a:r>
            <a:endParaRPr lang="en-HK" dirty="0"/>
          </a:p>
        </p:txBody>
      </p:sp>
      <p:sp>
        <p:nvSpPr>
          <p:cNvPr id="5" name="Rounded Rectangle 1">
            <a:extLst>
              <a:ext uri="{FF2B5EF4-FFF2-40B4-BE49-F238E27FC236}">
                <a16:creationId xmlns:a16="http://schemas.microsoft.com/office/drawing/2014/main" id="{47291ACC-64E2-72AE-B297-67607B31FBFB}"/>
              </a:ext>
            </a:extLst>
          </p:cNvPr>
          <p:cNvSpPr/>
          <p:nvPr/>
        </p:nvSpPr>
        <p:spPr>
          <a:xfrm>
            <a:off x="731520" y="1280160"/>
            <a:ext cx="3291840" cy="457200"/>
          </a:xfrm>
          <a:prstGeom prst="roundRect">
            <a:avLst>
              <a:gd name="adj" fmla="val 50000"/>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F172A"/>
                </a:solidFill>
                <a:latin typeface="Segoe UI"/>
              </a:defRPr>
            </a:pPr>
            <a:r>
              <a:t>HANDS-ON AI WORKSHOP</a:t>
            </a:r>
          </a:p>
        </p:txBody>
      </p:sp>
      <p:sp>
        <p:nvSpPr>
          <p:cNvPr id="6" name="TextBox 5">
            <a:extLst>
              <a:ext uri="{FF2B5EF4-FFF2-40B4-BE49-F238E27FC236}">
                <a16:creationId xmlns:a16="http://schemas.microsoft.com/office/drawing/2014/main" id="{24AC8BFE-EE30-0694-C543-A7D4F79E966C}"/>
              </a:ext>
            </a:extLst>
          </p:cNvPr>
          <p:cNvSpPr txBox="1"/>
          <p:nvPr/>
        </p:nvSpPr>
        <p:spPr>
          <a:xfrm>
            <a:off x="731520" y="2011680"/>
            <a:ext cx="10698480" cy="2926080"/>
          </a:xfrm>
          <a:prstGeom prst="rect">
            <a:avLst/>
          </a:prstGeom>
          <a:noFill/>
        </p:spPr>
        <p:txBody>
          <a:bodyPr wrap="square">
            <a:spAutoFit/>
          </a:bodyPr>
          <a:lstStyle/>
          <a:p>
            <a:pPr>
              <a:spcAft>
                <a:spcPts val="1600"/>
              </a:spcAft>
              <a:defRPr sz="4400" b="1">
                <a:solidFill>
                  <a:srgbClr val="F8FAFC"/>
                </a:solidFill>
                <a:latin typeface="Segoe UI"/>
              </a:defRPr>
            </a:pPr>
            <a:r>
              <a:rPr dirty="0">
                <a:solidFill>
                  <a:schemeClr val="tx1">
                    <a:lumMod val="95000"/>
                    <a:lumOff val="5000"/>
                  </a:schemeClr>
                </a:solidFill>
              </a:rPr>
              <a:t>Running </a:t>
            </a:r>
            <a:r>
              <a:rPr dirty="0" err="1">
                <a:solidFill>
                  <a:schemeClr val="tx1">
                    <a:lumMod val="95000"/>
                    <a:lumOff val="5000"/>
                  </a:schemeClr>
                </a:solidFill>
              </a:rPr>
              <a:t>ComfyUI</a:t>
            </a:r>
            <a:r>
              <a:rPr dirty="0">
                <a:solidFill>
                  <a:schemeClr val="tx1">
                    <a:lumMod val="95000"/>
                    <a:lumOff val="5000"/>
                  </a:schemeClr>
                </a:solidFill>
              </a:rPr>
              <a:t> on Google </a:t>
            </a:r>
            <a:r>
              <a:rPr dirty="0" err="1">
                <a:solidFill>
                  <a:schemeClr val="tx1">
                    <a:lumMod val="95000"/>
                    <a:lumOff val="5000"/>
                  </a:schemeClr>
                </a:solidFill>
              </a:rPr>
              <a:t>Colab</a:t>
            </a:r>
            <a:r>
              <a:rPr dirty="0">
                <a:solidFill>
                  <a:schemeClr val="tx1">
                    <a:lumMod val="95000"/>
                    <a:lumOff val="5000"/>
                  </a:schemeClr>
                </a:solidFill>
              </a:rPr>
              <a:t> (T4 GPU)</a:t>
            </a:r>
          </a:p>
          <a:p>
            <a:pPr>
              <a:spcAft>
                <a:spcPts val="2800"/>
              </a:spcAft>
              <a:defRPr sz="2200">
                <a:solidFill>
                  <a:srgbClr val="4ADE80"/>
                </a:solidFill>
                <a:latin typeface="Segoe UI"/>
              </a:defRPr>
            </a:pPr>
            <a:r>
              <a:rPr dirty="0"/>
              <a:t>Step-by-Step Student Guide: Launching </a:t>
            </a:r>
            <a:r>
              <a:rPr dirty="0" err="1"/>
              <a:t>run_compyui.ipynb</a:t>
            </a:r>
            <a:r>
              <a:rPr dirty="0"/>
              <a:t> &amp; Importing t2i.json from GitHub</a:t>
            </a:r>
          </a:p>
          <a:p>
            <a:pPr>
              <a:defRPr sz="1600">
                <a:solidFill>
                  <a:srgbClr val="94A3B8"/>
                </a:solidFill>
                <a:latin typeface="Segoe UI"/>
              </a:defRPr>
            </a:pPr>
            <a:r>
              <a:rPr dirty="0">
                <a:solidFill>
                  <a:schemeClr val="tx1">
                    <a:lumMod val="95000"/>
                    <a:lumOff val="5000"/>
                  </a:schemeClr>
                </a:solidFill>
              </a:rPr>
              <a:t>1. Open </a:t>
            </a:r>
            <a:r>
              <a:rPr dirty="0" err="1">
                <a:solidFill>
                  <a:schemeClr val="tx1">
                    <a:lumMod val="95000"/>
                    <a:lumOff val="5000"/>
                  </a:schemeClr>
                </a:solidFill>
              </a:rPr>
              <a:t>Colab</a:t>
            </a:r>
            <a:r>
              <a:rPr dirty="0">
                <a:solidFill>
                  <a:schemeClr val="tx1">
                    <a:lumMod val="95000"/>
                    <a:lumOff val="5000"/>
                  </a:schemeClr>
                </a:solidFill>
              </a:rPr>
              <a:t> from GitHub   ➔   2. Enable T4 GPU   ➔   3. Launch </a:t>
            </a:r>
            <a:r>
              <a:rPr dirty="0" err="1">
                <a:solidFill>
                  <a:schemeClr val="tx1">
                    <a:lumMod val="95000"/>
                    <a:lumOff val="5000"/>
                  </a:schemeClr>
                </a:solidFill>
              </a:rPr>
              <a:t>ComfyUI</a:t>
            </a:r>
            <a:r>
              <a:rPr dirty="0">
                <a:solidFill>
                  <a:schemeClr val="tx1">
                    <a:lumMod val="95000"/>
                    <a:lumOff val="5000"/>
                  </a:schemeClr>
                </a:solidFill>
              </a:rPr>
              <a:t>   ➔   4. Load t2i.json</a:t>
            </a:r>
          </a:p>
        </p:txBody>
      </p:sp>
    </p:spTree>
    <p:extLst>
      <p:ext uri="{BB962C8B-B14F-4D97-AF65-F5344CB8AC3E}">
        <p14:creationId xmlns:p14="http://schemas.microsoft.com/office/powerpoint/2010/main" val="742544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7C3974-5AEB-69A9-7F04-A6FD712FF74B}"/>
              </a:ext>
            </a:extLst>
          </p:cNvPr>
          <p:cNvSpPr>
            <a:spLocks noGrp="1"/>
          </p:cNvSpPr>
          <p:nvPr>
            <p:ph type="sldNum" sz="quarter" idx="12"/>
          </p:nvPr>
        </p:nvSpPr>
        <p:spPr>
          <a:xfrm>
            <a:off x="9443512" y="6559899"/>
            <a:ext cx="2743200" cy="297633"/>
          </a:xfrm>
        </p:spPr>
        <p:txBody>
          <a:bodyPr/>
          <a:lstStyle/>
          <a:p>
            <a:fld id="{2B7B873C-A46E-4878-A014-BF36A57BE664}" type="slidenum">
              <a:rPr lang="en-US" smtClean="0"/>
              <a:pPr/>
              <a:t>4</a:t>
            </a:fld>
            <a:endParaRPr lang="en-US" dirty="0"/>
          </a:p>
        </p:txBody>
      </p:sp>
      <p:sp>
        <p:nvSpPr>
          <p:cNvPr id="4" name="Title 3">
            <a:extLst>
              <a:ext uri="{FF2B5EF4-FFF2-40B4-BE49-F238E27FC236}">
                <a16:creationId xmlns:a16="http://schemas.microsoft.com/office/drawing/2014/main" id="{0750B0EA-2E49-906B-0423-C3F9205BA8FA}"/>
              </a:ext>
            </a:extLst>
          </p:cNvPr>
          <p:cNvSpPr>
            <a:spLocks noGrp="1"/>
          </p:cNvSpPr>
          <p:nvPr>
            <p:ph type="title"/>
          </p:nvPr>
        </p:nvSpPr>
        <p:spPr/>
        <p:txBody>
          <a:bodyPr/>
          <a:lstStyle/>
          <a:p>
            <a:r>
              <a:rPr lang="en-HK" dirty="0"/>
              <a:t>Running </a:t>
            </a:r>
            <a:r>
              <a:rPr lang="en-HK" dirty="0" err="1"/>
              <a:t>ComfyUI</a:t>
            </a:r>
            <a:endParaRPr lang="en-HK" dirty="0"/>
          </a:p>
        </p:txBody>
      </p:sp>
      <p:sp>
        <p:nvSpPr>
          <p:cNvPr id="5" name="Rounded Rectangle 1">
            <a:extLst>
              <a:ext uri="{FF2B5EF4-FFF2-40B4-BE49-F238E27FC236}">
                <a16:creationId xmlns:a16="http://schemas.microsoft.com/office/drawing/2014/main" id="{021EFC29-CE29-017E-04DB-AEAAA8E09A90}"/>
              </a:ext>
            </a:extLst>
          </p:cNvPr>
          <p:cNvSpPr/>
          <p:nvPr/>
        </p:nvSpPr>
        <p:spPr>
          <a:xfrm>
            <a:off x="548640" y="836992"/>
            <a:ext cx="1645920" cy="384048"/>
          </a:xfrm>
          <a:prstGeom prst="roundRect">
            <a:avLst>
              <a:gd name="adj" fmla="val 50000"/>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OVERVIEW</a:t>
            </a:r>
          </a:p>
        </p:txBody>
      </p:sp>
      <p:sp>
        <p:nvSpPr>
          <p:cNvPr id="6" name="TextBox 5">
            <a:extLst>
              <a:ext uri="{FF2B5EF4-FFF2-40B4-BE49-F238E27FC236}">
                <a16:creationId xmlns:a16="http://schemas.microsoft.com/office/drawing/2014/main" id="{E587F500-42A3-7762-F515-C59747CC6483}"/>
              </a:ext>
            </a:extLst>
          </p:cNvPr>
          <p:cNvSpPr txBox="1"/>
          <p:nvPr/>
        </p:nvSpPr>
        <p:spPr>
          <a:xfrm>
            <a:off x="2331720" y="745552"/>
            <a:ext cx="9326880" cy="523220"/>
          </a:xfrm>
          <a:prstGeom prst="rect">
            <a:avLst/>
          </a:prstGeom>
          <a:noFill/>
        </p:spPr>
        <p:txBody>
          <a:bodyPr wrap="square">
            <a:spAutoFit/>
          </a:bodyPr>
          <a:lstStyle/>
          <a:p>
            <a:pPr>
              <a:defRPr sz="2800" b="1">
                <a:solidFill>
                  <a:srgbClr val="F8FAFC"/>
                </a:solidFill>
                <a:latin typeface="Segoe UI"/>
              </a:defRPr>
            </a:pPr>
            <a:r>
              <a:rPr lang="en-HK" dirty="0">
                <a:solidFill>
                  <a:schemeClr val="tx1">
                    <a:lumMod val="95000"/>
                    <a:lumOff val="5000"/>
                  </a:schemeClr>
                </a:solidFill>
              </a:rPr>
              <a:t>Run </a:t>
            </a:r>
            <a:r>
              <a:rPr lang="en-HK" dirty="0" err="1">
                <a:solidFill>
                  <a:schemeClr val="tx1">
                    <a:lumMod val="95000"/>
                    <a:lumOff val="5000"/>
                  </a:schemeClr>
                </a:solidFill>
              </a:rPr>
              <a:t>ComfyUI</a:t>
            </a:r>
            <a:r>
              <a:rPr lang="en-HK" dirty="0">
                <a:solidFill>
                  <a:schemeClr val="tx1">
                    <a:lumMod val="95000"/>
                    <a:lumOff val="5000"/>
                  </a:schemeClr>
                </a:solidFill>
              </a:rPr>
              <a:t> in Google </a:t>
            </a:r>
            <a:r>
              <a:rPr lang="en-HK" dirty="0" err="1">
                <a:solidFill>
                  <a:schemeClr val="tx1">
                    <a:lumMod val="95000"/>
                    <a:lumOff val="5000"/>
                  </a:schemeClr>
                </a:solidFill>
              </a:rPr>
              <a:t>Colab</a:t>
            </a:r>
            <a:endParaRPr dirty="0">
              <a:solidFill>
                <a:schemeClr val="tx1">
                  <a:lumMod val="95000"/>
                  <a:lumOff val="5000"/>
                </a:schemeClr>
              </a:solidFill>
            </a:endParaRPr>
          </a:p>
        </p:txBody>
      </p:sp>
      <p:sp>
        <p:nvSpPr>
          <p:cNvPr id="7" name="TextBox 6">
            <a:extLst>
              <a:ext uri="{FF2B5EF4-FFF2-40B4-BE49-F238E27FC236}">
                <a16:creationId xmlns:a16="http://schemas.microsoft.com/office/drawing/2014/main" id="{DB4A8E7F-EEBD-794B-7BCF-64E70A39184A}"/>
              </a:ext>
            </a:extLst>
          </p:cNvPr>
          <p:cNvSpPr txBox="1"/>
          <p:nvPr/>
        </p:nvSpPr>
        <p:spPr>
          <a:xfrm>
            <a:off x="548640" y="1339912"/>
            <a:ext cx="11064240" cy="338554"/>
          </a:xfrm>
          <a:prstGeom prst="rect">
            <a:avLst/>
          </a:prstGeom>
          <a:noFill/>
        </p:spPr>
        <p:txBody>
          <a:bodyPr wrap="square">
            <a:spAutoFit/>
          </a:bodyPr>
          <a:lstStyle/>
          <a:p>
            <a:pPr>
              <a:defRPr sz="1600">
                <a:solidFill>
                  <a:srgbClr val="94A3B8"/>
                </a:solidFill>
                <a:latin typeface="Segoe UI"/>
              </a:defRPr>
            </a:pPr>
            <a:r>
              <a:rPr dirty="0">
                <a:solidFill>
                  <a:schemeClr val="tx1">
                    <a:lumMod val="95000"/>
                    <a:lumOff val="5000"/>
                  </a:schemeClr>
                </a:solidFill>
              </a:rPr>
              <a:t>Everything you need to run </a:t>
            </a:r>
            <a:r>
              <a:rPr dirty="0" err="1">
                <a:solidFill>
                  <a:schemeClr val="tx1">
                    <a:lumMod val="95000"/>
                    <a:lumOff val="5000"/>
                  </a:schemeClr>
                </a:solidFill>
              </a:rPr>
              <a:t>ComfyUI</a:t>
            </a:r>
            <a:r>
              <a:rPr dirty="0">
                <a:solidFill>
                  <a:schemeClr val="tx1">
                    <a:lumMod val="95000"/>
                    <a:lumOff val="5000"/>
                  </a:schemeClr>
                </a:solidFill>
              </a:rPr>
              <a:t> in the cloud without a local GPU.</a:t>
            </a:r>
          </a:p>
        </p:txBody>
      </p:sp>
      <p:sp>
        <p:nvSpPr>
          <p:cNvPr id="8" name="Rounded Rectangle 4">
            <a:extLst>
              <a:ext uri="{FF2B5EF4-FFF2-40B4-BE49-F238E27FC236}">
                <a16:creationId xmlns:a16="http://schemas.microsoft.com/office/drawing/2014/main" id="{363D0006-4539-6371-A9B3-C28C3417BFA1}"/>
              </a:ext>
            </a:extLst>
          </p:cNvPr>
          <p:cNvSpPr/>
          <p:nvPr/>
        </p:nvSpPr>
        <p:spPr>
          <a:xfrm>
            <a:off x="548640" y="1934272"/>
            <a:ext cx="5349240" cy="3931920"/>
          </a:xfrm>
          <a:prstGeom prst="roundRect">
            <a:avLst>
              <a:gd name="adj" fmla="val 4000"/>
            </a:avLst>
          </a:prstGeom>
          <a:solidFill>
            <a:srgbClr val="1E293B"/>
          </a:solidFill>
          <a:ln w="222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F505BB4-84E0-A3B0-9220-FCBEFC9CACE4}"/>
              </a:ext>
            </a:extLst>
          </p:cNvPr>
          <p:cNvSpPr txBox="1"/>
          <p:nvPr/>
        </p:nvSpPr>
        <p:spPr>
          <a:xfrm>
            <a:off x="777240" y="2117151"/>
            <a:ext cx="4892040" cy="3566160"/>
          </a:xfrm>
          <a:prstGeom prst="rect">
            <a:avLst/>
          </a:prstGeom>
          <a:noFill/>
        </p:spPr>
        <p:txBody>
          <a:bodyPr wrap="square">
            <a:spAutoFit/>
          </a:bodyPr>
          <a:lstStyle/>
          <a:p>
            <a:pPr>
              <a:spcAft>
                <a:spcPts val="1200"/>
              </a:spcAft>
              <a:defRPr sz="2000" b="1">
                <a:solidFill>
                  <a:srgbClr val="38BDF8"/>
                </a:solidFill>
                <a:latin typeface="Segoe UI"/>
              </a:defRPr>
            </a:pPr>
            <a:r>
              <a:t>📦 Repository Files</a:t>
            </a:r>
          </a:p>
          <a:p>
            <a:pPr>
              <a:spcAft>
                <a:spcPts val="1000"/>
              </a:spcAft>
              <a:defRPr sz="1550">
                <a:solidFill>
                  <a:srgbClr val="F8FAFC"/>
                </a:solidFill>
                <a:latin typeface="Segoe UI"/>
              </a:defRPr>
            </a:pPr>
            <a:r>
              <a:t>•  README.md — Full step-by-step instructions &amp; 'Open in Colab' quick-launch button.</a:t>
            </a:r>
          </a:p>
          <a:p>
            <a:pPr>
              <a:spcAft>
                <a:spcPts val="1000"/>
              </a:spcAft>
              <a:defRPr sz="1550">
                <a:solidFill>
                  <a:srgbClr val="F8FAFC"/>
                </a:solidFill>
                <a:latin typeface="Segoe UI"/>
              </a:defRPr>
            </a:pPr>
            <a:r>
              <a:t>•  run_compyui.ipynb — Google Colab notebook that installs ComfyUI &amp; AI checkpoints.</a:t>
            </a:r>
          </a:p>
          <a:p>
            <a:pPr>
              <a:spcAft>
                <a:spcPts val="1000"/>
              </a:spcAft>
              <a:defRPr sz="1550">
                <a:solidFill>
                  <a:srgbClr val="F8FAFC"/>
                </a:solidFill>
                <a:latin typeface="Segoe UI"/>
              </a:defRPr>
            </a:pPr>
            <a:r>
              <a:t>•  t2i.json — Pre-built Text-to-Image ComfyUI workflow ready to import.</a:t>
            </a:r>
          </a:p>
        </p:txBody>
      </p:sp>
      <p:sp>
        <p:nvSpPr>
          <p:cNvPr id="10" name="Rounded Rectangle 6">
            <a:extLst>
              <a:ext uri="{FF2B5EF4-FFF2-40B4-BE49-F238E27FC236}">
                <a16:creationId xmlns:a16="http://schemas.microsoft.com/office/drawing/2014/main" id="{B2FE2376-31E9-53A2-38AA-D4B740FCE36C}"/>
              </a:ext>
            </a:extLst>
          </p:cNvPr>
          <p:cNvSpPr/>
          <p:nvPr/>
        </p:nvSpPr>
        <p:spPr>
          <a:xfrm>
            <a:off x="6263640" y="1934272"/>
            <a:ext cx="5349240" cy="3931920"/>
          </a:xfrm>
          <a:prstGeom prst="roundRect">
            <a:avLst>
              <a:gd name="adj" fmla="val 4000"/>
            </a:avLst>
          </a:prstGeom>
          <a:solidFill>
            <a:srgbClr val="1E293B"/>
          </a:solidFill>
          <a:ln w="222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A566CB1-03AC-4A36-3901-1F4A33DC85CA}"/>
              </a:ext>
            </a:extLst>
          </p:cNvPr>
          <p:cNvSpPr txBox="1"/>
          <p:nvPr/>
        </p:nvSpPr>
        <p:spPr>
          <a:xfrm>
            <a:off x="6492240" y="2117151"/>
            <a:ext cx="4892040" cy="3566160"/>
          </a:xfrm>
          <a:prstGeom prst="rect">
            <a:avLst/>
          </a:prstGeom>
          <a:noFill/>
        </p:spPr>
        <p:txBody>
          <a:bodyPr wrap="square">
            <a:spAutoFit/>
          </a:bodyPr>
          <a:lstStyle/>
          <a:p>
            <a:pPr>
              <a:spcAft>
                <a:spcPts val="1200"/>
              </a:spcAft>
              <a:defRPr sz="2000" b="1">
                <a:solidFill>
                  <a:srgbClr val="4ADE80"/>
                </a:solidFill>
                <a:latin typeface="Segoe UI"/>
              </a:defRPr>
            </a:pPr>
            <a:r>
              <a:t>🎯 What You Will Do Today</a:t>
            </a:r>
          </a:p>
          <a:p>
            <a:pPr>
              <a:spcAft>
                <a:spcPts val="1000"/>
              </a:spcAft>
              <a:defRPr sz="1550">
                <a:solidFill>
                  <a:srgbClr val="F8FAFC"/>
                </a:solidFill>
                <a:latin typeface="Segoe UI"/>
              </a:defRPr>
            </a:pPr>
            <a:r>
              <a:t>•  Open run_compyui.ipynb in Google Colab using your Google Account.</a:t>
            </a:r>
          </a:p>
          <a:p>
            <a:pPr>
              <a:spcAft>
                <a:spcPts val="1000"/>
              </a:spcAft>
              <a:defRPr sz="1550">
                <a:solidFill>
                  <a:srgbClr val="F8FAFC"/>
                </a:solidFill>
                <a:latin typeface="Segoe UI"/>
              </a:defRPr>
            </a:pPr>
            <a:r>
              <a:t>•  Switch the cloud runtime hardware accelerator to a free NVIDIA T4 GPU (16GB VRAM).</a:t>
            </a:r>
          </a:p>
          <a:p>
            <a:pPr>
              <a:spcAft>
                <a:spcPts val="1000"/>
              </a:spcAft>
              <a:defRPr sz="1550">
                <a:solidFill>
                  <a:srgbClr val="F8FAFC"/>
                </a:solidFill>
                <a:latin typeface="Segoe UI"/>
              </a:defRPr>
            </a:pPr>
            <a:r>
              <a:t>•  Start the ComfyUI server and open the public web link.</a:t>
            </a:r>
          </a:p>
          <a:p>
            <a:pPr>
              <a:spcAft>
                <a:spcPts val="1000"/>
              </a:spcAft>
              <a:defRPr sz="1550">
                <a:solidFill>
                  <a:srgbClr val="F8FAFC"/>
                </a:solidFill>
                <a:latin typeface="Segoe UI"/>
              </a:defRPr>
            </a:pPr>
            <a:r>
              <a:t>•  Import t2i.json from GitHub and generate your first AI image!</a:t>
            </a:r>
          </a:p>
        </p:txBody>
      </p:sp>
      <p:sp>
        <p:nvSpPr>
          <p:cNvPr id="12" name="Rounded Rectangle 8">
            <a:extLst>
              <a:ext uri="{FF2B5EF4-FFF2-40B4-BE49-F238E27FC236}">
                <a16:creationId xmlns:a16="http://schemas.microsoft.com/office/drawing/2014/main" id="{6A7B9C6E-500B-195B-3B5E-45A5BAC6C44C}"/>
              </a:ext>
            </a:extLst>
          </p:cNvPr>
          <p:cNvSpPr/>
          <p:nvPr/>
        </p:nvSpPr>
        <p:spPr>
          <a:xfrm>
            <a:off x="548640" y="6094792"/>
            <a:ext cx="11064240" cy="731520"/>
          </a:xfrm>
          <a:prstGeom prst="roundRect">
            <a:avLst>
              <a:gd name="adj" fmla="val 6000"/>
            </a:avLst>
          </a:prstGeom>
          <a:solidFill>
            <a:srgbClr val="090D16"/>
          </a:solidFill>
          <a:ln w="1587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303D1418-52CD-31A6-7425-476BC7BB854F}"/>
              </a:ext>
            </a:extLst>
          </p:cNvPr>
          <p:cNvSpPr txBox="1"/>
          <p:nvPr/>
        </p:nvSpPr>
        <p:spPr>
          <a:xfrm>
            <a:off x="731520" y="6204520"/>
            <a:ext cx="10698480" cy="512064"/>
          </a:xfrm>
          <a:prstGeom prst="rect">
            <a:avLst/>
          </a:prstGeom>
          <a:noFill/>
        </p:spPr>
        <p:txBody>
          <a:bodyPr wrap="square">
            <a:spAutoFit/>
          </a:bodyPr>
          <a:lstStyle/>
          <a:p>
            <a:pPr>
              <a:defRPr sz="1400">
                <a:solidFill>
                  <a:srgbClr val="FBBF24"/>
                </a:solidFill>
                <a:latin typeface="Consolas"/>
              </a:defRPr>
            </a:pPr>
            <a:r>
              <a:t>⚠️ Instructor Note: Make sure your notebook file ends with .ipynb (not .ipynp) so Google Colab recognizes it!</a:t>
            </a:r>
          </a:p>
        </p:txBody>
      </p:sp>
    </p:spTree>
    <p:extLst>
      <p:ext uri="{BB962C8B-B14F-4D97-AF65-F5344CB8AC3E}">
        <p14:creationId xmlns:p14="http://schemas.microsoft.com/office/powerpoint/2010/main" val="2584157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35C45DCA-F946-E605-D4E0-720CE1BD0CD6}"/>
              </a:ext>
            </a:extLst>
          </p:cNvPr>
          <p:cNvSpPr/>
          <p:nvPr/>
        </p:nvSpPr>
        <p:spPr>
          <a:xfrm>
            <a:off x="344037" y="709338"/>
            <a:ext cx="11380191" cy="523220"/>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 name="Slide Number Placeholder 2">
            <a:extLst>
              <a:ext uri="{FF2B5EF4-FFF2-40B4-BE49-F238E27FC236}">
                <a16:creationId xmlns:a16="http://schemas.microsoft.com/office/drawing/2014/main" id="{EE7C3974-5AEB-69A9-7F04-A6FD712FF74B}"/>
              </a:ext>
            </a:extLst>
          </p:cNvPr>
          <p:cNvSpPr>
            <a:spLocks noGrp="1"/>
          </p:cNvSpPr>
          <p:nvPr>
            <p:ph type="sldNum" sz="quarter" idx="12"/>
          </p:nvPr>
        </p:nvSpPr>
        <p:spPr>
          <a:xfrm>
            <a:off x="9443516" y="6568958"/>
            <a:ext cx="2743200" cy="297633"/>
          </a:xfrm>
        </p:spPr>
        <p:txBody>
          <a:bodyPr/>
          <a:lstStyle/>
          <a:p>
            <a:fld id="{2B7B873C-A46E-4878-A014-BF36A57BE664}" type="slidenum">
              <a:rPr lang="en-US" smtClean="0"/>
              <a:pPr/>
              <a:t>5</a:t>
            </a:fld>
            <a:endParaRPr lang="en-US" dirty="0"/>
          </a:p>
        </p:txBody>
      </p:sp>
      <p:sp>
        <p:nvSpPr>
          <p:cNvPr id="4" name="Title 3">
            <a:extLst>
              <a:ext uri="{FF2B5EF4-FFF2-40B4-BE49-F238E27FC236}">
                <a16:creationId xmlns:a16="http://schemas.microsoft.com/office/drawing/2014/main" id="{0750B0EA-2E49-906B-0423-C3F9205BA8FA}"/>
              </a:ext>
            </a:extLst>
          </p:cNvPr>
          <p:cNvSpPr>
            <a:spLocks noGrp="1"/>
          </p:cNvSpPr>
          <p:nvPr>
            <p:ph type="title"/>
          </p:nvPr>
        </p:nvSpPr>
        <p:spPr/>
        <p:txBody>
          <a:bodyPr/>
          <a:lstStyle/>
          <a:p>
            <a:r>
              <a:rPr lang="en-HK" dirty="0"/>
              <a:t>Running </a:t>
            </a:r>
            <a:r>
              <a:rPr lang="en-HK" dirty="0" err="1"/>
              <a:t>ComfyUI</a:t>
            </a:r>
            <a:endParaRPr lang="en-HK" dirty="0"/>
          </a:p>
        </p:txBody>
      </p:sp>
      <p:sp>
        <p:nvSpPr>
          <p:cNvPr id="5" name="Rounded Rectangle 1">
            <a:extLst>
              <a:ext uri="{FF2B5EF4-FFF2-40B4-BE49-F238E27FC236}">
                <a16:creationId xmlns:a16="http://schemas.microsoft.com/office/drawing/2014/main" id="{BEC1A65C-5CB2-BF53-194F-53AEFF26C7EA}"/>
              </a:ext>
            </a:extLst>
          </p:cNvPr>
          <p:cNvSpPr/>
          <p:nvPr/>
        </p:nvSpPr>
        <p:spPr>
          <a:xfrm>
            <a:off x="449057" y="800777"/>
            <a:ext cx="1645920" cy="384048"/>
          </a:xfrm>
          <a:prstGeom prst="roundRect">
            <a:avLst>
              <a:gd name="adj" fmla="val 50000"/>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STEP 1</a:t>
            </a:r>
          </a:p>
        </p:txBody>
      </p:sp>
      <p:sp>
        <p:nvSpPr>
          <p:cNvPr id="6" name="TextBox 5">
            <a:extLst>
              <a:ext uri="{FF2B5EF4-FFF2-40B4-BE49-F238E27FC236}">
                <a16:creationId xmlns:a16="http://schemas.microsoft.com/office/drawing/2014/main" id="{724ED4FC-6D94-A7A4-56F5-776CA58580C3}"/>
              </a:ext>
            </a:extLst>
          </p:cNvPr>
          <p:cNvSpPr txBox="1"/>
          <p:nvPr/>
        </p:nvSpPr>
        <p:spPr>
          <a:xfrm>
            <a:off x="2232137" y="709337"/>
            <a:ext cx="9790304" cy="523220"/>
          </a:xfrm>
          <a:prstGeom prst="rect">
            <a:avLst/>
          </a:prstGeom>
          <a:noFill/>
        </p:spPr>
        <p:txBody>
          <a:bodyPr wrap="square">
            <a:spAutoFit/>
          </a:bodyPr>
          <a:lstStyle/>
          <a:p>
            <a:pPr>
              <a:defRPr sz="2800" b="1">
                <a:solidFill>
                  <a:srgbClr val="F8FAFC"/>
                </a:solidFill>
                <a:latin typeface="Segoe UI"/>
              </a:defRPr>
            </a:pPr>
            <a:r>
              <a:rPr lang="en-US" u="sng" dirty="0">
                <a:solidFill>
                  <a:srgbClr val="00B0F0"/>
                </a:solidFill>
              </a:rPr>
              <a:t>Download Link: https://github.com/CW-Yiu/COMP4431</a:t>
            </a:r>
          </a:p>
        </p:txBody>
      </p:sp>
      <p:sp>
        <p:nvSpPr>
          <p:cNvPr id="7" name="TextBox 6">
            <a:extLst>
              <a:ext uri="{FF2B5EF4-FFF2-40B4-BE49-F238E27FC236}">
                <a16:creationId xmlns:a16="http://schemas.microsoft.com/office/drawing/2014/main" id="{46A18A98-3FE3-9074-692B-95288FFEDEE7}"/>
              </a:ext>
            </a:extLst>
          </p:cNvPr>
          <p:cNvSpPr txBox="1"/>
          <p:nvPr/>
        </p:nvSpPr>
        <p:spPr>
          <a:xfrm>
            <a:off x="548640" y="1542056"/>
            <a:ext cx="11064240" cy="338554"/>
          </a:xfrm>
          <a:prstGeom prst="rect">
            <a:avLst/>
          </a:prstGeom>
          <a:noFill/>
        </p:spPr>
        <p:txBody>
          <a:bodyPr wrap="square">
            <a:spAutoFit/>
          </a:bodyPr>
          <a:lstStyle/>
          <a:p>
            <a:pPr>
              <a:defRPr sz="1600">
                <a:solidFill>
                  <a:srgbClr val="94A3B8"/>
                </a:solidFill>
                <a:latin typeface="Segoe UI"/>
              </a:defRPr>
            </a:pPr>
            <a:r>
              <a:rPr dirty="0">
                <a:solidFill>
                  <a:schemeClr val="tx1">
                    <a:lumMod val="95000"/>
                    <a:lumOff val="5000"/>
                  </a:schemeClr>
                </a:solidFill>
              </a:rPr>
              <a:t>Choose either Method A (fastest) or Method B to load the notebook from GitHub.</a:t>
            </a:r>
          </a:p>
        </p:txBody>
      </p:sp>
      <p:sp>
        <p:nvSpPr>
          <p:cNvPr id="8" name="Rounded Rectangle 4">
            <a:extLst>
              <a:ext uri="{FF2B5EF4-FFF2-40B4-BE49-F238E27FC236}">
                <a16:creationId xmlns:a16="http://schemas.microsoft.com/office/drawing/2014/main" id="{09926CED-72A0-F8B1-64AA-7AA179475D42}"/>
              </a:ext>
            </a:extLst>
          </p:cNvPr>
          <p:cNvSpPr/>
          <p:nvPr/>
        </p:nvSpPr>
        <p:spPr>
          <a:xfrm>
            <a:off x="548640" y="1898057"/>
            <a:ext cx="5349240" cy="3931920"/>
          </a:xfrm>
          <a:prstGeom prst="roundRect">
            <a:avLst>
              <a:gd name="adj" fmla="val 4000"/>
            </a:avLst>
          </a:prstGeom>
          <a:solidFill>
            <a:srgbClr val="1E293B"/>
          </a:solidFill>
          <a:ln w="222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FB39DD3-1B26-2FC2-149F-D9A166FE17B5}"/>
              </a:ext>
            </a:extLst>
          </p:cNvPr>
          <p:cNvSpPr txBox="1"/>
          <p:nvPr/>
        </p:nvSpPr>
        <p:spPr>
          <a:xfrm>
            <a:off x="777240" y="2080936"/>
            <a:ext cx="4892040" cy="3566160"/>
          </a:xfrm>
          <a:prstGeom prst="rect">
            <a:avLst/>
          </a:prstGeom>
          <a:noFill/>
        </p:spPr>
        <p:txBody>
          <a:bodyPr wrap="square">
            <a:spAutoFit/>
          </a:bodyPr>
          <a:lstStyle/>
          <a:p>
            <a:pPr>
              <a:spcAft>
                <a:spcPts val="1200"/>
              </a:spcAft>
              <a:defRPr sz="2000" b="1">
                <a:solidFill>
                  <a:srgbClr val="4ADE80"/>
                </a:solidFill>
                <a:latin typeface="Segoe UI"/>
              </a:defRPr>
            </a:pPr>
            <a:r>
              <a:t>🚀 Method A: One-Click Badge (Fastest)</a:t>
            </a:r>
          </a:p>
          <a:p>
            <a:pPr>
              <a:spcAft>
                <a:spcPts val="1000"/>
              </a:spcAft>
              <a:defRPr sz="1550">
                <a:solidFill>
                  <a:srgbClr val="F8FAFC"/>
                </a:solidFill>
                <a:latin typeface="Segoe UI"/>
              </a:defRPr>
            </a:pPr>
            <a:r>
              <a:t>•  Go to our class GitHub repository page in your web browser.</a:t>
            </a:r>
          </a:p>
          <a:p>
            <a:pPr>
              <a:spcAft>
                <a:spcPts val="1000"/>
              </a:spcAft>
              <a:defRPr sz="1550">
                <a:solidFill>
                  <a:srgbClr val="F8FAFC"/>
                </a:solidFill>
                <a:latin typeface="Segoe UI"/>
              </a:defRPr>
            </a:pPr>
            <a:r>
              <a:t>•  Scroll down to the README.md section.</a:t>
            </a:r>
          </a:p>
          <a:p>
            <a:pPr>
              <a:spcAft>
                <a:spcPts val="1000"/>
              </a:spcAft>
              <a:defRPr sz="1550">
                <a:solidFill>
                  <a:srgbClr val="F8FAFC"/>
                </a:solidFill>
                <a:latin typeface="Segoe UI"/>
              </a:defRPr>
            </a:pPr>
            <a:r>
              <a:t>•  Click the blue 'Open in Colab' badge at the top of the guide.</a:t>
            </a:r>
          </a:p>
          <a:p>
            <a:pPr>
              <a:spcAft>
                <a:spcPts val="1000"/>
              </a:spcAft>
              <a:defRPr sz="1550">
                <a:solidFill>
                  <a:srgbClr val="F8FAFC"/>
                </a:solidFill>
                <a:latin typeface="Segoe UI"/>
              </a:defRPr>
            </a:pPr>
            <a:r>
              <a:t>•  Sign in with your Google Account when prompted.</a:t>
            </a:r>
          </a:p>
        </p:txBody>
      </p:sp>
      <p:sp>
        <p:nvSpPr>
          <p:cNvPr id="10" name="Rounded Rectangle 6">
            <a:extLst>
              <a:ext uri="{FF2B5EF4-FFF2-40B4-BE49-F238E27FC236}">
                <a16:creationId xmlns:a16="http://schemas.microsoft.com/office/drawing/2014/main" id="{9931BF37-AACA-8025-A32E-4A93E58DD562}"/>
              </a:ext>
            </a:extLst>
          </p:cNvPr>
          <p:cNvSpPr/>
          <p:nvPr/>
        </p:nvSpPr>
        <p:spPr>
          <a:xfrm>
            <a:off x="6263640" y="1898057"/>
            <a:ext cx="5349240" cy="3931920"/>
          </a:xfrm>
          <a:prstGeom prst="roundRect">
            <a:avLst>
              <a:gd name="adj" fmla="val 4000"/>
            </a:avLst>
          </a:prstGeom>
          <a:solidFill>
            <a:srgbClr val="1E293B"/>
          </a:solidFill>
          <a:ln w="222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458BC35-AE82-0CA4-8DFF-EAAF7BF65F78}"/>
              </a:ext>
            </a:extLst>
          </p:cNvPr>
          <p:cNvSpPr txBox="1"/>
          <p:nvPr/>
        </p:nvSpPr>
        <p:spPr>
          <a:xfrm>
            <a:off x="6492240" y="2080936"/>
            <a:ext cx="4892040" cy="3566160"/>
          </a:xfrm>
          <a:prstGeom prst="rect">
            <a:avLst/>
          </a:prstGeom>
          <a:noFill/>
        </p:spPr>
        <p:txBody>
          <a:bodyPr wrap="square">
            <a:spAutoFit/>
          </a:bodyPr>
          <a:lstStyle/>
          <a:p>
            <a:pPr>
              <a:spcAft>
                <a:spcPts val="1200"/>
              </a:spcAft>
              <a:defRPr sz="2000" b="1">
                <a:solidFill>
                  <a:srgbClr val="38BDF8"/>
                </a:solidFill>
                <a:latin typeface="Segoe UI"/>
              </a:defRPr>
            </a:pPr>
            <a:r>
              <a:t>🔍 Method B: Open via Google Colab Menu</a:t>
            </a:r>
          </a:p>
          <a:p>
            <a:pPr>
              <a:spcAft>
                <a:spcPts val="1000"/>
              </a:spcAft>
              <a:defRPr sz="1550">
                <a:solidFill>
                  <a:srgbClr val="F8FAFC"/>
                </a:solidFill>
                <a:latin typeface="Segoe UI"/>
              </a:defRPr>
            </a:pPr>
            <a:r>
              <a:t>•  Go to https://colab.research.google.com/</a:t>
            </a:r>
          </a:p>
          <a:p>
            <a:pPr>
              <a:spcAft>
                <a:spcPts val="1000"/>
              </a:spcAft>
              <a:defRPr sz="1550">
                <a:solidFill>
                  <a:srgbClr val="F8FAFC"/>
                </a:solidFill>
                <a:latin typeface="Segoe UI"/>
              </a:defRPr>
            </a:pPr>
            <a:r>
              <a:t>•  Click File ➔ Open notebook in the top-left menu.</a:t>
            </a:r>
          </a:p>
          <a:p>
            <a:pPr>
              <a:spcAft>
                <a:spcPts val="1000"/>
              </a:spcAft>
              <a:defRPr sz="1550">
                <a:solidFill>
                  <a:srgbClr val="F8FAFC"/>
                </a:solidFill>
                <a:latin typeface="Segoe UI"/>
              </a:defRPr>
            </a:pPr>
            <a:r>
              <a:t>•  Select the 'GitHub' tab on the left side of the pop-up window.</a:t>
            </a:r>
          </a:p>
          <a:p>
            <a:pPr>
              <a:spcAft>
                <a:spcPts val="1000"/>
              </a:spcAft>
              <a:defRPr sz="1550">
                <a:solidFill>
                  <a:srgbClr val="F8FAFC"/>
                </a:solidFill>
                <a:latin typeface="Segoe UI"/>
              </a:defRPr>
            </a:pPr>
            <a:r>
              <a:t>•  Paste our GitHub repository URL, press Enter, and click run_compyui.ipynb.</a:t>
            </a:r>
          </a:p>
        </p:txBody>
      </p:sp>
      <p:sp>
        <p:nvSpPr>
          <p:cNvPr id="12" name="Rounded Rectangle 8">
            <a:extLst>
              <a:ext uri="{FF2B5EF4-FFF2-40B4-BE49-F238E27FC236}">
                <a16:creationId xmlns:a16="http://schemas.microsoft.com/office/drawing/2014/main" id="{F5187E9F-79C5-3FEE-BC9B-93BF22A23EBD}"/>
              </a:ext>
            </a:extLst>
          </p:cNvPr>
          <p:cNvSpPr/>
          <p:nvPr/>
        </p:nvSpPr>
        <p:spPr>
          <a:xfrm>
            <a:off x="548640" y="6058577"/>
            <a:ext cx="11064240" cy="731520"/>
          </a:xfrm>
          <a:prstGeom prst="roundRect">
            <a:avLst>
              <a:gd name="adj" fmla="val 6000"/>
            </a:avLst>
          </a:prstGeom>
          <a:solidFill>
            <a:srgbClr val="090D16"/>
          </a:solidFill>
          <a:ln w="1587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4E22EDBE-B328-AC6B-F973-0D3D2EB0F6E8}"/>
              </a:ext>
            </a:extLst>
          </p:cNvPr>
          <p:cNvSpPr txBox="1"/>
          <p:nvPr/>
        </p:nvSpPr>
        <p:spPr>
          <a:xfrm>
            <a:off x="731520" y="6168305"/>
            <a:ext cx="10698480" cy="512064"/>
          </a:xfrm>
          <a:prstGeom prst="rect">
            <a:avLst/>
          </a:prstGeom>
          <a:noFill/>
        </p:spPr>
        <p:txBody>
          <a:bodyPr wrap="square">
            <a:spAutoFit/>
          </a:bodyPr>
          <a:lstStyle/>
          <a:p>
            <a:pPr>
              <a:defRPr sz="1400">
                <a:solidFill>
                  <a:srgbClr val="38BDF8"/>
                </a:solidFill>
                <a:latin typeface="Consolas"/>
              </a:defRPr>
            </a:pPr>
            <a:r>
              <a:t>Colab Direct URL Format: https://colab.research.google.com/github/&lt;USERNAME&gt;/&lt;REPO&gt;/blob/main/run_compyui.ipynb</a:t>
            </a:r>
          </a:p>
        </p:txBody>
      </p:sp>
      <p:sp>
        <p:nvSpPr>
          <p:cNvPr id="15" name="TextBox 14">
            <a:extLst>
              <a:ext uri="{FF2B5EF4-FFF2-40B4-BE49-F238E27FC236}">
                <a16:creationId xmlns:a16="http://schemas.microsoft.com/office/drawing/2014/main" id="{46054E83-4A67-0D89-5FD4-CEC29408E81F}"/>
              </a:ext>
            </a:extLst>
          </p:cNvPr>
          <p:cNvSpPr txBox="1"/>
          <p:nvPr/>
        </p:nvSpPr>
        <p:spPr>
          <a:xfrm>
            <a:off x="2405506" y="1180856"/>
            <a:ext cx="7173061" cy="400110"/>
          </a:xfrm>
          <a:prstGeom prst="rect">
            <a:avLst/>
          </a:prstGeom>
          <a:noFill/>
        </p:spPr>
        <p:txBody>
          <a:bodyPr wrap="square">
            <a:spAutoFit/>
          </a:bodyPr>
          <a:lstStyle/>
          <a:p>
            <a:pPr algn="ctr">
              <a:defRPr sz="2800" b="1">
                <a:solidFill>
                  <a:srgbClr val="F8FAFC"/>
                </a:solidFill>
                <a:latin typeface="Segoe UI"/>
              </a:defRPr>
            </a:pPr>
            <a:r>
              <a:rPr sz="2000" dirty="0">
                <a:solidFill>
                  <a:schemeClr val="tx1">
                    <a:lumMod val="95000"/>
                    <a:lumOff val="5000"/>
                  </a:schemeClr>
                </a:solidFill>
              </a:rPr>
              <a:t>Open </a:t>
            </a:r>
            <a:r>
              <a:rPr sz="2000" dirty="0" err="1">
                <a:solidFill>
                  <a:schemeClr val="tx1">
                    <a:lumMod val="95000"/>
                    <a:lumOff val="5000"/>
                  </a:schemeClr>
                </a:solidFill>
              </a:rPr>
              <a:t>run_compyui.ipynb</a:t>
            </a:r>
            <a:r>
              <a:rPr sz="2000" dirty="0">
                <a:solidFill>
                  <a:schemeClr val="tx1">
                    <a:lumMod val="95000"/>
                    <a:lumOff val="5000"/>
                  </a:schemeClr>
                </a:solidFill>
              </a:rPr>
              <a:t> in Google </a:t>
            </a:r>
            <a:r>
              <a:rPr sz="2000" dirty="0" err="1">
                <a:solidFill>
                  <a:schemeClr val="tx1">
                    <a:lumMod val="95000"/>
                    <a:lumOff val="5000"/>
                  </a:schemeClr>
                </a:solidFill>
              </a:rPr>
              <a:t>Colab</a:t>
            </a:r>
            <a:endParaRPr sz="2000" dirty="0">
              <a:solidFill>
                <a:schemeClr val="tx1">
                  <a:lumMod val="95000"/>
                  <a:lumOff val="5000"/>
                </a:schemeClr>
              </a:solidFill>
            </a:endParaRPr>
          </a:p>
        </p:txBody>
      </p:sp>
    </p:spTree>
    <p:extLst>
      <p:ext uri="{BB962C8B-B14F-4D97-AF65-F5344CB8AC3E}">
        <p14:creationId xmlns:p14="http://schemas.microsoft.com/office/powerpoint/2010/main" val="3382255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7C3974-5AEB-69A9-7F04-A6FD712FF74B}"/>
              </a:ext>
            </a:extLst>
          </p:cNvPr>
          <p:cNvSpPr>
            <a:spLocks noGrp="1"/>
          </p:cNvSpPr>
          <p:nvPr>
            <p:ph type="sldNum" sz="quarter" idx="12"/>
          </p:nvPr>
        </p:nvSpPr>
        <p:spPr>
          <a:xfrm>
            <a:off x="9434455" y="6568961"/>
            <a:ext cx="2743200" cy="297633"/>
          </a:xfrm>
        </p:spPr>
        <p:txBody>
          <a:bodyPr/>
          <a:lstStyle/>
          <a:p>
            <a:fld id="{2B7B873C-A46E-4878-A014-BF36A57BE664}" type="slidenum">
              <a:rPr lang="en-US" smtClean="0"/>
              <a:pPr/>
              <a:t>6</a:t>
            </a:fld>
            <a:endParaRPr lang="en-US" dirty="0"/>
          </a:p>
        </p:txBody>
      </p:sp>
      <p:sp>
        <p:nvSpPr>
          <p:cNvPr id="4" name="Title 3">
            <a:extLst>
              <a:ext uri="{FF2B5EF4-FFF2-40B4-BE49-F238E27FC236}">
                <a16:creationId xmlns:a16="http://schemas.microsoft.com/office/drawing/2014/main" id="{0750B0EA-2E49-906B-0423-C3F9205BA8FA}"/>
              </a:ext>
            </a:extLst>
          </p:cNvPr>
          <p:cNvSpPr>
            <a:spLocks noGrp="1"/>
          </p:cNvSpPr>
          <p:nvPr>
            <p:ph type="title"/>
          </p:nvPr>
        </p:nvSpPr>
        <p:spPr/>
        <p:txBody>
          <a:bodyPr/>
          <a:lstStyle/>
          <a:p>
            <a:r>
              <a:rPr lang="en-HK" dirty="0"/>
              <a:t>Running </a:t>
            </a:r>
            <a:r>
              <a:rPr lang="en-HK" dirty="0" err="1"/>
              <a:t>ComfyUI</a:t>
            </a:r>
            <a:endParaRPr lang="en-HK" dirty="0"/>
          </a:p>
        </p:txBody>
      </p:sp>
      <p:sp>
        <p:nvSpPr>
          <p:cNvPr id="5" name="Rounded Rectangle 1">
            <a:extLst>
              <a:ext uri="{FF2B5EF4-FFF2-40B4-BE49-F238E27FC236}">
                <a16:creationId xmlns:a16="http://schemas.microsoft.com/office/drawing/2014/main" id="{09125C5A-C456-255B-4A16-CBEA4129D4C1}"/>
              </a:ext>
            </a:extLst>
          </p:cNvPr>
          <p:cNvSpPr/>
          <p:nvPr/>
        </p:nvSpPr>
        <p:spPr>
          <a:xfrm>
            <a:off x="548640" y="800777"/>
            <a:ext cx="1645920" cy="384048"/>
          </a:xfrm>
          <a:prstGeom prst="roundRect">
            <a:avLst>
              <a:gd name="adj" fmla="val 50000"/>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STEP 2</a:t>
            </a:r>
          </a:p>
        </p:txBody>
      </p:sp>
      <p:sp>
        <p:nvSpPr>
          <p:cNvPr id="6" name="TextBox 5">
            <a:extLst>
              <a:ext uri="{FF2B5EF4-FFF2-40B4-BE49-F238E27FC236}">
                <a16:creationId xmlns:a16="http://schemas.microsoft.com/office/drawing/2014/main" id="{6CC00AB8-50F4-A82A-48A1-B55CB5109AEB}"/>
              </a:ext>
            </a:extLst>
          </p:cNvPr>
          <p:cNvSpPr txBox="1"/>
          <p:nvPr/>
        </p:nvSpPr>
        <p:spPr>
          <a:xfrm>
            <a:off x="2331720" y="709337"/>
            <a:ext cx="9326880" cy="523220"/>
          </a:xfrm>
          <a:prstGeom prst="rect">
            <a:avLst/>
          </a:prstGeom>
          <a:noFill/>
        </p:spPr>
        <p:txBody>
          <a:bodyPr wrap="square">
            <a:spAutoFit/>
          </a:bodyPr>
          <a:lstStyle/>
          <a:p>
            <a:pPr>
              <a:defRPr sz="2800" b="1">
                <a:solidFill>
                  <a:srgbClr val="F8FAFC"/>
                </a:solidFill>
                <a:latin typeface="Segoe UI"/>
              </a:defRPr>
            </a:pPr>
            <a:r>
              <a:rPr dirty="0">
                <a:solidFill>
                  <a:schemeClr val="tx1">
                    <a:lumMod val="95000"/>
                    <a:lumOff val="5000"/>
                  </a:schemeClr>
                </a:solidFill>
              </a:rPr>
              <a:t>Set Runtime Machine to Use the T4 GPU</a:t>
            </a:r>
          </a:p>
        </p:txBody>
      </p:sp>
      <p:sp>
        <p:nvSpPr>
          <p:cNvPr id="7" name="TextBox 6">
            <a:extLst>
              <a:ext uri="{FF2B5EF4-FFF2-40B4-BE49-F238E27FC236}">
                <a16:creationId xmlns:a16="http://schemas.microsoft.com/office/drawing/2014/main" id="{F50C315A-4956-21C4-A17D-95FA84E9D500}"/>
              </a:ext>
            </a:extLst>
          </p:cNvPr>
          <p:cNvSpPr txBox="1"/>
          <p:nvPr/>
        </p:nvSpPr>
        <p:spPr>
          <a:xfrm>
            <a:off x="548640" y="1303697"/>
            <a:ext cx="11064240" cy="338554"/>
          </a:xfrm>
          <a:prstGeom prst="rect">
            <a:avLst/>
          </a:prstGeom>
          <a:noFill/>
        </p:spPr>
        <p:txBody>
          <a:bodyPr wrap="square">
            <a:spAutoFit/>
          </a:bodyPr>
          <a:lstStyle/>
          <a:p>
            <a:pPr>
              <a:defRPr sz="1600">
                <a:solidFill>
                  <a:srgbClr val="94A3B8"/>
                </a:solidFill>
                <a:latin typeface="Segoe UI"/>
              </a:defRPr>
            </a:pPr>
            <a:r>
              <a:rPr dirty="0">
                <a:solidFill>
                  <a:schemeClr val="tx1">
                    <a:lumMod val="95000"/>
                    <a:lumOff val="5000"/>
                  </a:schemeClr>
                </a:solidFill>
              </a:rPr>
              <a:t>By default, </a:t>
            </a:r>
            <a:r>
              <a:rPr dirty="0" err="1">
                <a:solidFill>
                  <a:schemeClr val="tx1">
                    <a:lumMod val="95000"/>
                    <a:lumOff val="5000"/>
                  </a:schemeClr>
                </a:solidFill>
              </a:rPr>
              <a:t>Colab</a:t>
            </a:r>
            <a:r>
              <a:rPr dirty="0">
                <a:solidFill>
                  <a:schemeClr val="tx1">
                    <a:lumMod val="95000"/>
                    <a:lumOff val="5000"/>
                  </a:schemeClr>
                </a:solidFill>
              </a:rPr>
              <a:t> starts on a slow CPU. Switch to a T4 GPU before running any cells!</a:t>
            </a:r>
          </a:p>
        </p:txBody>
      </p:sp>
      <p:sp>
        <p:nvSpPr>
          <p:cNvPr id="8" name="Rounded Rectangle 4">
            <a:extLst>
              <a:ext uri="{FF2B5EF4-FFF2-40B4-BE49-F238E27FC236}">
                <a16:creationId xmlns:a16="http://schemas.microsoft.com/office/drawing/2014/main" id="{C12D3252-5DB7-76B3-26C6-8FFF5DF68400}"/>
              </a:ext>
            </a:extLst>
          </p:cNvPr>
          <p:cNvSpPr/>
          <p:nvPr/>
        </p:nvSpPr>
        <p:spPr>
          <a:xfrm>
            <a:off x="548640" y="1898057"/>
            <a:ext cx="6583680" cy="3931920"/>
          </a:xfrm>
          <a:prstGeom prst="roundRect">
            <a:avLst>
              <a:gd name="adj" fmla="val 4000"/>
            </a:avLst>
          </a:prstGeom>
          <a:solidFill>
            <a:srgbClr val="1E293B"/>
          </a:solidFill>
          <a:ln w="222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0A6FD44F-D8ED-7B9D-8AD0-24223BE28356}"/>
              </a:ext>
            </a:extLst>
          </p:cNvPr>
          <p:cNvSpPr txBox="1"/>
          <p:nvPr/>
        </p:nvSpPr>
        <p:spPr>
          <a:xfrm>
            <a:off x="777240" y="2080936"/>
            <a:ext cx="6126480" cy="3566160"/>
          </a:xfrm>
          <a:prstGeom prst="rect">
            <a:avLst/>
          </a:prstGeom>
          <a:noFill/>
        </p:spPr>
        <p:txBody>
          <a:bodyPr wrap="square">
            <a:spAutoFit/>
          </a:bodyPr>
          <a:lstStyle/>
          <a:p>
            <a:pPr>
              <a:spcAft>
                <a:spcPts val="1200"/>
              </a:spcAft>
              <a:defRPr sz="2000" b="1">
                <a:solidFill>
                  <a:srgbClr val="FBBF24"/>
                </a:solidFill>
                <a:latin typeface="Segoe UI"/>
              </a:defRPr>
            </a:pPr>
            <a:r>
              <a:t>⚡ How to Enable the NVIDIA T4 GPU</a:t>
            </a:r>
          </a:p>
          <a:p>
            <a:pPr>
              <a:spcAft>
                <a:spcPts val="1000"/>
              </a:spcAft>
              <a:defRPr sz="1550">
                <a:solidFill>
                  <a:srgbClr val="F8FAFC"/>
                </a:solidFill>
                <a:latin typeface="Segoe UI"/>
              </a:defRPr>
            </a:pPr>
            <a:r>
              <a:t>•  1. In the top menu bar, click Runtime ➔ Change runtime type.</a:t>
            </a:r>
          </a:p>
          <a:p>
            <a:pPr>
              <a:spcAft>
                <a:spcPts val="1000"/>
              </a:spcAft>
              <a:defRPr sz="1550">
                <a:solidFill>
                  <a:srgbClr val="F8FAFC"/>
                </a:solidFill>
                <a:latin typeface="Segoe UI"/>
              </a:defRPr>
            </a:pPr>
            <a:r>
              <a:t>•  2. Under Runtime type, keep Python 3.</a:t>
            </a:r>
          </a:p>
          <a:p>
            <a:pPr>
              <a:spcAft>
                <a:spcPts val="1000"/>
              </a:spcAft>
              <a:defRPr sz="1550">
                <a:solidFill>
                  <a:srgbClr val="F8FAFC"/>
                </a:solidFill>
                <a:latin typeface="Segoe UI"/>
              </a:defRPr>
            </a:pPr>
            <a:r>
              <a:t>•  3. Under Hardware accelerator, select T4 GPU.</a:t>
            </a:r>
          </a:p>
          <a:p>
            <a:pPr>
              <a:spcAft>
                <a:spcPts val="1000"/>
              </a:spcAft>
              <a:defRPr sz="1550">
                <a:solidFill>
                  <a:srgbClr val="F8FAFC"/>
                </a:solidFill>
                <a:latin typeface="Segoe UI"/>
              </a:defRPr>
            </a:pPr>
            <a:r>
              <a:t>•  4. Click Save.</a:t>
            </a:r>
          </a:p>
          <a:p>
            <a:pPr>
              <a:spcAft>
                <a:spcPts val="1000"/>
              </a:spcAft>
              <a:defRPr sz="1550">
                <a:solidFill>
                  <a:srgbClr val="F8FAFC"/>
                </a:solidFill>
                <a:latin typeface="Segoe UI"/>
              </a:defRPr>
            </a:pPr>
            <a:r>
              <a:t>•  5. Click Connect in the top-right corner and wait for the green ✔ T4 icon.</a:t>
            </a:r>
          </a:p>
        </p:txBody>
      </p:sp>
      <p:sp>
        <p:nvSpPr>
          <p:cNvPr id="10" name="Rounded Rectangle 6">
            <a:extLst>
              <a:ext uri="{FF2B5EF4-FFF2-40B4-BE49-F238E27FC236}">
                <a16:creationId xmlns:a16="http://schemas.microsoft.com/office/drawing/2014/main" id="{6F272788-3230-8343-52D6-F0488846ACE8}"/>
              </a:ext>
            </a:extLst>
          </p:cNvPr>
          <p:cNvSpPr/>
          <p:nvPr/>
        </p:nvSpPr>
        <p:spPr>
          <a:xfrm>
            <a:off x="7406640" y="1898057"/>
            <a:ext cx="4206240" cy="3931920"/>
          </a:xfrm>
          <a:prstGeom prst="roundRect">
            <a:avLst>
              <a:gd name="adj" fmla="val 4000"/>
            </a:avLst>
          </a:prstGeom>
          <a:solidFill>
            <a:srgbClr val="1E293B"/>
          </a:solidFill>
          <a:ln w="22225">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E50993B-222D-0AA0-1B23-CBBB87E10DF7}"/>
              </a:ext>
            </a:extLst>
          </p:cNvPr>
          <p:cNvSpPr txBox="1"/>
          <p:nvPr/>
        </p:nvSpPr>
        <p:spPr>
          <a:xfrm>
            <a:off x="7635240" y="2080936"/>
            <a:ext cx="3749039" cy="3566160"/>
          </a:xfrm>
          <a:prstGeom prst="rect">
            <a:avLst/>
          </a:prstGeom>
          <a:noFill/>
        </p:spPr>
        <p:txBody>
          <a:bodyPr wrap="square">
            <a:spAutoFit/>
          </a:bodyPr>
          <a:lstStyle/>
          <a:p>
            <a:pPr>
              <a:spcAft>
                <a:spcPts val="1200"/>
              </a:spcAft>
              <a:defRPr sz="2000" b="1">
                <a:solidFill>
                  <a:srgbClr val="C084FC"/>
                </a:solidFill>
                <a:latin typeface="Segoe UI"/>
              </a:defRPr>
            </a:pPr>
            <a:r>
              <a:t>💡 Why T4 GPU?</a:t>
            </a:r>
          </a:p>
          <a:p>
            <a:pPr>
              <a:spcAft>
                <a:spcPts val="1000"/>
              </a:spcAft>
              <a:defRPr sz="1550">
                <a:solidFill>
                  <a:srgbClr val="F8FAFC"/>
                </a:solidFill>
                <a:latin typeface="Segoe UI"/>
              </a:defRPr>
            </a:pPr>
            <a:r>
              <a:t>•  Provides 16 GB of dedicated NVIDIA VRAM for free.</a:t>
            </a:r>
          </a:p>
          <a:p>
            <a:pPr>
              <a:spcAft>
                <a:spcPts val="1000"/>
              </a:spcAft>
              <a:defRPr sz="1550">
                <a:solidFill>
                  <a:srgbClr val="F8FAFC"/>
                </a:solidFill>
                <a:latin typeface="Segoe UI"/>
              </a:defRPr>
            </a:pPr>
            <a:r>
              <a:t>•  Required to load Stable Diffusion / ComfyUI checkpoints.</a:t>
            </a:r>
          </a:p>
          <a:p>
            <a:pPr>
              <a:spcAft>
                <a:spcPts val="1000"/>
              </a:spcAft>
              <a:defRPr sz="1550">
                <a:solidFill>
                  <a:srgbClr val="F8FAFC"/>
                </a:solidFill>
                <a:latin typeface="Segoe UI"/>
              </a:defRPr>
            </a:pPr>
            <a:r>
              <a:t>•  Optional check: Run !nvidia-smi in a cell to verify your GPU.</a:t>
            </a:r>
          </a:p>
        </p:txBody>
      </p:sp>
      <p:sp>
        <p:nvSpPr>
          <p:cNvPr id="12" name="Rounded Rectangle 8">
            <a:extLst>
              <a:ext uri="{FF2B5EF4-FFF2-40B4-BE49-F238E27FC236}">
                <a16:creationId xmlns:a16="http://schemas.microsoft.com/office/drawing/2014/main" id="{D991BEBF-0459-DE0F-EFA2-BD117092FEB1}"/>
              </a:ext>
            </a:extLst>
          </p:cNvPr>
          <p:cNvSpPr/>
          <p:nvPr/>
        </p:nvSpPr>
        <p:spPr>
          <a:xfrm>
            <a:off x="548640" y="6058577"/>
            <a:ext cx="11064240" cy="731520"/>
          </a:xfrm>
          <a:prstGeom prst="roundRect">
            <a:avLst>
              <a:gd name="adj" fmla="val 6000"/>
            </a:avLst>
          </a:prstGeom>
          <a:solidFill>
            <a:srgbClr val="090D16"/>
          </a:solidFill>
          <a:ln w="1587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5CE4749-5D59-000B-9914-A7C636B75428}"/>
              </a:ext>
            </a:extLst>
          </p:cNvPr>
          <p:cNvSpPr txBox="1"/>
          <p:nvPr/>
        </p:nvSpPr>
        <p:spPr>
          <a:xfrm>
            <a:off x="731520" y="6168305"/>
            <a:ext cx="10698480" cy="512064"/>
          </a:xfrm>
          <a:prstGeom prst="rect">
            <a:avLst/>
          </a:prstGeom>
          <a:noFill/>
        </p:spPr>
        <p:txBody>
          <a:bodyPr wrap="square">
            <a:spAutoFit/>
          </a:bodyPr>
          <a:lstStyle/>
          <a:p>
            <a:pPr>
              <a:defRPr sz="1400">
                <a:solidFill>
                  <a:srgbClr val="4ADE80"/>
                </a:solidFill>
                <a:latin typeface="Consolas"/>
              </a:defRPr>
            </a:pPr>
            <a:r>
              <a:t>Menu Path:  Runtime  ➔  Change runtime type  ➔  Hardware accelerator: [ T4 GPU ]  ➔  Save  ➔  Connect</a:t>
            </a:r>
          </a:p>
        </p:txBody>
      </p:sp>
    </p:spTree>
    <p:extLst>
      <p:ext uri="{BB962C8B-B14F-4D97-AF65-F5344CB8AC3E}">
        <p14:creationId xmlns:p14="http://schemas.microsoft.com/office/powerpoint/2010/main" val="35211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7C3974-5AEB-69A9-7F04-A6FD712FF74B}"/>
              </a:ext>
            </a:extLst>
          </p:cNvPr>
          <p:cNvSpPr>
            <a:spLocks noGrp="1"/>
          </p:cNvSpPr>
          <p:nvPr>
            <p:ph type="sldNum" sz="quarter" idx="12"/>
          </p:nvPr>
        </p:nvSpPr>
        <p:spPr>
          <a:xfrm>
            <a:off x="9452565" y="6559895"/>
            <a:ext cx="2743200" cy="297633"/>
          </a:xfrm>
        </p:spPr>
        <p:txBody>
          <a:bodyPr/>
          <a:lstStyle/>
          <a:p>
            <a:fld id="{2B7B873C-A46E-4878-A014-BF36A57BE664}" type="slidenum">
              <a:rPr lang="en-US" smtClean="0"/>
              <a:pPr/>
              <a:t>7</a:t>
            </a:fld>
            <a:endParaRPr lang="en-US" dirty="0"/>
          </a:p>
        </p:txBody>
      </p:sp>
      <p:sp>
        <p:nvSpPr>
          <p:cNvPr id="4" name="Title 3">
            <a:extLst>
              <a:ext uri="{FF2B5EF4-FFF2-40B4-BE49-F238E27FC236}">
                <a16:creationId xmlns:a16="http://schemas.microsoft.com/office/drawing/2014/main" id="{0750B0EA-2E49-906B-0423-C3F9205BA8FA}"/>
              </a:ext>
            </a:extLst>
          </p:cNvPr>
          <p:cNvSpPr>
            <a:spLocks noGrp="1"/>
          </p:cNvSpPr>
          <p:nvPr>
            <p:ph type="title"/>
          </p:nvPr>
        </p:nvSpPr>
        <p:spPr/>
        <p:txBody>
          <a:bodyPr/>
          <a:lstStyle/>
          <a:p>
            <a:r>
              <a:rPr lang="en-HK" dirty="0"/>
              <a:t>Running </a:t>
            </a:r>
            <a:r>
              <a:rPr lang="en-HK" dirty="0" err="1"/>
              <a:t>ComfyUI</a:t>
            </a:r>
            <a:endParaRPr lang="en-HK" dirty="0"/>
          </a:p>
        </p:txBody>
      </p:sp>
      <p:sp>
        <p:nvSpPr>
          <p:cNvPr id="5" name="Rounded Rectangle 1">
            <a:extLst>
              <a:ext uri="{FF2B5EF4-FFF2-40B4-BE49-F238E27FC236}">
                <a16:creationId xmlns:a16="http://schemas.microsoft.com/office/drawing/2014/main" id="{68BD0DBC-5085-B69C-5558-54066B7C73EA}"/>
              </a:ext>
            </a:extLst>
          </p:cNvPr>
          <p:cNvSpPr/>
          <p:nvPr/>
        </p:nvSpPr>
        <p:spPr>
          <a:xfrm>
            <a:off x="548640" y="836987"/>
            <a:ext cx="1645920" cy="384048"/>
          </a:xfrm>
          <a:prstGeom prst="roundRect">
            <a:avLst>
              <a:gd name="adj" fmla="val 50000"/>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STEP 3</a:t>
            </a:r>
          </a:p>
        </p:txBody>
      </p:sp>
      <p:sp>
        <p:nvSpPr>
          <p:cNvPr id="6" name="TextBox 5">
            <a:extLst>
              <a:ext uri="{FF2B5EF4-FFF2-40B4-BE49-F238E27FC236}">
                <a16:creationId xmlns:a16="http://schemas.microsoft.com/office/drawing/2014/main" id="{EC7EAA22-50DD-D5C5-B8D5-1CA65405D4DE}"/>
              </a:ext>
            </a:extLst>
          </p:cNvPr>
          <p:cNvSpPr txBox="1"/>
          <p:nvPr/>
        </p:nvSpPr>
        <p:spPr>
          <a:xfrm>
            <a:off x="2331720" y="745547"/>
            <a:ext cx="9326880" cy="523220"/>
          </a:xfrm>
          <a:prstGeom prst="rect">
            <a:avLst/>
          </a:prstGeom>
          <a:noFill/>
        </p:spPr>
        <p:txBody>
          <a:bodyPr wrap="square">
            <a:spAutoFit/>
          </a:bodyPr>
          <a:lstStyle/>
          <a:p>
            <a:pPr>
              <a:defRPr sz="2800" b="1">
                <a:solidFill>
                  <a:srgbClr val="F8FAFC"/>
                </a:solidFill>
                <a:latin typeface="Segoe UI"/>
              </a:defRPr>
            </a:pPr>
            <a:r>
              <a:rPr dirty="0">
                <a:solidFill>
                  <a:schemeClr val="tx1">
                    <a:lumMod val="95000"/>
                    <a:lumOff val="5000"/>
                  </a:schemeClr>
                </a:solidFill>
              </a:rPr>
              <a:t>Run </a:t>
            </a:r>
            <a:r>
              <a:rPr dirty="0" err="1">
                <a:solidFill>
                  <a:schemeClr val="tx1">
                    <a:lumMod val="95000"/>
                    <a:lumOff val="5000"/>
                  </a:schemeClr>
                </a:solidFill>
              </a:rPr>
              <a:t>run_compyui.ipynb</a:t>
            </a:r>
            <a:r>
              <a:rPr dirty="0">
                <a:solidFill>
                  <a:schemeClr val="tx1">
                    <a:lumMod val="95000"/>
                    <a:lumOff val="5000"/>
                  </a:schemeClr>
                </a:solidFill>
              </a:rPr>
              <a:t> &amp; Open the Web UI</a:t>
            </a:r>
          </a:p>
        </p:txBody>
      </p:sp>
      <p:sp>
        <p:nvSpPr>
          <p:cNvPr id="7" name="TextBox 6">
            <a:extLst>
              <a:ext uri="{FF2B5EF4-FFF2-40B4-BE49-F238E27FC236}">
                <a16:creationId xmlns:a16="http://schemas.microsoft.com/office/drawing/2014/main" id="{79728325-F92D-2B9B-D79E-126241641135}"/>
              </a:ext>
            </a:extLst>
          </p:cNvPr>
          <p:cNvSpPr txBox="1"/>
          <p:nvPr/>
        </p:nvSpPr>
        <p:spPr>
          <a:xfrm>
            <a:off x="548640" y="1339907"/>
            <a:ext cx="11064240" cy="338554"/>
          </a:xfrm>
          <a:prstGeom prst="rect">
            <a:avLst/>
          </a:prstGeom>
          <a:noFill/>
        </p:spPr>
        <p:txBody>
          <a:bodyPr wrap="square">
            <a:spAutoFit/>
          </a:bodyPr>
          <a:lstStyle/>
          <a:p>
            <a:pPr>
              <a:defRPr sz="1600">
                <a:solidFill>
                  <a:srgbClr val="94A3B8"/>
                </a:solidFill>
                <a:latin typeface="Segoe UI"/>
              </a:defRPr>
            </a:pPr>
            <a:r>
              <a:rPr dirty="0">
                <a:solidFill>
                  <a:schemeClr val="tx1">
                    <a:lumMod val="95000"/>
                    <a:lumOff val="5000"/>
                  </a:schemeClr>
                </a:solidFill>
              </a:rPr>
              <a:t>Install </a:t>
            </a:r>
            <a:r>
              <a:rPr dirty="0" err="1">
                <a:solidFill>
                  <a:schemeClr val="tx1">
                    <a:lumMod val="95000"/>
                    <a:lumOff val="5000"/>
                  </a:schemeClr>
                </a:solidFill>
              </a:rPr>
              <a:t>ComfyUI</a:t>
            </a:r>
            <a:r>
              <a:rPr dirty="0">
                <a:solidFill>
                  <a:schemeClr val="tx1">
                    <a:lumMod val="95000"/>
                    <a:lumOff val="5000"/>
                  </a:schemeClr>
                </a:solidFill>
              </a:rPr>
              <a:t>, download the models, and open the cloud tunnel URL.</a:t>
            </a:r>
          </a:p>
        </p:txBody>
      </p:sp>
      <p:sp>
        <p:nvSpPr>
          <p:cNvPr id="8" name="Rounded Rectangle 4">
            <a:extLst>
              <a:ext uri="{FF2B5EF4-FFF2-40B4-BE49-F238E27FC236}">
                <a16:creationId xmlns:a16="http://schemas.microsoft.com/office/drawing/2014/main" id="{A70DCB54-FB0D-108F-E31F-D35E7A8527C7}"/>
              </a:ext>
            </a:extLst>
          </p:cNvPr>
          <p:cNvSpPr/>
          <p:nvPr/>
        </p:nvSpPr>
        <p:spPr>
          <a:xfrm>
            <a:off x="548640" y="1934267"/>
            <a:ext cx="11064240" cy="3840480"/>
          </a:xfrm>
          <a:prstGeom prst="roundRect">
            <a:avLst>
              <a:gd name="adj" fmla="val 4000"/>
            </a:avLst>
          </a:prstGeom>
          <a:solidFill>
            <a:srgbClr val="1E293B"/>
          </a:solidFill>
          <a:ln w="222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06EF6337-FB92-1A64-3840-E67DFB7BAC55}"/>
              </a:ext>
            </a:extLst>
          </p:cNvPr>
          <p:cNvSpPr txBox="1"/>
          <p:nvPr/>
        </p:nvSpPr>
        <p:spPr>
          <a:xfrm>
            <a:off x="777240" y="2117146"/>
            <a:ext cx="10607040" cy="3474720"/>
          </a:xfrm>
          <a:prstGeom prst="rect">
            <a:avLst/>
          </a:prstGeom>
          <a:noFill/>
        </p:spPr>
        <p:txBody>
          <a:bodyPr wrap="square">
            <a:spAutoFit/>
          </a:bodyPr>
          <a:lstStyle/>
          <a:p>
            <a:pPr>
              <a:spcAft>
                <a:spcPts val="1200"/>
              </a:spcAft>
              <a:defRPr sz="2000" b="1">
                <a:solidFill>
                  <a:srgbClr val="4ADE80"/>
                </a:solidFill>
                <a:latin typeface="Segoe UI"/>
              </a:defRPr>
            </a:pPr>
            <a:r>
              <a:t>▶️ Running the Notebook Cells</a:t>
            </a:r>
          </a:p>
          <a:p>
            <a:pPr>
              <a:spcAft>
                <a:spcPts val="1000"/>
              </a:spcAft>
              <a:defRPr sz="1550">
                <a:solidFill>
                  <a:srgbClr val="F8FAFC"/>
                </a:solidFill>
                <a:latin typeface="Segoe UI"/>
              </a:defRPr>
            </a:pPr>
            <a:r>
              <a:t>•  1. Click the Play button (▶) on each cell from top to bottom (or click Runtime ➔ Run all).</a:t>
            </a:r>
          </a:p>
          <a:p>
            <a:pPr>
              <a:spcAft>
                <a:spcPts val="1000"/>
              </a:spcAft>
              <a:defRPr sz="1550">
                <a:solidFill>
                  <a:srgbClr val="F8FAFC"/>
                </a:solidFill>
                <a:latin typeface="Segoe UI"/>
              </a:defRPr>
            </a:pPr>
            <a:r>
              <a:t>•  2. If a warning appears saying 'This notebook was not authored by Google', click Run anyway.</a:t>
            </a:r>
          </a:p>
          <a:p>
            <a:pPr>
              <a:spcAft>
                <a:spcPts val="1000"/>
              </a:spcAft>
              <a:defRPr sz="1550">
                <a:solidFill>
                  <a:srgbClr val="F8FAFC"/>
                </a:solidFill>
                <a:latin typeface="Segoe UI"/>
              </a:defRPr>
            </a:pPr>
            <a:r>
              <a:t>•  3. Wait 3–5 minutes while Colab installs ComfyUI and downloads the AI models.</a:t>
            </a:r>
          </a:p>
          <a:p>
            <a:pPr>
              <a:spcAft>
                <a:spcPts val="1000"/>
              </a:spcAft>
              <a:defRPr sz="1550">
                <a:solidFill>
                  <a:srgbClr val="F8FAFC"/>
                </a:solidFill>
                <a:latin typeface="Segoe UI"/>
              </a:defRPr>
            </a:pPr>
            <a:r>
              <a:t>•  4. Look at the bottom of the output log for the public URL (e.g., .trycloudflare.com or .gradio.live).</a:t>
            </a:r>
          </a:p>
          <a:p>
            <a:pPr>
              <a:spcAft>
                <a:spcPts val="1000"/>
              </a:spcAft>
              <a:defRPr sz="1550">
                <a:solidFill>
                  <a:srgbClr val="F8FAFC"/>
                </a:solidFill>
                <a:latin typeface="Segoe UI"/>
              </a:defRPr>
            </a:pPr>
            <a:r>
              <a:t>•  5. Click that link to open ComfyUI in a new tab! (Keep your Google Colab tab open in the background).</a:t>
            </a:r>
          </a:p>
        </p:txBody>
      </p:sp>
      <p:sp>
        <p:nvSpPr>
          <p:cNvPr id="10" name="Rounded Rectangle 6">
            <a:extLst>
              <a:ext uri="{FF2B5EF4-FFF2-40B4-BE49-F238E27FC236}">
                <a16:creationId xmlns:a16="http://schemas.microsoft.com/office/drawing/2014/main" id="{D3B75121-A5A4-378E-D52E-8D0F3C2183AB}"/>
              </a:ext>
            </a:extLst>
          </p:cNvPr>
          <p:cNvSpPr/>
          <p:nvPr/>
        </p:nvSpPr>
        <p:spPr>
          <a:xfrm>
            <a:off x="548640" y="6003347"/>
            <a:ext cx="11064240" cy="822960"/>
          </a:xfrm>
          <a:prstGeom prst="roundRect">
            <a:avLst>
              <a:gd name="adj" fmla="val 6000"/>
            </a:avLst>
          </a:prstGeom>
          <a:solidFill>
            <a:srgbClr val="090D16"/>
          </a:solidFill>
          <a:ln w="1587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522E71A0-FA31-0781-8CC5-07B4BFFF2AB1}"/>
              </a:ext>
            </a:extLst>
          </p:cNvPr>
          <p:cNvSpPr txBox="1"/>
          <p:nvPr/>
        </p:nvSpPr>
        <p:spPr>
          <a:xfrm>
            <a:off x="731520" y="6113075"/>
            <a:ext cx="10698480" cy="603504"/>
          </a:xfrm>
          <a:prstGeom prst="rect">
            <a:avLst/>
          </a:prstGeom>
          <a:noFill/>
        </p:spPr>
        <p:txBody>
          <a:bodyPr wrap="square">
            <a:spAutoFit/>
          </a:bodyPr>
          <a:lstStyle/>
          <a:p>
            <a:pPr>
              <a:defRPr sz="1400">
                <a:solidFill>
                  <a:srgbClr val="38BDF8"/>
                </a:solidFill>
                <a:latin typeface="Consolas"/>
              </a:defRPr>
            </a:pPr>
            <a:r>
              <a:rPr dirty="0"/>
              <a:t>Example Output Log:   To see the GUI go to: https://xxxx-xxxx-xxxx.trycloudflare.com   &lt;-- </a:t>
            </a:r>
            <a:r>
              <a:rPr lang="en-HK" dirty="0"/>
              <a:t>CLICK</a:t>
            </a:r>
            <a:r>
              <a:rPr dirty="0"/>
              <a:t> THIS LINK!</a:t>
            </a:r>
          </a:p>
        </p:txBody>
      </p:sp>
    </p:spTree>
    <p:extLst>
      <p:ext uri="{BB962C8B-B14F-4D97-AF65-F5344CB8AC3E}">
        <p14:creationId xmlns:p14="http://schemas.microsoft.com/office/powerpoint/2010/main" val="3680472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7C3974-5AEB-69A9-7F04-A6FD712FF74B}"/>
              </a:ext>
            </a:extLst>
          </p:cNvPr>
          <p:cNvSpPr>
            <a:spLocks noGrp="1"/>
          </p:cNvSpPr>
          <p:nvPr>
            <p:ph type="sldNum" sz="quarter" idx="12"/>
          </p:nvPr>
        </p:nvSpPr>
        <p:spPr>
          <a:xfrm>
            <a:off x="9452569" y="6550850"/>
            <a:ext cx="2743200" cy="297633"/>
          </a:xfrm>
        </p:spPr>
        <p:txBody>
          <a:bodyPr/>
          <a:lstStyle/>
          <a:p>
            <a:fld id="{2B7B873C-A46E-4878-A014-BF36A57BE664}" type="slidenum">
              <a:rPr lang="en-US" smtClean="0"/>
              <a:pPr/>
              <a:t>8</a:t>
            </a:fld>
            <a:endParaRPr lang="en-US" dirty="0"/>
          </a:p>
        </p:txBody>
      </p:sp>
      <p:sp>
        <p:nvSpPr>
          <p:cNvPr id="4" name="Title 3">
            <a:extLst>
              <a:ext uri="{FF2B5EF4-FFF2-40B4-BE49-F238E27FC236}">
                <a16:creationId xmlns:a16="http://schemas.microsoft.com/office/drawing/2014/main" id="{0750B0EA-2E49-906B-0423-C3F9205BA8FA}"/>
              </a:ext>
            </a:extLst>
          </p:cNvPr>
          <p:cNvSpPr>
            <a:spLocks noGrp="1"/>
          </p:cNvSpPr>
          <p:nvPr>
            <p:ph type="title"/>
          </p:nvPr>
        </p:nvSpPr>
        <p:spPr/>
        <p:txBody>
          <a:bodyPr/>
          <a:lstStyle/>
          <a:p>
            <a:r>
              <a:rPr lang="en-HK" dirty="0" err="1"/>
              <a:t>ComfyUI</a:t>
            </a:r>
            <a:r>
              <a:rPr lang="en-HK" dirty="0"/>
              <a:t> – Text to Image</a:t>
            </a:r>
          </a:p>
        </p:txBody>
      </p:sp>
      <p:sp>
        <p:nvSpPr>
          <p:cNvPr id="5" name="Rounded Rectangle 1">
            <a:extLst>
              <a:ext uri="{FF2B5EF4-FFF2-40B4-BE49-F238E27FC236}">
                <a16:creationId xmlns:a16="http://schemas.microsoft.com/office/drawing/2014/main" id="{75003ECC-97D5-53F5-8E4C-1A0B6C31212F}"/>
              </a:ext>
            </a:extLst>
          </p:cNvPr>
          <p:cNvSpPr/>
          <p:nvPr/>
        </p:nvSpPr>
        <p:spPr>
          <a:xfrm>
            <a:off x="548640" y="836992"/>
            <a:ext cx="1645920" cy="384048"/>
          </a:xfrm>
          <a:prstGeom prst="roundRect">
            <a:avLst>
              <a:gd name="adj" fmla="val 50000"/>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STEP 4</a:t>
            </a:r>
          </a:p>
        </p:txBody>
      </p:sp>
      <p:sp>
        <p:nvSpPr>
          <p:cNvPr id="6" name="TextBox 5">
            <a:extLst>
              <a:ext uri="{FF2B5EF4-FFF2-40B4-BE49-F238E27FC236}">
                <a16:creationId xmlns:a16="http://schemas.microsoft.com/office/drawing/2014/main" id="{8F9B8F11-4C53-3EAF-3053-2F9F34D901C0}"/>
              </a:ext>
            </a:extLst>
          </p:cNvPr>
          <p:cNvSpPr txBox="1"/>
          <p:nvPr/>
        </p:nvSpPr>
        <p:spPr>
          <a:xfrm>
            <a:off x="2331720" y="745552"/>
            <a:ext cx="9326880" cy="523220"/>
          </a:xfrm>
          <a:prstGeom prst="rect">
            <a:avLst/>
          </a:prstGeom>
          <a:noFill/>
        </p:spPr>
        <p:txBody>
          <a:bodyPr wrap="square">
            <a:spAutoFit/>
          </a:bodyPr>
          <a:lstStyle/>
          <a:p>
            <a:pPr>
              <a:defRPr sz="2800" b="1">
                <a:solidFill>
                  <a:srgbClr val="F8FAFC"/>
                </a:solidFill>
                <a:latin typeface="Segoe UI"/>
              </a:defRPr>
            </a:pPr>
            <a:r>
              <a:rPr dirty="0">
                <a:solidFill>
                  <a:schemeClr val="tx1">
                    <a:lumMod val="95000"/>
                    <a:lumOff val="5000"/>
                  </a:schemeClr>
                </a:solidFill>
              </a:rPr>
              <a:t>Download &amp; Import t2i.json from GitHub</a:t>
            </a:r>
          </a:p>
        </p:txBody>
      </p:sp>
      <p:sp>
        <p:nvSpPr>
          <p:cNvPr id="7" name="TextBox 6">
            <a:extLst>
              <a:ext uri="{FF2B5EF4-FFF2-40B4-BE49-F238E27FC236}">
                <a16:creationId xmlns:a16="http://schemas.microsoft.com/office/drawing/2014/main" id="{FA6019F3-4817-1562-9DDF-C8D0FF8C7C0A}"/>
              </a:ext>
            </a:extLst>
          </p:cNvPr>
          <p:cNvSpPr txBox="1"/>
          <p:nvPr/>
        </p:nvSpPr>
        <p:spPr>
          <a:xfrm>
            <a:off x="548640" y="1339912"/>
            <a:ext cx="11064240" cy="338554"/>
          </a:xfrm>
          <a:prstGeom prst="rect">
            <a:avLst/>
          </a:prstGeom>
          <a:noFill/>
        </p:spPr>
        <p:txBody>
          <a:bodyPr wrap="square">
            <a:spAutoFit/>
          </a:bodyPr>
          <a:lstStyle/>
          <a:p>
            <a:pPr>
              <a:defRPr sz="1600">
                <a:solidFill>
                  <a:srgbClr val="94A3B8"/>
                </a:solidFill>
                <a:latin typeface="Segoe UI"/>
              </a:defRPr>
            </a:pPr>
            <a:r>
              <a:rPr dirty="0">
                <a:solidFill>
                  <a:schemeClr val="tx1">
                    <a:lumMod val="95000"/>
                    <a:lumOff val="5000"/>
                  </a:schemeClr>
                </a:solidFill>
              </a:rPr>
              <a:t>Load our pre-built Text-to-Image node graph directly onto your </a:t>
            </a:r>
            <a:r>
              <a:rPr dirty="0" err="1">
                <a:solidFill>
                  <a:schemeClr val="tx1">
                    <a:lumMod val="95000"/>
                    <a:lumOff val="5000"/>
                  </a:schemeClr>
                </a:solidFill>
              </a:rPr>
              <a:t>ComfyUI</a:t>
            </a:r>
            <a:r>
              <a:rPr dirty="0">
                <a:solidFill>
                  <a:schemeClr val="tx1">
                    <a:lumMod val="95000"/>
                    <a:lumOff val="5000"/>
                  </a:schemeClr>
                </a:solidFill>
              </a:rPr>
              <a:t> canvas.</a:t>
            </a:r>
          </a:p>
        </p:txBody>
      </p:sp>
      <p:sp>
        <p:nvSpPr>
          <p:cNvPr id="8" name="Rounded Rectangle 4">
            <a:extLst>
              <a:ext uri="{FF2B5EF4-FFF2-40B4-BE49-F238E27FC236}">
                <a16:creationId xmlns:a16="http://schemas.microsoft.com/office/drawing/2014/main" id="{0BF9E2BB-A3A5-D879-55F9-4CA14D81C6B5}"/>
              </a:ext>
            </a:extLst>
          </p:cNvPr>
          <p:cNvSpPr/>
          <p:nvPr/>
        </p:nvSpPr>
        <p:spPr>
          <a:xfrm>
            <a:off x="548640" y="1934272"/>
            <a:ext cx="5349240" cy="3931920"/>
          </a:xfrm>
          <a:prstGeom prst="roundRect">
            <a:avLst>
              <a:gd name="adj" fmla="val 4000"/>
            </a:avLst>
          </a:prstGeom>
          <a:solidFill>
            <a:srgbClr val="1E293B"/>
          </a:solidFill>
          <a:ln w="222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0E7CB688-5AE8-29E1-E21A-3C1795338DFB}"/>
              </a:ext>
            </a:extLst>
          </p:cNvPr>
          <p:cNvSpPr txBox="1"/>
          <p:nvPr/>
        </p:nvSpPr>
        <p:spPr>
          <a:xfrm>
            <a:off x="777240" y="2117151"/>
            <a:ext cx="4892040" cy="3566160"/>
          </a:xfrm>
          <a:prstGeom prst="rect">
            <a:avLst/>
          </a:prstGeom>
          <a:noFill/>
        </p:spPr>
        <p:txBody>
          <a:bodyPr wrap="square">
            <a:spAutoFit/>
          </a:bodyPr>
          <a:lstStyle/>
          <a:p>
            <a:pPr>
              <a:spcAft>
                <a:spcPts val="1200"/>
              </a:spcAft>
              <a:defRPr sz="2000" b="1">
                <a:solidFill>
                  <a:srgbClr val="FBBF24"/>
                </a:solidFill>
                <a:latin typeface="Segoe UI"/>
              </a:defRPr>
            </a:pPr>
            <a:r>
              <a:rPr dirty="0"/>
              <a:t>📥 4.1 Download t2i.json from GitHub</a:t>
            </a:r>
          </a:p>
          <a:p>
            <a:pPr>
              <a:spcAft>
                <a:spcPts val="1000"/>
              </a:spcAft>
              <a:defRPr sz="1550">
                <a:solidFill>
                  <a:srgbClr val="F8FAFC"/>
                </a:solidFill>
                <a:latin typeface="Segoe UI"/>
              </a:defRPr>
            </a:pPr>
            <a:r>
              <a:rPr dirty="0"/>
              <a:t>•  Go back to our GitHub repository tab and click on t2i.json.</a:t>
            </a:r>
          </a:p>
          <a:p>
            <a:pPr>
              <a:spcAft>
                <a:spcPts val="1000"/>
              </a:spcAft>
              <a:defRPr sz="1550">
                <a:solidFill>
                  <a:srgbClr val="F8FAFC"/>
                </a:solidFill>
                <a:latin typeface="Segoe UI"/>
              </a:defRPr>
            </a:pPr>
            <a:r>
              <a:rPr dirty="0"/>
              <a:t>•  Click the 'Download raw file' button (⬇ icon) at the top-right of the code preview box.</a:t>
            </a:r>
          </a:p>
          <a:p>
            <a:pPr>
              <a:spcAft>
                <a:spcPts val="1000"/>
              </a:spcAft>
              <a:defRPr sz="1550">
                <a:solidFill>
                  <a:srgbClr val="F8FAFC"/>
                </a:solidFill>
                <a:latin typeface="Segoe UI"/>
              </a:defRPr>
            </a:pPr>
            <a:r>
              <a:rPr dirty="0"/>
              <a:t>•  ⚠️ Do NOT right-click 'Save Link As' on the main repo page (that saves an HTML webpage instead of JSON!).</a:t>
            </a:r>
          </a:p>
        </p:txBody>
      </p:sp>
      <p:sp>
        <p:nvSpPr>
          <p:cNvPr id="10" name="Rounded Rectangle 6">
            <a:extLst>
              <a:ext uri="{FF2B5EF4-FFF2-40B4-BE49-F238E27FC236}">
                <a16:creationId xmlns:a16="http://schemas.microsoft.com/office/drawing/2014/main" id="{0DABB6AC-1601-7187-1CA9-A48DD3C4A7AA}"/>
              </a:ext>
            </a:extLst>
          </p:cNvPr>
          <p:cNvSpPr/>
          <p:nvPr/>
        </p:nvSpPr>
        <p:spPr>
          <a:xfrm>
            <a:off x="6263640" y="1934272"/>
            <a:ext cx="5349240" cy="3931920"/>
          </a:xfrm>
          <a:prstGeom prst="roundRect">
            <a:avLst>
              <a:gd name="adj" fmla="val 4000"/>
            </a:avLst>
          </a:prstGeom>
          <a:solidFill>
            <a:srgbClr val="1E293B"/>
          </a:solidFill>
          <a:ln w="222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F34D2BD-F90E-F4E1-A8A4-C7495C5A22CF}"/>
              </a:ext>
            </a:extLst>
          </p:cNvPr>
          <p:cNvSpPr txBox="1"/>
          <p:nvPr/>
        </p:nvSpPr>
        <p:spPr>
          <a:xfrm>
            <a:off x="6492240" y="2117151"/>
            <a:ext cx="4892040" cy="3566160"/>
          </a:xfrm>
          <a:prstGeom prst="rect">
            <a:avLst/>
          </a:prstGeom>
          <a:noFill/>
        </p:spPr>
        <p:txBody>
          <a:bodyPr wrap="square">
            <a:spAutoFit/>
          </a:bodyPr>
          <a:lstStyle/>
          <a:p>
            <a:pPr>
              <a:spcAft>
                <a:spcPts val="1200"/>
              </a:spcAft>
              <a:defRPr sz="2000" b="1">
                <a:solidFill>
                  <a:srgbClr val="4ADE80"/>
                </a:solidFill>
                <a:latin typeface="Segoe UI"/>
              </a:defRPr>
            </a:pPr>
            <a:r>
              <a:t>🖥️ 4.2 Import into ComfyUI Canvas</a:t>
            </a:r>
          </a:p>
          <a:p>
            <a:pPr>
              <a:spcAft>
                <a:spcPts val="1000"/>
              </a:spcAft>
              <a:defRPr sz="1550">
                <a:solidFill>
                  <a:srgbClr val="F8FAFC"/>
                </a:solidFill>
                <a:latin typeface="Segoe UI"/>
              </a:defRPr>
            </a:pPr>
            <a:r>
              <a:t>•  Switch back to your open ComfyUI browser tab.</a:t>
            </a:r>
          </a:p>
          <a:p>
            <a:pPr>
              <a:spcAft>
                <a:spcPts val="1000"/>
              </a:spcAft>
              <a:defRPr sz="1550">
                <a:solidFill>
                  <a:srgbClr val="F8FAFC"/>
                </a:solidFill>
                <a:latin typeface="Segoe UI"/>
              </a:defRPr>
            </a:pPr>
            <a:r>
              <a:t>•  Option 1 (Easiest): Drag and drop t2i.json from your Downloads folder directly onto the ComfyUI canvas!</a:t>
            </a:r>
          </a:p>
          <a:p>
            <a:pPr>
              <a:spcAft>
                <a:spcPts val="1000"/>
              </a:spcAft>
              <a:defRPr sz="1550">
                <a:solidFill>
                  <a:srgbClr val="F8FAFC"/>
                </a:solidFill>
                <a:latin typeface="Segoe UI"/>
              </a:defRPr>
            </a:pPr>
            <a:r>
              <a:t>•  Option 2 (Menu): Click Workflow (top-left) ➔ Open (or press Ctrl + O) and select t2i.json.</a:t>
            </a:r>
          </a:p>
        </p:txBody>
      </p:sp>
      <p:sp>
        <p:nvSpPr>
          <p:cNvPr id="12" name="Rounded Rectangle 8">
            <a:extLst>
              <a:ext uri="{FF2B5EF4-FFF2-40B4-BE49-F238E27FC236}">
                <a16:creationId xmlns:a16="http://schemas.microsoft.com/office/drawing/2014/main" id="{1969DB0A-2503-245F-32F4-412D2C5D7C8C}"/>
              </a:ext>
            </a:extLst>
          </p:cNvPr>
          <p:cNvSpPr/>
          <p:nvPr/>
        </p:nvSpPr>
        <p:spPr>
          <a:xfrm>
            <a:off x="548640" y="6094792"/>
            <a:ext cx="11064240" cy="731520"/>
          </a:xfrm>
          <a:prstGeom prst="roundRect">
            <a:avLst>
              <a:gd name="adj" fmla="val 6000"/>
            </a:avLst>
          </a:prstGeom>
          <a:solidFill>
            <a:srgbClr val="090D16"/>
          </a:solidFill>
          <a:ln w="1587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E02978A3-F0FF-E237-160F-A927E77ABE18}"/>
              </a:ext>
            </a:extLst>
          </p:cNvPr>
          <p:cNvSpPr txBox="1"/>
          <p:nvPr/>
        </p:nvSpPr>
        <p:spPr>
          <a:xfrm>
            <a:off x="731520" y="6204520"/>
            <a:ext cx="10698480" cy="512064"/>
          </a:xfrm>
          <a:prstGeom prst="rect">
            <a:avLst/>
          </a:prstGeom>
          <a:noFill/>
        </p:spPr>
        <p:txBody>
          <a:bodyPr wrap="square">
            <a:spAutoFit/>
          </a:bodyPr>
          <a:lstStyle/>
          <a:p>
            <a:pPr>
              <a:defRPr sz="1400">
                <a:solidFill>
                  <a:srgbClr val="FBBF24"/>
                </a:solidFill>
                <a:latin typeface="Consolas"/>
              </a:defRPr>
            </a:pPr>
            <a:r>
              <a:t>Pro Tip: If ComfyUI shows a 'SyntaxError / Invalid JSON' popup, re-download t2i.json using the Raw (⬇) button!</a:t>
            </a:r>
          </a:p>
        </p:txBody>
      </p:sp>
    </p:spTree>
    <p:extLst>
      <p:ext uri="{BB962C8B-B14F-4D97-AF65-F5344CB8AC3E}">
        <p14:creationId xmlns:p14="http://schemas.microsoft.com/office/powerpoint/2010/main" val="3942235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7C3974-5AEB-69A9-7F04-A6FD712FF74B}"/>
              </a:ext>
            </a:extLst>
          </p:cNvPr>
          <p:cNvSpPr>
            <a:spLocks noGrp="1"/>
          </p:cNvSpPr>
          <p:nvPr>
            <p:ph type="sldNum" sz="quarter" idx="12"/>
          </p:nvPr>
        </p:nvSpPr>
        <p:spPr>
          <a:xfrm>
            <a:off x="9452569" y="6559901"/>
            <a:ext cx="2743200" cy="297633"/>
          </a:xfrm>
        </p:spPr>
        <p:txBody>
          <a:bodyPr/>
          <a:lstStyle/>
          <a:p>
            <a:fld id="{2B7B873C-A46E-4878-A014-BF36A57BE664}" type="slidenum">
              <a:rPr lang="en-US" smtClean="0"/>
              <a:pPr/>
              <a:t>9</a:t>
            </a:fld>
            <a:endParaRPr lang="en-US" dirty="0"/>
          </a:p>
        </p:txBody>
      </p:sp>
      <p:sp>
        <p:nvSpPr>
          <p:cNvPr id="4" name="Title 3">
            <a:extLst>
              <a:ext uri="{FF2B5EF4-FFF2-40B4-BE49-F238E27FC236}">
                <a16:creationId xmlns:a16="http://schemas.microsoft.com/office/drawing/2014/main" id="{0750B0EA-2E49-906B-0423-C3F9205BA8FA}"/>
              </a:ext>
            </a:extLst>
          </p:cNvPr>
          <p:cNvSpPr>
            <a:spLocks noGrp="1"/>
          </p:cNvSpPr>
          <p:nvPr>
            <p:ph type="title"/>
          </p:nvPr>
        </p:nvSpPr>
        <p:spPr/>
        <p:txBody>
          <a:bodyPr/>
          <a:lstStyle/>
          <a:p>
            <a:r>
              <a:rPr lang="en-HK" dirty="0" err="1"/>
              <a:t>ComfyUI</a:t>
            </a:r>
            <a:r>
              <a:rPr lang="en-HK" dirty="0"/>
              <a:t> – Text to Image</a:t>
            </a:r>
          </a:p>
        </p:txBody>
      </p:sp>
      <p:sp>
        <p:nvSpPr>
          <p:cNvPr id="5" name="Rounded Rectangle 1">
            <a:extLst>
              <a:ext uri="{FF2B5EF4-FFF2-40B4-BE49-F238E27FC236}">
                <a16:creationId xmlns:a16="http://schemas.microsoft.com/office/drawing/2014/main" id="{7D378CF9-F58E-2B06-653A-1E050FD2C250}"/>
              </a:ext>
            </a:extLst>
          </p:cNvPr>
          <p:cNvSpPr/>
          <p:nvPr/>
        </p:nvSpPr>
        <p:spPr>
          <a:xfrm>
            <a:off x="548640" y="827936"/>
            <a:ext cx="1645920" cy="384048"/>
          </a:xfrm>
          <a:prstGeom prst="roundRect">
            <a:avLst>
              <a:gd name="adj" fmla="val 50000"/>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STEP 5</a:t>
            </a:r>
          </a:p>
        </p:txBody>
      </p:sp>
      <p:sp>
        <p:nvSpPr>
          <p:cNvPr id="6" name="TextBox 5">
            <a:extLst>
              <a:ext uri="{FF2B5EF4-FFF2-40B4-BE49-F238E27FC236}">
                <a16:creationId xmlns:a16="http://schemas.microsoft.com/office/drawing/2014/main" id="{F9466295-F225-78C2-3DBC-AA2DE6E160AB}"/>
              </a:ext>
            </a:extLst>
          </p:cNvPr>
          <p:cNvSpPr txBox="1"/>
          <p:nvPr/>
        </p:nvSpPr>
        <p:spPr>
          <a:xfrm>
            <a:off x="2331720" y="736496"/>
            <a:ext cx="9326880" cy="523220"/>
          </a:xfrm>
          <a:prstGeom prst="rect">
            <a:avLst/>
          </a:prstGeom>
          <a:noFill/>
        </p:spPr>
        <p:txBody>
          <a:bodyPr wrap="square">
            <a:spAutoFit/>
          </a:bodyPr>
          <a:lstStyle/>
          <a:p>
            <a:pPr>
              <a:defRPr sz="2800" b="1">
                <a:solidFill>
                  <a:srgbClr val="F8FAFC"/>
                </a:solidFill>
                <a:latin typeface="Segoe UI"/>
              </a:defRPr>
            </a:pPr>
            <a:r>
              <a:rPr dirty="0">
                <a:solidFill>
                  <a:schemeClr val="tx1">
                    <a:lumMod val="95000"/>
                    <a:lumOff val="5000"/>
                  </a:schemeClr>
                </a:solidFill>
              </a:rPr>
              <a:t>Generate Your First AI Image!</a:t>
            </a:r>
          </a:p>
        </p:txBody>
      </p:sp>
      <p:sp>
        <p:nvSpPr>
          <p:cNvPr id="7" name="TextBox 6">
            <a:extLst>
              <a:ext uri="{FF2B5EF4-FFF2-40B4-BE49-F238E27FC236}">
                <a16:creationId xmlns:a16="http://schemas.microsoft.com/office/drawing/2014/main" id="{B4A37E49-BF1A-9226-A2EC-12D6229FF7AE}"/>
              </a:ext>
            </a:extLst>
          </p:cNvPr>
          <p:cNvSpPr txBox="1"/>
          <p:nvPr/>
        </p:nvSpPr>
        <p:spPr>
          <a:xfrm>
            <a:off x="548640" y="1330856"/>
            <a:ext cx="11064240" cy="411480"/>
          </a:xfrm>
          <a:prstGeom prst="rect">
            <a:avLst/>
          </a:prstGeom>
          <a:noFill/>
        </p:spPr>
        <p:txBody>
          <a:bodyPr wrap="square">
            <a:spAutoFit/>
          </a:bodyPr>
          <a:lstStyle/>
          <a:p>
            <a:pPr>
              <a:defRPr sz="1600">
                <a:solidFill>
                  <a:srgbClr val="94A3B8"/>
                </a:solidFill>
                <a:latin typeface="Segoe UI"/>
              </a:defRPr>
            </a:pPr>
            <a:r>
              <a:t>Customize your prompt, run the node graph, and save your artwork.</a:t>
            </a:r>
          </a:p>
        </p:txBody>
      </p:sp>
      <p:sp>
        <p:nvSpPr>
          <p:cNvPr id="8" name="Rounded Rectangle 4">
            <a:extLst>
              <a:ext uri="{FF2B5EF4-FFF2-40B4-BE49-F238E27FC236}">
                <a16:creationId xmlns:a16="http://schemas.microsoft.com/office/drawing/2014/main" id="{B22511FE-85E9-C75D-5EAB-4F4662DF6322}"/>
              </a:ext>
            </a:extLst>
          </p:cNvPr>
          <p:cNvSpPr/>
          <p:nvPr/>
        </p:nvSpPr>
        <p:spPr>
          <a:xfrm>
            <a:off x="548640" y="1925216"/>
            <a:ext cx="11064240" cy="3840480"/>
          </a:xfrm>
          <a:prstGeom prst="roundRect">
            <a:avLst>
              <a:gd name="adj" fmla="val 4000"/>
            </a:avLst>
          </a:prstGeom>
          <a:solidFill>
            <a:srgbClr val="1E293B"/>
          </a:solidFill>
          <a:ln w="22225">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8EA4E2D-B703-6381-FDD5-45C2ACDF4CCF}"/>
              </a:ext>
            </a:extLst>
          </p:cNvPr>
          <p:cNvSpPr txBox="1"/>
          <p:nvPr/>
        </p:nvSpPr>
        <p:spPr>
          <a:xfrm>
            <a:off x="777240" y="2108095"/>
            <a:ext cx="10607040" cy="3474720"/>
          </a:xfrm>
          <a:prstGeom prst="rect">
            <a:avLst/>
          </a:prstGeom>
          <a:noFill/>
        </p:spPr>
        <p:txBody>
          <a:bodyPr wrap="square">
            <a:spAutoFit/>
          </a:bodyPr>
          <a:lstStyle/>
          <a:p>
            <a:pPr>
              <a:spcAft>
                <a:spcPts val="1200"/>
              </a:spcAft>
              <a:defRPr sz="2000" b="1">
                <a:solidFill>
                  <a:srgbClr val="C084FC"/>
                </a:solidFill>
                <a:latin typeface="Segoe UI"/>
              </a:defRPr>
            </a:pPr>
            <a:r>
              <a:t>🖼️ Running the Text-to-Image (t2i.json) Workflow</a:t>
            </a:r>
          </a:p>
          <a:p>
            <a:pPr>
              <a:spcAft>
                <a:spcPts val="1000"/>
              </a:spcAft>
              <a:defRPr sz="1550">
                <a:solidFill>
                  <a:srgbClr val="F8FAFC"/>
                </a:solidFill>
                <a:latin typeface="Segoe UI"/>
              </a:defRPr>
            </a:pPr>
            <a:r>
              <a:t>•  1. Locate the CLIP Text Encode (Positive Prompt) node on the canvas and type your image description.</a:t>
            </a:r>
          </a:p>
          <a:p>
            <a:pPr>
              <a:spcAft>
                <a:spcPts val="1000"/>
              </a:spcAft>
              <a:defRPr sz="1550">
                <a:solidFill>
                  <a:srgbClr val="F8FAFC"/>
                </a:solidFill>
                <a:latin typeface="Segoe UI"/>
              </a:defRPr>
            </a:pPr>
            <a:r>
              <a:t>•  2. Click the blue Queue button (or press Ctrl + Enter) to start generating.</a:t>
            </a:r>
          </a:p>
          <a:p>
            <a:pPr>
              <a:spcAft>
                <a:spcPts val="1000"/>
              </a:spcAft>
              <a:defRPr sz="1550">
                <a:solidFill>
                  <a:srgbClr val="F8FAFC"/>
                </a:solidFill>
                <a:latin typeface="Segoe UI"/>
              </a:defRPr>
            </a:pPr>
            <a:r>
              <a:t>•  3. Watch the green execution highlight move across the nodes: Load Checkpoint ➔ KSampler ➔ VAE Decode ➔ Save Image.</a:t>
            </a:r>
          </a:p>
          <a:p>
            <a:pPr>
              <a:spcAft>
                <a:spcPts val="1000"/>
              </a:spcAft>
              <a:defRPr sz="1550">
                <a:solidFill>
                  <a:srgbClr val="F8FAFC"/>
                </a:solidFill>
                <a:latin typeface="Segoe UI"/>
              </a:defRPr>
            </a:pPr>
            <a:r>
              <a:t>•  4. Right-click your finished image inside the Save Image node and click 'Save Image' to download it.</a:t>
            </a:r>
          </a:p>
          <a:p>
            <a:pPr>
              <a:spcAft>
                <a:spcPts val="1000"/>
              </a:spcAft>
              <a:defRPr sz="1550">
                <a:solidFill>
                  <a:srgbClr val="F8FAFC"/>
                </a:solidFill>
                <a:latin typeface="Segoe UI"/>
              </a:defRPr>
            </a:pPr>
            <a:r>
              <a:t>•  5. Remember: Google Colab deletes temporary cloud files when your session ends—always save your favorite images!</a:t>
            </a:r>
          </a:p>
        </p:txBody>
      </p:sp>
      <p:sp>
        <p:nvSpPr>
          <p:cNvPr id="10" name="Rounded Rectangle 6">
            <a:extLst>
              <a:ext uri="{FF2B5EF4-FFF2-40B4-BE49-F238E27FC236}">
                <a16:creationId xmlns:a16="http://schemas.microsoft.com/office/drawing/2014/main" id="{11C8B51C-8527-FE4E-99C8-5EAAF19F3E1A}"/>
              </a:ext>
            </a:extLst>
          </p:cNvPr>
          <p:cNvSpPr/>
          <p:nvPr/>
        </p:nvSpPr>
        <p:spPr>
          <a:xfrm>
            <a:off x="548640" y="5994296"/>
            <a:ext cx="11064240" cy="822960"/>
          </a:xfrm>
          <a:prstGeom prst="roundRect">
            <a:avLst>
              <a:gd name="adj" fmla="val 6000"/>
            </a:avLst>
          </a:prstGeom>
          <a:solidFill>
            <a:srgbClr val="090D16"/>
          </a:solidFill>
          <a:ln w="1587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ECA8621-F2B9-926A-A34E-154C48AA2854}"/>
              </a:ext>
            </a:extLst>
          </p:cNvPr>
          <p:cNvSpPr txBox="1"/>
          <p:nvPr/>
        </p:nvSpPr>
        <p:spPr>
          <a:xfrm>
            <a:off x="731520" y="6104024"/>
            <a:ext cx="10698480" cy="603504"/>
          </a:xfrm>
          <a:prstGeom prst="rect">
            <a:avLst/>
          </a:prstGeom>
          <a:noFill/>
        </p:spPr>
        <p:txBody>
          <a:bodyPr wrap="square">
            <a:spAutoFit/>
          </a:bodyPr>
          <a:lstStyle/>
          <a:p>
            <a:pPr>
              <a:defRPr sz="1400">
                <a:solidFill>
                  <a:srgbClr val="4ADE80"/>
                </a:solidFill>
                <a:latin typeface="Consolas"/>
              </a:defRPr>
            </a:pPr>
            <a:r>
              <a:t>Node Pipeline:  [Load Checkpoint] ➔ [CLIP Text Encode] ➔ [KSampler] ➔ [VAE Decode] ➔ [Save Image]</a:t>
            </a:r>
          </a:p>
        </p:txBody>
      </p:sp>
    </p:spTree>
    <p:extLst>
      <p:ext uri="{BB962C8B-B14F-4D97-AF65-F5344CB8AC3E}">
        <p14:creationId xmlns:p14="http://schemas.microsoft.com/office/powerpoint/2010/main" val="3026626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B584D8-DED6-01CA-A309-BB4BCAF8AE83}"/>
              </a:ext>
            </a:extLst>
          </p:cNvPr>
          <p:cNvSpPr>
            <a:spLocks noGrp="1"/>
          </p:cNvSpPr>
          <p:nvPr>
            <p:ph type="sldNum" sz="quarter" idx="12"/>
          </p:nvPr>
        </p:nvSpPr>
        <p:spPr>
          <a:xfrm>
            <a:off x="9461626" y="6559905"/>
            <a:ext cx="2743200" cy="297633"/>
          </a:xfrm>
        </p:spPr>
        <p:txBody>
          <a:bodyPr/>
          <a:lstStyle/>
          <a:p>
            <a:fld id="{2B7B873C-A46E-4878-A014-BF36A57BE664}" type="slidenum">
              <a:rPr lang="en-US" smtClean="0"/>
              <a:pPr/>
              <a:t>10</a:t>
            </a:fld>
            <a:endParaRPr lang="en-US" dirty="0"/>
          </a:p>
        </p:txBody>
      </p:sp>
      <p:sp>
        <p:nvSpPr>
          <p:cNvPr id="4" name="Title 3">
            <a:extLst>
              <a:ext uri="{FF2B5EF4-FFF2-40B4-BE49-F238E27FC236}">
                <a16:creationId xmlns:a16="http://schemas.microsoft.com/office/drawing/2014/main" id="{87EF8E6C-6CE2-162F-630B-B47A5E48ECED}"/>
              </a:ext>
            </a:extLst>
          </p:cNvPr>
          <p:cNvSpPr>
            <a:spLocks noGrp="1"/>
          </p:cNvSpPr>
          <p:nvPr>
            <p:ph type="title"/>
          </p:nvPr>
        </p:nvSpPr>
        <p:spPr/>
        <p:txBody>
          <a:bodyPr/>
          <a:lstStyle/>
          <a:p>
            <a:r>
              <a:rPr lang="en-HK" dirty="0" err="1"/>
              <a:t>ComfyUI</a:t>
            </a:r>
            <a:r>
              <a:rPr lang="en-HK" dirty="0"/>
              <a:t> – Text to Image</a:t>
            </a:r>
          </a:p>
        </p:txBody>
      </p:sp>
      <p:sp>
        <p:nvSpPr>
          <p:cNvPr id="5" name="Rounded Rectangle 1">
            <a:extLst>
              <a:ext uri="{FF2B5EF4-FFF2-40B4-BE49-F238E27FC236}">
                <a16:creationId xmlns:a16="http://schemas.microsoft.com/office/drawing/2014/main" id="{5C32E2AE-129F-6C14-9AF2-DA11A291B54A}"/>
              </a:ext>
            </a:extLst>
          </p:cNvPr>
          <p:cNvSpPr/>
          <p:nvPr/>
        </p:nvSpPr>
        <p:spPr>
          <a:xfrm>
            <a:off x="548640" y="1199133"/>
            <a:ext cx="1645920" cy="384048"/>
          </a:xfrm>
          <a:prstGeom prst="roundRect">
            <a:avLst>
              <a:gd name="adj" fmla="val 50000"/>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300" b="1">
                <a:solidFill>
                  <a:srgbClr val="0F172A"/>
                </a:solidFill>
                <a:latin typeface="Segoe UI"/>
              </a:defRPr>
            </a:pPr>
            <a:r>
              <a:t>FAQ</a:t>
            </a:r>
          </a:p>
        </p:txBody>
      </p:sp>
      <p:sp>
        <p:nvSpPr>
          <p:cNvPr id="6" name="TextBox 5">
            <a:extLst>
              <a:ext uri="{FF2B5EF4-FFF2-40B4-BE49-F238E27FC236}">
                <a16:creationId xmlns:a16="http://schemas.microsoft.com/office/drawing/2014/main" id="{287DFB5C-7148-2BB8-B59C-BBCAB0A2C711}"/>
              </a:ext>
            </a:extLst>
          </p:cNvPr>
          <p:cNvSpPr txBox="1"/>
          <p:nvPr/>
        </p:nvSpPr>
        <p:spPr>
          <a:xfrm>
            <a:off x="2331720" y="1107693"/>
            <a:ext cx="9326880" cy="523220"/>
          </a:xfrm>
          <a:prstGeom prst="rect">
            <a:avLst/>
          </a:prstGeom>
          <a:noFill/>
        </p:spPr>
        <p:txBody>
          <a:bodyPr wrap="square">
            <a:spAutoFit/>
          </a:bodyPr>
          <a:lstStyle/>
          <a:p>
            <a:pPr>
              <a:defRPr sz="2800" b="1">
                <a:solidFill>
                  <a:srgbClr val="F8FAFC"/>
                </a:solidFill>
                <a:latin typeface="Segoe UI"/>
              </a:defRPr>
            </a:pPr>
            <a:r>
              <a:rPr dirty="0">
                <a:solidFill>
                  <a:schemeClr val="tx1">
                    <a:lumMod val="95000"/>
                    <a:lumOff val="5000"/>
                  </a:schemeClr>
                </a:solidFill>
              </a:rPr>
              <a:t>Common Issues &amp; Quick Fixes</a:t>
            </a:r>
          </a:p>
        </p:txBody>
      </p:sp>
      <p:sp>
        <p:nvSpPr>
          <p:cNvPr id="7" name="TextBox 6">
            <a:extLst>
              <a:ext uri="{FF2B5EF4-FFF2-40B4-BE49-F238E27FC236}">
                <a16:creationId xmlns:a16="http://schemas.microsoft.com/office/drawing/2014/main" id="{8DBE782A-7A8D-CD92-6FC2-31DBCED16A6E}"/>
              </a:ext>
            </a:extLst>
          </p:cNvPr>
          <p:cNvSpPr txBox="1"/>
          <p:nvPr/>
        </p:nvSpPr>
        <p:spPr>
          <a:xfrm>
            <a:off x="548640" y="1702053"/>
            <a:ext cx="11064240" cy="411480"/>
          </a:xfrm>
          <a:prstGeom prst="rect">
            <a:avLst/>
          </a:prstGeom>
          <a:noFill/>
        </p:spPr>
        <p:txBody>
          <a:bodyPr wrap="square">
            <a:spAutoFit/>
          </a:bodyPr>
          <a:lstStyle/>
          <a:p>
            <a:pPr>
              <a:defRPr sz="1600">
                <a:solidFill>
                  <a:srgbClr val="94A3B8"/>
                </a:solidFill>
                <a:latin typeface="Segoe UI"/>
              </a:defRPr>
            </a:pPr>
            <a:r>
              <a:t>What to do if you run into an error during the workshop.</a:t>
            </a:r>
          </a:p>
        </p:txBody>
      </p:sp>
      <p:sp>
        <p:nvSpPr>
          <p:cNvPr id="8" name="Rounded Rectangle 4">
            <a:extLst>
              <a:ext uri="{FF2B5EF4-FFF2-40B4-BE49-F238E27FC236}">
                <a16:creationId xmlns:a16="http://schemas.microsoft.com/office/drawing/2014/main" id="{5498BA6C-9899-163F-D0D0-F2E86CFE3C21}"/>
              </a:ext>
            </a:extLst>
          </p:cNvPr>
          <p:cNvSpPr/>
          <p:nvPr/>
        </p:nvSpPr>
        <p:spPr>
          <a:xfrm>
            <a:off x="548640" y="2296413"/>
            <a:ext cx="5349240" cy="4389120"/>
          </a:xfrm>
          <a:prstGeom prst="roundRect">
            <a:avLst>
              <a:gd name="adj" fmla="val 4000"/>
            </a:avLst>
          </a:prstGeom>
          <a:solidFill>
            <a:srgbClr val="1E293B"/>
          </a:solidFill>
          <a:ln w="222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7CC6EBD7-04C8-3765-87DD-1FCB30401BE7}"/>
              </a:ext>
            </a:extLst>
          </p:cNvPr>
          <p:cNvSpPr txBox="1"/>
          <p:nvPr/>
        </p:nvSpPr>
        <p:spPr>
          <a:xfrm>
            <a:off x="777240" y="2479292"/>
            <a:ext cx="4892040" cy="4023359"/>
          </a:xfrm>
          <a:prstGeom prst="rect">
            <a:avLst/>
          </a:prstGeom>
          <a:noFill/>
        </p:spPr>
        <p:txBody>
          <a:bodyPr wrap="square">
            <a:spAutoFit/>
          </a:bodyPr>
          <a:lstStyle/>
          <a:p>
            <a:pPr>
              <a:spcAft>
                <a:spcPts val="1200"/>
              </a:spcAft>
              <a:defRPr sz="2000" b="1">
                <a:solidFill>
                  <a:srgbClr val="FBBF24"/>
                </a:solidFill>
                <a:latin typeface="Segoe UI"/>
              </a:defRPr>
            </a:pPr>
            <a:r>
              <a:t>🛠️ JSON &amp; Web Link Issues</a:t>
            </a:r>
          </a:p>
          <a:p>
            <a:pPr>
              <a:spcAft>
                <a:spcPts val="1000"/>
              </a:spcAft>
              <a:defRPr sz="1550">
                <a:solidFill>
                  <a:srgbClr val="F8FAFC"/>
                </a:solidFill>
                <a:latin typeface="Segoe UI"/>
              </a:defRPr>
            </a:pPr>
            <a:r>
              <a:t>•  Error: 'SyntaxError / Invalid JSON' when loading t2i.json ➔ Open t2i.json on GitHub and click the 'Download raw file' (⬇) icon.</a:t>
            </a:r>
          </a:p>
          <a:p>
            <a:pPr>
              <a:spcAft>
                <a:spcPts val="1000"/>
              </a:spcAft>
              <a:defRPr sz="1550">
                <a:solidFill>
                  <a:srgbClr val="F8FAFC"/>
                </a:solidFill>
                <a:latin typeface="Segoe UI"/>
              </a:defRPr>
            </a:pPr>
            <a:r>
              <a:t>•  Error: '502 Bad Gateway' on .trycloudflare.com ➔ Wait 15–20 seconds until Colab says 'To see the GUI go to: http://127.0.0.1:8188', then refresh.</a:t>
            </a:r>
          </a:p>
        </p:txBody>
      </p:sp>
      <p:sp>
        <p:nvSpPr>
          <p:cNvPr id="10" name="Rounded Rectangle 6">
            <a:extLst>
              <a:ext uri="{FF2B5EF4-FFF2-40B4-BE49-F238E27FC236}">
                <a16:creationId xmlns:a16="http://schemas.microsoft.com/office/drawing/2014/main" id="{2E384C7B-733E-ECE9-1331-277C3EF9F1D7}"/>
              </a:ext>
            </a:extLst>
          </p:cNvPr>
          <p:cNvSpPr/>
          <p:nvPr/>
        </p:nvSpPr>
        <p:spPr>
          <a:xfrm>
            <a:off x="6263640" y="2296413"/>
            <a:ext cx="5349240" cy="4389120"/>
          </a:xfrm>
          <a:prstGeom prst="roundRect">
            <a:avLst>
              <a:gd name="adj" fmla="val 4000"/>
            </a:avLst>
          </a:prstGeom>
          <a:solidFill>
            <a:srgbClr val="1E293B"/>
          </a:solidFill>
          <a:ln w="222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4BA40F3-4619-0B87-D0AE-8054F32CB8AA}"/>
              </a:ext>
            </a:extLst>
          </p:cNvPr>
          <p:cNvSpPr txBox="1"/>
          <p:nvPr/>
        </p:nvSpPr>
        <p:spPr>
          <a:xfrm>
            <a:off x="6492240" y="2479292"/>
            <a:ext cx="4892040" cy="4023359"/>
          </a:xfrm>
          <a:prstGeom prst="rect">
            <a:avLst/>
          </a:prstGeom>
          <a:noFill/>
        </p:spPr>
        <p:txBody>
          <a:bodyPr wrap="square">
            <a:spAutoFit/>
          </a:bodyPr>
          <a:lstStyle/>
          <a:p>
            <a:pPr>
              <a:spcAft>
                <a:spcPts val="1200"/>
              </a:spcAft>
              <a:defRPr sz="2000" b="1">
                <a:solidFill>
                  <a:srgbClr val="38BDF8"/>
                </a:solidFill>
                <a:latin typeface="Segoe UI"/>
              </a:defRPr>
            </a:pPr>
            <a:r>
              <a:t>🔋 Google Colab GPU Quota Tips</a:t>
            </a:r>
          </a:p>
          <a:p>
            <a:pPr>
              <a:spcAft>
                <a:spcPts val="1000"/>
              </a:spcAft>
              <a:defRPr sz="1550">
                <a:solidFill>
                  <a:srgbClr val="F8FAFC"/>
                </a:solidFill>
                <a:latin typeface="Segoe UI"/>
              </a:defRPr>
            </a:pPr>
            <a:r>
              <a:t>•  Error: 'Cannot connect to GPU backend' ➔ Terminate other open Colab sessions via Runtime ➔ Manage sessions, or switch Google accounts.</a:t>
            </a:r>
          </a:p>
          <a:p>
            <a:pPr>
              <a:spcAft>
                <a:spcPts val="1000"/>
              </a:spcAft>
              <a:defRPr sz="1550">
                <a:solidFill>
                  <a:srgbClr val="F8FAFC"/>
                </a:solidFill>
                <a:latin typeface="Segoe UI"/>
              </a:defRPr>
            </a:pPr>
            <a:r>
              <a:t>•  When finished with the workshop ➔ Click Runtime ➔ Disconnect and delete runtime to preserve your free daily GPU quota!</a:t>
            </a:r>
          </a:p>
        </p:txBody>
      </p:sp>
    </p:spTree>
    <p:extLst>
      <p:ext uri="{BB962C8B-B14F-4D97-AF65-F5344CB8AC3E}">
        <p14:creationId xmlns:p14="http://schemas.microsoft.com/office/powerpoint/2010/main" val="3492640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11</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6" name="Rounded Rectangle 2">
            <a:extLst>
              <a:ext uri="{FF2B5EF4-FFF2-40B4-BE49-F238E27FC236}">
                <a16:creationId xmlns:a16="http://schemas.microsoft.com/office/drawing/2014/main" id="{52FB6BB2-EAF5-7531-6172-129ACBD63505}"/>
              </a:ext>
            </a:extLst>
          </p:cNvPr>
          <p:cNvSpPr/>
          <p:nvPr/>
        </p:nvSpPr>
        <p:spPr>
          <a:xfrm>
            <a:off x="548640" y="918192"/>
            <a:ext cx="6583680" cy="347472"/>
          </a:xfrm>
          <a:prstGeom prst="roundRect">
            <a:avLst>
              <a:gd name="adj" fmla="val 50000"/>
            </a:avLst>
          </a:prstGeom>
          <a:solidFill>
            <a:srgbClr val="242C3E"/>
          </a:solidFill>
          <a:ln>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ED5B7"/>
                </a:solidFill>
                <a:latin typeface="Segoe UI"/>
              </a:defRPr>
            </a:pPr>
            <a:r>
              <a:t>GEN AI 2ND MAJOR WORKSHOP • GOOGLE COLAB (T4 16GB GPU) + COMFYUI</a:t>
            </a:r>
          </a:p>
        </p:txBody>
      </p:sp>
      <p:sp>
        <p:nvSpPr>
          <p:cNvPr id="7" name="TextBox 6">
            <a:extLst>
              <a:ext uri="{FF2B5EF4-FFF2-40B4-BE49-F238E27FC236}">
                <a16:creationId xmlns:a16="http://schemas.microsoft.com/office/drawing/2014/main" id="{A2F01AC9-93E2-E3F9-7913-482B369A0280}"/>
              </a:ext>
            </a:extLst>
          </p:cNvPr>
          <p:cNvSpPr txBox="1"/>
          <p:nvPr/>
        </p:nvSpPr>
        <p:spPr>
          <a:xfrm>
            <a:off x="548640" y="1375392"/>
            <a:ext cx="6766560" cy="1169551"/>
          </a:xfrm>
          <a:prstGeom prst="rect">
            <a:avLst/>
          </a:prstGeom>
          <a:noFill/>
        </p:spPr>
        <p:txBody>
          <a:bodyPr wrap="square" lIns="0" tIns="0" rIns="0" bIns="0">
            <a:spAutoFit/>
          </a:bodyPr>
          <a:lstStyle/>
          <a:p>
            <a:pPr>
              <a:defRPr sz="3800" b="1">
                <a:solidFill>
                  <a:srgbClr val="F5F7FA"/>
                </a:solidFill>
                <a:latin typeface="Segoe UI"/>
              </a:defRPr>
            </a:pPr>
            <a:r>
              <a:rPr dirty="0" err="1">
                <a:solidFill>
                  <a:schemeClr val="tx1">
                    <a:lumMod val="95000"/>
                    <a:lumOff val="5000"/>
                  </a:schemeClr>
                </a:solidFill>
              </a:rPr>
              <a:t>ComfyUI</a:t>
            </a:r>
            <a:r>
              <a:rPr dirty="0">
                <a:solidFill>
                  <a:schemeClr val="tx1">
                    <a:lumMod val="95000"/>
                    <a:lumOff val="5000"/>
                  </a:schemeClr>
                </a:solidFill>
              </a:rPr>
              <a:t> Text-to-Image</a:t>
            </a:r>
            <a:br>
              <a:rPr dirty="0">
                <a:solidFill>
                  <a:schemeClr val="tx1">
                    <a:lumMod val="95000"/>
                    <a:lumOff val="5000"/>
                  </a:schemeClr>
                </a:solidFill>
              </a:rPr>
            </a:br>
            <a:r>
              <a:rPr dirty="0">
                <a:solidFill>
                  <a:schemeClr val="tx1">
                    <a:lumMod val="95000"/>
                    <a:lumOff val="5000"/>
                  </a:schemeClr>
                </a:solidFill>
              </a:rPr>
              <a:t>Workflow Guide</a:t>
            </a:r>
          </a:p>
        </p:txBody>
      </p:sp>
      <p:sp>
        <p:nvSpPr>
          <p:cNvPr id="8" name="Rounded Rectangle 4">
            <a:extLst>
              <a:ext uri="{FF2B5EF4-FFF2-40B4-BE49-F238E27FC236}">
                <a16:creationId xmlns:a16="http://schemas.microsoft.com/office/drawing/2014/main" id="{8E09B6E0-361A-3BFB-7030-9EC704F16F9B}"/>
              </a:ext>
            </a:extLst>
          </p:cNvPr>
          <p:cNvSpPr/>
          <p:nvPr/>
        </p:nvSpPr>
        <p:spPr>
          <a:xfrm>
            <a:off x="548640" y="2801856"/>
            <a:ext cx="6720840" cy="2029968"/>
          </a:xfrm>
          <a:prstGeom prst="roundRect">
            <a:avLst>
              <a:gd name="adj" fmla="val 4000"/>
            </a:avLst>
          </a:prstGeom>
          <a:solidFill>
            <a:srgbClr val="242C3E"/>
          </a:solidFill>
          <a:ln w="15240">
            <a:solidFill>
              <a:srgbClr val="FFCC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5">
            <a:extLst>
              <a:ext uri="{FF2B5EF4-FFF2-40B4-BE49-F238E27FC236}">
                <a16:creationId xmlns:a16="http://schemas.microsoft.com/office/drawing/2014/main" id="{5329CCD1-CAF1-59AD-E216-AD5248299F58}"/>
              </a:ext>
            </a:extLst>
          </p:cNvPr>
          <p:cNvSpPr/>
          <p:nvPr/>
        </p:nvSpPr>
        <p:spPr>
          <a:xfrm>
            <a:off x="548640" y="2801856"/>
            <a:ext cx="6720840" cy="38404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TODAY'S WORKSHOP AGENDA &amp; MISSION</a:t>
            </a:r>
          </a:p>
        </p:txBody>
      </p:sp>
      <p:sp>
        <p:nvSpPr>
          <p:cNvPr id="10" name="TextBox 9">
            <a:extLst>
              <a:ext uri="{FF2B5EF4-FFF2-40B4-BE49-F238E27FC236}">
                <a16:creationId xmlns:a16="http://schemas.microsoft.com/office/drawing/2014/main" id="{6431C990-2908-D792-CFE8-6B5BC5C4422E}"/>
              </a:ext>
            </a:extLst>
          </p:cNvPr>
          <p:cNvSpPr txBox="1"/>
          <p:nvPr/>
        </p:nvSpPr>
        <p:spPr>
          <a:xfrm>
            <a:off x="731520" y="3259056"/>
            <a:ext cx="6355080" cy="1508760"/>
          </a:xfrm>
          <a:prstGeom prst="rect">
            <a:avLst/>
          </a:prstGeom>
          <a:noFill/>
        </p:spPr>
        <p:txBody>
          <a:bodyPr wrap="square" lIns="0" tIns="0" rIns="0" bIns="0">
            <a:spAutoFit/>
          </a:bodyPr>
          <a:lstStyle/>
          <a:p>
            <a:pPr>
              <a:spcAft>
                <a:spcPts val="500"/>
              </a:spcAft>
            </a:pPr>
            <a:r>
              <a:rPr sz="1150" b="1">
                <a:solidFill>
                  <a:srgbClr val="FFCC4D"/>
                </a:solidFill>
                <a:latin typeface="Segoe UI"/>
              </a:rPr>
              <a:t>▸ 1. Cloud Runtime Environment: </a:t>
            </a:r>
            <a:r>
              <a:rPr sz="1150">
                <a:solidFill>
                  <a:srgbClr val="F5F7FA"/>
                </a:solidFill>
                <a:latin typeface="Segoe UI"/>
              </a:rPr>
              <a:t>Use Google Colab (T4 GPU with 16GB VRAM) as our runtime environment to launch and execute ComfyUI in the browser—no local installation or expensive PC required.</a:t>
            </a:r>
          </a:p>
          <a:p>
            <a:pPr>
              <a:spcAft>
                <a:spcPts val="500"/>
              </a:spcAft>
            </a:pPr>
            <a:r>
              <a:rPr sz="1150" b="1">
                <a:solidFill>
                  <a:srgbClr val="2ED5B7"/>
                </a:solidFill>
                <a:latin typeface="Segoe UI"/>
              </a:rPr>
              <a:t>▸ 2. Why ComfyUI over Python?: </a:t>
            </a:r>
            <a:r>
              <a:rPr sz="1150">
                <a:solidFill>
                  <a:srgbClr val="F5F7FA"/>
                </a:solidFill>
                <a:latin typeface="Segoe UI"/>
              </a:rPr>
              <a:t>Understand how visual node-based programming empowers students from all backgrounds (both non-computing and computing majors) to build AI pipelines without coding barriers.</a:t>
            </a:r>
          </a:p>
          <a:p>
            <a:pPr>
              <a:spcAft>
                <a:spcPts val="500"/>
              </a:spcAft>
            </a:pPr>
            <a:r>
              <a:rPr sz="1150" b="1">
                <a:solidFill>
                  <a:srgbClr val="48CF85"/>
                </a:solidFill>
                <a:latin typeface="Segoe UI"/>
              </a:rPr>
              <a:t>▸ 3. Build Text-to-Image Workflow: </a:t>
            </a:r>
            <a:r>
              <a:rPr sz="1150">
                <a:solidFill>
                  <a:srgbClr val="F5F7FA"/>
                </a:solidFill>
                <a:latin typeface="Segoe UI"/>
              </a:rPr>
              <a:t>Construct, understand, and customize a complete Stable Diffusion 1.5 Text-to-Image node workflow from scratch.</a:t>
            </a:r>
          </a:p>
        </p:txBody>
      </p:sp>
      <p:sp>
        <p:nvSpPr>
          <p:cNvPr id="11" name="Rounded Rectangle 7">
            <a:extLst>
              <a:ext uri="{FF2B5EF4-FFF2-40B4-BE49-F238E27FC236}">
                <a16:creationId xmlns:a16="http://schemas.microsoft.com/office/drawing/2014/main" id="{E3311DAD-DD0F-4780-28E6-E017E8854B9F}"/>
              </a:ext>
            </a:extLst>
          </p:cNvPr>
          <p:cNvSpPr/>
          <p:nvPr/>
        </p:nvSpPr>
        <p:spPr>
          <a:xfrm>
            <a:off x="7498079" y="918192"/>
            <a:ext cx="4142232" cy="3913632"/>
          </a:xfrm>
          <a:prstGeom prst="roundRect">
            <a:avLst>
              <a:gd name="adj" fmla="val 4000"/>
            </a:avLst>
          </a:prstGeom>
          <a:solidFill>
            <a:srgbClr val="242C3E"/>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8">
            <a:extLst>
              <a:ext uri="{FF2B5EF4-FFF2-40B4-BE49-F238E27FC236}">
                <a16:creationId xmlns:a16="http://schemas.microsoft.com/office/drawing/2014/main" id="{8EFA038C-3436-58FA-D2C0-2445D0BC42F4}"/>
              </a:ext>
            </a:extLst>
          </p:cNvPr>
          <p:cNvSpPr/>
          <p:nvPr/>
        </p:nvSpPr>
        <p:spPr>
          <a:xfrm>
            <a:off x="7498079" y="918192"/>
            <a:ext cx="4142232" cy="384048"/>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TODAY'S EXECUTION FLOW (COLAB ➔ COMFYUI)</a:t>
            </a:r>
          </a:p>
        </p:txBody>
      </p:sp>
      <p:sp>
        <p:nvSpPr>
          <p:cNvPr id="13" name="Rounded Rectangle 9">
            <a:extLst>
              <a:ext uri="{FF2B5EF4-FFF2-40B4-BE49-F238E27FC236}">
                <a16:creationId xmlns:a16="http://schemas.microsoft.com/office/drawing/2014/main" id="{D0015D43-C00B-5772-C2C7-A9A0FA552F0E}"/>
              </a:ext>
            </a:extLst>
          </p:cNvPr>
          <p:cNvSpPr/>
          <p:nvPr/>
        </p:nvSpPr>
        <p:spPr>
          <a:xfrm>
            <a:off x="7726679" y="1466832"/>
            <a:ext cx="3685032" cy="658368"/>
          </a:xfrm>
          <a:prstGeom prst="roundRect">
            <a:avLst/>
          </a:prstGeom>
          <a:solidFill>
            <a:srgbClr val="1C2230"/>
          </a:solidFill>
          <a:ln w="19050">
            <a:solidFill>
              <a:srgbClr val="FFCC4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FFCC4D"/>
                </a:solidFill>
                <a:latin typeface="Segoe UI"/>
              </a:defRPr>
            </a:pPr>
            <a:r>
              <a:t>1. Google Colab Runtime (T4 16GB)</a:t>
            </a:r>
          </a:p>
          <a:p>
            <a:pPr algn="ctr">
              <a:defRPr sz="950">
                <a:solidFill>
                  <a:srgbClr val="A8B3CF"/>
                </a:solidFill>
                <a:latin typeface="Segoe UI"/>
              </a:defRPr>
            </a:pPr>
            <a:r>
              <a:t>Cloud GPU environment executes Python &amp; CUDA</a:t>
            </a:r>
          </a:p>
        </p:txBody>
      </p:sp>
      <p:sp>
        <p:nvSpPr>
          <p:cNvPr id="14" name="Rounded Rectangle 10">
            <a:extLst>
              <a:ext uri="{FF2B5EF4-FFF2-40B4-BE49-F238E27FC236}">
                <a16:creationId xmlns:a16="http://schemas.microsoft.com/office/drawing/2014/main" id="{98BF5D0B-27DA-CC40-7953-11ADB57F9996}"/>
              </a:ext>
            </a:extLst>
          </p:cNvPr>
          <p:cNvSpPr/>
          <p:nvPr/>
        </p:nvSpPr>
        <p:spPr>
          <a:xfrm>
            <a:off x="7726679" y="2271504"/>
            <a:ext cx="3685032" cy="658368"/>
          </a:xfrm>
          <a:prstGeom prst="roundRect">
            <a:avLst/>
          </a:prstGeom>
          <a:solidFill>
            <a:srgbClr val="1C2230"/>
          </a:solidFill>
          <a:ln w="19050">
            <a:solidFill>
              <a:srgbClr val="4C9A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4C9AFF"/>
                </a:solidFill>
                <a:latin typeface="Segoe UI"/>
              </a:defRPr>
            </a:pPr>
            <a:r>
              <a:t>2. Launch ComfyUI Server</a:t>
            </a:r>
          </a:p>
          <a:p>
            <a:pPr algn="ctr">
              <a:defRPr sz="950">
                <a:solidFill>
                  <a:srgbClr val="A8B3CF"/>
                </a:solidFill>
                <a:latin typeface="Segoe UI"/>
              </a:defRPr>
            </a:pPr>
            <a:r>
              <a:t>Run Colab cell &amp; open public Web UI link</a:t>
            </a:r>
          </a:p>
        </p:txBody>
      </p:sp>
      <p:sp>
        <p:nvSpPr>
          <p:cNvPr id="15" name="Rounded Rectangle 11">
            <a:extLst>
              <a:ext uri="{FF2B5EF4-FFF2-40B4-BE49-F238E27FC236}">
                <a16:creationId xmlns:a16="http://schemas.microsoft.com/office/drawing/2014/main" id="{C5DFFD7E-6FAE-184F-CED2-C7DC80B4AFC2}"/>
              </a:ext>
            </a:extLst>
          </p:cNvPr>
          <p:cNvSpPr/>
          <p:nvPr/>
        </p:nvSpPr>
        <p:spPr>
          <a:xfrm>
            <a:off x="7726679" y="3076176"/>
            <a:ext cx="3685032" cy="658368"/>
          </a:xfrm>
          <a:prstGeom prst="roundRect">
            <a:avLst/>
          </a:prstGeom>
          <a:solidFill>
            <a:srgbClr val="1C2230"/>
          </a:solidFill>
          <a:ln w="19050">
            <a:solidFill>
              <a:srgbClr val="2ED5B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2ED5B7"/>
                </a:solidFill>
                <a:latin typeface="Segoe UI"/>
              </a:defRPr>
            </a:pPr>
            <a:r>
              <a:t>3. Build Text-to-Image Node Graph</a:t>
            </a:r>
          </a:p>
          <a:p>
            <a:pPr algn="ctr">
              <a:defRPr sz="950">
                <a:solidFill>
                  <a:srgbClr val="A8B3CF"/>
                </a:solidFill>
                <a:latin typeface="Segoe UI"/>
              </a:defRPr>
            </a:pPr>
            <a:r>
              <a:t>Wire Checkpoint, CLIP, Latent, KSampler &amp; VAE</a:t>
            </a:r>
          </a:p>
        </p:txBody>
      </p:sp>
      <p:sp>
        <p:nvSpPr>
          <p:cNvPr id="16" name="Rounded Rectangle 12">
            <a:extLst>
              <a:ext uri="{FF2B5EF4-FFF2-40B4-BE49-F238E27FC236}">
                <a16:creationId xmlns:a16="http://schemas.microsoft.com/office/drawing/2014/main" id="{7FC45888-FCFB-183C-1E11-231E028BE7D5}"/>
              </a:ext>
            </a:extLst>
          </p:cNvPr>
          <p:cNvSpPr/>
          <p:nvPr/>
        </p:nvSpPr>
        <p:spPr>
          <a:xfrm>
            <a:off x="7726679" y="3880848"/>
            <a:ext cx="3685032" cy="658368"/>
          </a:xfrm>
          <a:prstGeom prst="roundRect">
            <a:avLst/>
          </a:prstGeom>
          <a:solidFill>
            <a:srgbClr val="1C2230"/>
          </a:solidFill>
          <a:ln w="19050">
            <a:solidFill>
              <a:srgbClr val="48CF8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48CF85"/>
                </a:solidFill>
                <a:latin typeface="Segoe UI"/>
              </a:defRPr>
            </a:pPr>
            <a:r>
              <a:t>4. Generate &amp; Export AI Artwork</a:t>
            </a:r>
          </a:p>
          <a:p>
            <a:pPr algn="ctr">
              <a:defRPr sz="950">
                <a:solidFill>
                  <a:srgbClr val="A8B3CF"/>
                </a:solidFill>
                <a:latin typeface="Segoe UI"/>
              </a:defRPr>
            </a:pPr>
            <a:r>
              <a:t>Queue Prompt (Ctrl+Enter) &amp; save workflow PNG</a:t>
            </a:r>
          </a:p>
        </p:txBody>
      </p:sp>
      <p:sp>
        <p:nvSpPr>
          <p:cNvPr id="17" name="Rounded Rectangle 13">
            <a:extLst>
              <a:ext uri="{FF2B5EF4-FFF2-40B4-BE49-F238E27FC236}">
                <a16:creationId xmlns:a16="http://schemas.microsoft.com/office/drawing/2014/main" id="{61908315-74E2-ACE7-05B2-819A6D20CB66}"/>
              </a:ext>
            </a:extLst>
          </p:cNvPr>
          <p:cNvSpPr/>
          <p:nvPr/>
        </p:nvSpPr>
        <p:spPr>
          <a:xfrm>
            <a:off x="548640" y="5060424"/>
            <a:ext cx="2651760" cy="1783080"/>
          </a:xfrm>
          <a:prstGeom prst="roundRect">
            <a:avLst>
              <a:gd name="adj" fmla="val 4000"/>
            </a:avLst>
          </a:prstGeom>
          <a:solidFill>
            <a:srgbClr val="1C2230"/>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0D4CD0CB-6675-81F2-08F3-AB83E96B6EAB}"/>
              </a:ext>
            </a:extLst>
          </p:cNvPr>
          <p:cNvSpPr txBox="1"/>
          <p:nvPr/>
        </p:nvSpPr>
        <p:spPr>
          <a:xfrm>
            <a:off x="713232" y="5197584"/>
            <a:ext cx="2322576" cy="1508760"/>
          </a:xfrm>
          <a:prstGeom prst="rect">
            <a:avLst/>
          </a:prstGeom>
          <a:noFill/>
        </p:spPr>
        <p:txBody>
          <a:bodyPr wrap="square">
            <a:spAutoFit/>
          </a:bodyPr>
          <a:lstStyle/>
          <a:p>
            <a:pPr>
              <a:defRPr sz="1500" b="1">
                <a:solidFill>
                  <a:srgbClr val="4C9AFF"/>
                </a:solidFill>
                <a:latin typeface="Consolas"/>
              </a:defRPr>
            </a:pPr>
            <a:r>
              <a:t>PART 01</a:t>
            </a:r>
          </a:p>
          <a:p>
            <a:pPr>
              <a:spcBef>
                <a:spcPts val="400"/>
              </a:spcBef>
              <a:defRPr sz="1350" b="1">
                <a:solidFill>
                  <a:srgbClr val="F5F7FA"/>
                </a:solidFill>
                <a:latin typeface="Segoe UI"/>
              </a:defRPr>
            </a:pPr>
            <a:r>
              <a:t>Why ComfyUI vs. Python?</a:t>
            </a:r>
          </a:p>
          <a:p>
            <a:pPr>
              <a:spcBef>
                <a:spcPts val="400"/>
              </a:spcBef>
              <a:defRPr sz="1100">
                <a:solidFill>
                  <a:srgbClr val="A8B3CF"/>
                </a:solidFill>
                <a:latin typeface="Segoe UI"/>
              </a:defRPr>
            </a:pPr>
            <a:r>
              <a:t>Benefits for non-computing &amp; 2nd-major students</a:t>
            </a:r>
          </a:p>
        </p:txBody>
      </p:sp>
      <p:sp>
        <p:nvSpPr>
          <p:cNvPr id="19" name="Rounded Rectangle 15">
            <a:extLst>
              <a:ext uri="{FF2B5EF4-FFF2-40B4-BE49-F238E27FC236}">
                <a16:creationId xmlns:a16="http://schemas.microsoft.com/office/drawing/2014/main" id="{7BD9BC7B-915F-D0C7-7A2A-1F4D8F40F008}"/>
              </a:ext>
            </a:extLst>
          </p:cNvPr>
          <p:cNvSpPr/>
          <p:nvPr/>
        </p:nvSpPr>
        <p:spPr>
          <a:xfrm>
            <a:off x="3364992" y="5060424"/>
            <a:ext cx="2651760" cy="1783080"/>
          </a:xfrm>
          <a:prstGeom prst="roundRect">
            <a:avLst>
              <a:gd name="adj" fmla="val 4000"/>
            </a:avLst>
          </a:prstGeom>
          <a:solidFill>
            <a:srgbClr val="1C2230"/>
          </a:solidFill>
          <a:ln w="15240">
            <a:solidFill>
              <a:srgbClr val="A5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844454BB-CCC0-AFFF-DB69-04C946468EC1}"/>
              </a:ext>
            </a:extLst>
          </p:cNvPr>
          <p:cNvSpPr txBox="1"/>
          <p:nvPr/>
        </p:nvSpPr>
        <p:spPr>
          <a:xfrm>
            <a:off x="3529584" y="5197584"/>
            <a:ext cx="2322576" cy="1508760"/>
          </a:xfrm>
          <a:prstGeom prst="rect">
            <a:avLst/>
          </a:prstGeom>
          <a:noFill/>
        </p:spPr>
        <p:txBody>
          <a:bodyPr wrap="square">
            <a:spAutoFit/>
          </a:bodyPr>
          <a:lstStyle/>
          <a:p>
            <a:pPr>
              <a:defRPr sz="1500" b="1">
                <a:solidFill>
                  <a:srgbClr val="A582FF"/>
                </a:solidFill>
                <a:latin typeface="Consolas"/>
              </a:defRPr>
            </a:pPr>
            <a:r>
              <a:t>PART 02</a:t>
            </a:r>
          </a:p>
          <a:p>
            <a:pPr>
              <a:spcBef>
                <a:spcPts val="400"/>
              </a:spcBef>
              <a:defRPr sz="1350" b="1">
                <a:solidFill>
                  <a:srgbClr val="F5F7FA"/>
                </a:solidFill>
                <a:latin typeface="Segoe UI"/>
              </a:defRPr>
            </a:pPr>
            <a:r>
              <a:t>Diffusion &amp; T2I Theory</a:t>
            </a:r>
          </a:p>
          <a:p>
            <a:pPr>
              <a:spcBef>
                <a:spcPts val="400"/>
              </a:spcBef>
              <a:defRPr sz="1100">
                <a:solidFill>
                  <a:srgbClr val="A8B3CF"/>
                </a:solidFill>
                <a:latin typeface="Segoe UI"/>
              </a:defRPr>
            </a:pPr>
            <a:r>
              <a:t>Artist (Model), Canvas (Latent), Prompts &amp; Denoising</a:t>
            </a:r>
          </a:p>
        </p:txBody>
      </p:sp>
      <p:sp>
        <p:nvSpPr>
          <p:cNvPr id="21" name="Rounded Rectangle 17">
            <a:extLst>
              <a:ext uri="{FF2B5EF4-FFF2-40B4-BE49-F238E27FC236}">
                <a16:creationId xmlns:a16="http://schemas.microsoft.com/office/drawing/2014/main" id="{F7CA6535-BDEC-F1EF-2B75-D4D8DDD75E68}"/>
              </a:ext>
            </a:extLst>
          </p:cNvPr>
          <p:cNvSpPr/>
          <p:nvPr/>
        </p:nvSpPr>
        <p:spPr>
          <a:xfrm>
            <a:off x="6181344" y="5060424"/>
            <a:ext cx="2651760" cy="1783080"/>
          </a:xfrm>
          <a:prstGeom prst="roundRect">
            <a:avLst>
              <a:gd name="adj" fmla="val 4000"/>
            </a:avLst>
          </a:prstGeom>
          <a:solidFill>
            <a:srgbClr val="1C2230"/>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9B96986C-588D-B930-68B2-B3ECCDBC4641}"/>
              </a:ext>
            </a:extLst>
          </p:cNvPr>
          <p:cNvSpPr txBox="1"/>
          <p:nvPr/>
        </p:nvSpPr>
        <p:spPr>
          <a:xfrm>
            <a:off x="6345936" y="5197584"/>
            <a:ext cx="2322576" cy="1508760"/>
          </a:xfrm>
          <a:prstGeom prst="rect">
            <a:avLst/>
          </a:prstGeom>
          <a:noFill/>
        </p:spPr>
        <p:txBody>
          <a:bodyPr wrap="square">
            <a:spAutoFit/>
          </a:bodyPr>
          <a:lstStyle/>
          <a:p>
            <a:pPr>
              <a:defRPr sz="1500" b="1">
                <a:solidFill>
                  <a:srgbClr val="2ED5B7"/>
                </a:solidFill>
                <a:latin typeface="Consolas"/>
              </a:defRPr>
            </a:pPr>
            <a:r>
              <a:t>PART 03</a:t>
            </a:r>
          </a:p>
          <a:p>
            <a:pPr>
              <a:spcBef>
                <a:spcPts val="400"/>
              </a:spcBef>
              <a:defRPr sz="1350" b="1">
                <a:solidFill>
                  <a:srgbClr val="F5F7FA"/>
                </a:solidFill>
                <a:latin typeface="Segoe UI"/>
              </a:defRPr>
            </a:pPr>
            <a:r>
              <a:t>Build T2I Node Workflow</a:t>
            </a:r>
          </a:p>
          <a:p>
            <a:pPr>
              <a:spcBef>
                <a:spcPts val="400"/>
              </a:spcBef>
              <a:defRPr sz="1100">
                <a:solidFill>
                  <a:srgbClr val="A8B3CF"/>
                </a:solidFill>
                <a:latin typeface="Segoe UI"/>
              </a:defRPr>
            </a:pPr>
            <a:r>
              <a:t>Hands-on Colab execution &amp; 6 core ComfyUI nodes</a:t>
            </a:r>
          </a:p>
        </p:txBody>
      </p:sp>
      <p:sp>
        <p:nvSpPr>
          <p:cNvPr id="23" name="Rounded Rectangle 19">
            <a:extLst>
              <a:ext uri="{FF2B5EF4-FFF2-40B4-BE49-F238E27FC236}">
                <a16:creationId xmlns:a16="http://schemas.microsoft.com/office/drawing/2014/main" id="{FAD259F7-AEB8-6D71-D7AC-4FEB366AF786}"/>
              </a:ext>
            </a:extLst>
          </p:cNvPr>
          <p:cNvSpPr/>
          <p:nvPr/>
        </p:nvSpPr>
        <p:spPr>
          <a:xfrm>
            <a:off x="8997696" y="5060424"/>
            <a:ext cx="2651760" cy="1783080"/>
          </a:xfrm>
          <a:prstGeom prst="roundRect">
            <a:avLst>
              <a:gd name="adj" fmla="val 4000"/>
            </a:avLst>
          </a:prstGeom>
          <a:solidFill>
            <a:srgbClr val="1C2230"/>
          </a:solidFill>
          <a:ln w="15240">
            <a:solidFill>
              <a:srgbClr val="FF6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28DABFA8-F75A-3EF7-5169-922DB7E8CE61}"/>
              </a:ext>
            </a:extLst>
          </p:cNvPr>
          <p:cNvSpPr txBox="1"/>
          <p:nvPr/>
        </p:nvSpPr>
        <p:spPr>
          <a:xfrm>
            <a:off x="9162288" y="5197584"/>
            <a:ext cx="2322576" cy="1508760"/>
          </a:xfrm>
          <a:prstGeom prst="rect">
            <a:avLst/>
          </a:prstGeom>
          <a:noFill/>
        </p:spPr>
        <p:txBody>
          <a:bodyPr wrap="square">
            <a:spAutoFit/>
          </a:bodyPr>
          <a:lstStyle/>
          <a:p>
            <a:pPr>
              <a:defRPr sz="1500" b="1">
                <a:solidFill>
                  <a:srgbClr val="FF6BB5"/>
                </a:solidFill>
                <a:latin typeface="Consolas"/>
              </a:defRPr>
            </a:pPr>
            <a:r>
              <a:t>PART 04</a:t>
            </a:r>
          </a:p>
          <a:p>
            <a:pPr>
              <a:spcBef>
                <a:spcPts val="400"/>
              </a:spcBef>
              <a:defRPr sz="1350" b="1">
                <a:solidFill>
                  <a:srgbClr val="F5F7FA"/>
                </a:solidFill>
                <a:latin typeface="Segoe UI"/>
              </a:defRPr>
            </a:pPr>
            <a:r>
              <a:t>Prompts &amp; Colab T4 VRAM</a:t>
            </a:r>
          </a:p>
          <a:p>
            <a:pPr>
              <a:spcBef>
                <a:spcPts val="400"/>
              </a:spcBef>
              <a:defRPr sz="1100">
                <a:solidFill>
                  <a:srgbClr val="A8B3CF"/>
                </a:solidFill>
                <a:latin typeface="Segoe UI"/>
              </a:defRPr>
            </a:pPr>
            <a:r>
              <a:t>SD1.5 prompt rules &amp; 16GB VRAM model selection</a:t>
            </a:r>
          </a:p>
        </p:txBody>
      </p:sp>
    </p:spTree>
    <p:extLst>
      <p:ext uri="{BB962C8B-B14F-4D97-AF65-F5344CB8AC3E}">
        <p14:creationId xmlns:p14="http://schemas.microsoft.com/office/powerpoint/2010/main" val="3840631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442208"/>
            <a:ext cx="2743200" cy="297633"/>
          </a:xfrm>
        </p:spPr>
        <p:txBody>
          <a:bodyPr/>
          <a:lstStyle/>
          <a:p>
            <a:fld id="{2B7B873C-A46E-4878-A014-BF36A57BE664}" type="slidenum">
              <a:rPr lang="en-US" smtClean="0"/>
              <a:pPr/>
              <a:t>12</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18594C52-2D33-A35D-3950-B856525AE72A}"/>
              </a:ext>
            </a:extLst>
          </p:cNvPr>
          <p:cNvSpPr txBox="1"/>
          <p:nvPr/>
        </p:nvSpPr>
        <p:spPr>
          <a:xfrm>
            <a:off x="548640" y="699464"/>
            <a:ext cx="10972800" cy="274320"/>
          </a:xfrm>
          <a:prstGeom prst="rect">
            <a:avLst/>
          </a:prstGeom>
          <a:noFill/>
        </p:spPr>
        <p:txBody>
          <a:bodyPr wrap="square" lIns="0" tIns="0" rIns="0" bIns="0">
            <a:spAutoFit/>
          </a:bodyPr>
          <a:lstStyle/>
          <a:p>
            <a:pPr>
              <a:defRPr sz="1000" b="1">
                <a:solidFill>
                  <a:srgbClr val="2ED5B7"/>
                </a:solidFill>
                <a:latin typeface="Segoe UI"/>
              </a:defRPr>
            </a:pPr>
            <a:r>
              <a:rPr dirty="0"/>
              <a:t>DESIGNED FOR INTERDISCIPLINARY &amp; GEN AI 2ND-MAJOR STUDENTS</a:t>
            </a:r>
          </a:p>
        </p:txBody>
      </p:sp>
      <p:sp>
        <p:nvSpPr>
          <p:cNvPr id="6" name="TextBox 5">
            <a:extLst>
              <a:ext uri="{FF2B5EF4-FFF2-40B4-BE49-F238E27FC236}">
                <a16:creationId xmlns:a16="http://schemas.microsoft.com/office/drawing/2014/main" id="{6860A0C3-3C79-3BB0-E220-DE076DAF0A9E}"/>
              </a:ext>
            </a:extLst>
          </p:cNvPr>
          <p:cNvSpPr txBox="1"/>
          <p:nvPr/>
        </p:nvSpPr>
        <p:spPr>
          <a:xfrm>
            <a:off x="548640" y="919106"/>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Both Python &amp; </a:t>
            </a:r>
            <a:r>
              <a:rPr dirty="0" err="1">
                <a:solidFill>
                  <a:schemeClr val="tx1">
                    <a:lumMod val="95000"/>
                    <a:lumOff val="5000"/>
                  </a:schemeClr>
                </a:solidFill>
              </a:rPr>
              <a:t>ComfyUI</a:t>
            </a:r>
            <a:r>
              <a:rPr dirty="0">
                <a:solidFill>
                  <a:schemeClr val="tx1">
                    <a:lumMod val="95000"/>
                    <a:lumOff val="5000"/>
                  </a:schemeClr>
                </a:solidFill>
              </a:rPr>
              <a:t> Generate Images — Why Use </a:t>
            </a:r>
            <a:r>
              <a:rPr dirty="0" err="1">
                <a:solidFill>
                  <a:schemeClr val="tx1">
                    <a:lumMod val="95000"/>
                    <a:lumOff val="5000"/>
                  </a:schemeClr>
                </a:solidFill>
              </a:rPr>
              <a:t>ComfyUI</a:t>
            </a:r>
            <a:r>
              <a:rPr dirty="0">
                <a:solidFill>
                  <a:schemeClr val="tx1">
                    <a:lumMod val="95000"/>
                    <a:lumOff val="5000"/>
                  </a:schemeClr>
                </a:solidFill>
              </a:rPr>
              <a:t>?</a:t>
            </a:r>
          </a:p>
        </p:txBody>
      </p:sp>
      <p:sp>
        <p:nvSpPr>
          <p:cNvPr id="7" name="Rounded Rectangle 4">
            <a:extLst>
              <a:ext uri="{FF2B5EF4-FFF2-40B4-BE49-F238E27FC236}">
                <a16:creationId xmlns:a16="http://schemas.microsoft.com/office/drawing/2014/main" id="{CC2836EC-9874-69C9-2C7C-D9D342D4BBFB}"/>
              </a:ext>
            </a:extLst>
          </p:cNvPr>
          <p:cNvSpPr/>
          <p:nvPr/>
        </p:nvSpPr>
        <p:spPr>
          <a:xfrm>
            <a:off x="548640" y="1405549"/>
            <a:ext cx="11091672" cy="987552"/>
          </a:xfrm>
          <a:prstGeom prst="roundRect">
            <a:avLst>
              <a:gd name="adj" fmla="val 4000"/>
            </a:avLst>
          </a:prstGeom>
          <a:solidFill>
            <a:srgbClr val="242C3E"/>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37C8345-F80F-B8E3-0CC1-24654EB94FA2}"/>
              </a:ext>
            </a:extLst>
          </p:cNvPr>
          <p:cNvSpPr txBox="1"/>
          <p:nvPr/>
        </p:nvSpPr>
        <p:spPr>
          <a:xfrm>
            <a:off x="731520" y="1478701"/>
            <a:ext cx="10744200" cy="707886"/>
          </a:xfrm>
          <a:prstGeom prst="rect">
            <a:avLst/>
          </a:prstGeom>
          <a:noFill/>
        </p:spPr>
        <p:txBody>
          <a:bodyPr wrap="square">
            <a:spAutoFit/>
          </a:bodyPr>
          <a:lstStyle/>
          <a:p>
            <a:pPr>
              <a:defRPr sz="1350" b="1">
                <a:solidFill>
                  <a:srgbClr val="2ED5B7"/>
                </a:solidFill>
                <a:latin typeface="Segoe UI"/>
              </a:defRPr>
            </a:pPr>
            <a:r>
              <a:rPr dirty="0"/>
              <a:t>Core Question: If Python code and </a:t>
            </a:r>
            <a:r>
              <a:rPr dirty="0" err="1"/>
              <a:t>ComfyUI</a:t>
            </a:r>
            <a:r>
              <a:rPr dirty="0"/>
              <a:t> produce the exact same AI images, why do we need </a:t>
            </a:r>
            <a:r>
              <a:rPr dirty="0" err="1"/>
              <a:t>ComfyUI</a:t>
            </a:r>
            <a:r>
              <a:rPr dirty="0"/>
              <a:t>?  </a:t>
            </a:r>
          </a:p>
          <a:p>
            <a:pPr>
              <a:spcBef>
                <a:spcPts val="300"/>
              </a:spcBef>
            </a:pPr>
            <a:r>
              <a:rPr sz="1200" dirty="0">
                <a:solidFill>
                  <a:srgbClr val="F5F7FA"/>
                </a:solidFill>
                <a:latin typeface="Segoe UI"/>
              </a:rPr>
              <a:t>Answer: Under the hood, </a:t>
            </a:r>
            <a:r>
              <a:rPr sz="1200" dirty="0" err="1">
                <a:solidFill>
                  <a:srgbClr val="F5F7FA"/>
                </a:solidFill>
                <a:latin typeface="Segoe UI"/>
              </a:rPr>
              <a:t>ComfyUI</a:t>
            </a:r>
            <a:r>
              <a:rPr sz="1200" dirty="0">
                <a:solidFill>
                  <a:srgbClr val="F5F7FA"/>
                </a:solidFill>
                <a:latin typeface="Segoe UI"/>
              </a:rPr>
              <a:t> IS powered by Python &amp; </a:t>
            </a:r>
            <a:r>
              <a:rPr sz="1200" dirty="0" err="1">
                <a:solidFill>
                  <a:srgbClr val="F5F7FA"/>
                </a:solidFill>
                <a:latin typeface="Segoe UI"/>
              </a:rPr>
              <a:t>PyTorch</a:t>
            </a:r>
            <a:r>
              <a:rPr sz="1200" dirty="0">
                <a:solidFill>
                  <a:srgbClr val="F5F7FA"/>
                </a:solidFill>
                <a:latin typeface="Segoe UI"/>
              </a:rPr>
              <a:t>! However, because our Gen AI 2nd Major brings together students </a:t>
            </a:r>
            <a:r>
              <a:rPr lang="en-HK" sz="1200" dirty="0">
                <a:solidFill>
                  <a:srgbClr val="F5F7FA"/>
                </a:solidFill>
                <a:latin typeface="Segoe UI"/>
              </a:rPr>
              <a:t>with any background</a:t>
            </a:r>
            <a:r>
              <a:rPr sz="1200" dirty="0">
                <a:solidFill>
                  <a:srgbClr val="F5F7FA"/>
                </a:solidFill>
                <a:latin typeface="Segoe UI"/>
              </a:rPr>
              <a:t>, </a:t>
            </a:r>
            <a:r>
              <a:rPr sz="1200" dirty="0" err="1">
                <a:solidFill>
                  <a:srgbClr val="F5F7FA"/>
                </a:solidFill>
                <a:latin typeface="Segoe UI"/>
              </a:rPr>
              <a:t>ComfyUI</a:t>
            </a:r>
            <a:r>
              <a:rPr sz="1200" dirty="0">
                <a:solidFill>
                  <a:srgbClr val="F5F7FA"/>
                </a:solidFill>
                <a:latin typeface="Segoe UI"/>
              </a:rPr>
              <a:t> replaces complex Python syntax with Visual Node-Based Programming—giving you 100% of Python's power with zero coding barrier.</a:t>
            </a:r>
          </a:p>
        </p:txBody>
      </p:sp>
      <p:sp>
        <p:nvSpPr>
          <p:cNvPr id="9" name="Rounded Rectangle 6">
            <a:extLst>
              <a:ext uri="{FF2B5EF4-FFF2-40B4-BE49-F238E27FC236}">
                <a16:creationId xmlns:a16="http://schemas.microsoft.com/office/drawing/2014/main" id="{939A62D5-61EC-FCF8-1CB7-6F788B30E079}"/>
              </a:ext>
            </a:extLst>
          </p:cNvPr>
          <p:cNvSpPr/>
          <p:nvPr/>
        </p:nvSpPr>
        <p:spPr>
          <a:xfrm>
            <a:off x="548640" y="2530261"/>
            <a:ext cx="5422392" cy="1389888"/>
          </a:xfrm>
          <a:prstGeom prst="roundRect">
            <a:avLst>
              <a:gd name="adj" fmla="val 4000"/>
            </a:avLst>
          </a:prstGeom>
          <a:solidFill>
            <a:srgbClr val="1C2230"/>
          </a:solidFill>
          <a:ln w="1524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7">
            <a:extLst>
              <a:ext uri="{FF2B5EF4-FFF2-40B4-BE49-F238E27FC236}">
                <a16:creationId xmlns:a16="http://schemas.microsoft.com/office/drawing/2014/main" id="{8D28745C-BA17-298C-04B2-B8F4926DEFDC}"/>
              </a:ext>
            </a:extLst>
          </p:cNvPr>
          <p:cNvSpPr/>
          <p:nvPr/>
        </p:nvSpPr>
        <p:spPr>
          <a:xfrm>
            <a:off x="548640" y="2530261"/>
            <a:ext cx="5422392" cy="347472"/>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APPROACH A: RAW PYTHON CODE (diffusers / PyTorch)</a:t>
            </a:r>
          </a:p>
        </p:txBody>
      </p:sp>
      <p:sp>
        <p:nvSpPr>
          <p:cNvPr id="11" name="TextBox 10">
            <a:extLst>
              <a:ext uri="{FF2B5EF4-FFF2-40B4-BE49-F238E27FC236}">
                <a16:creationId xmlns:a16="http://schemas.microsoft.com/office/drawing/2014/main" id="{5B9C6E16-9150-151B-5BD7-F00B725E8812}"/>
              </a:ext>
            </a:extLst>
          </p:cNvPr>
          <p:cNvSpPr txBox="1"/>
          <p:nvPr/>
        </p:nvSpPr>
        <p:spPr>
          <a:xfrm>
            <a:off x="713232" y="2932597"/>
            <a:ext cx="5074920" cy="914400"/>
          </a:xfrm>
          <a:prstGeom prst="rect">
            <a:avLst/>
          </a:prstGeom>
          <a:noFill/>
        </p:spPr>
        <p:txBody>
          <a:bodyPr wrap="square" lIns="0" tIns="0" rIns="0" bIns="0">
            <a:spAutoFit/>
          </a:bodyPr>
          <a:lstStyle/>
          <a:p>
            <a:pPr>
              <a:spcAft>
                <a:spcPts val="400"/>
              </a:spcAft>
            </a:pPr>
            <a:r>
              <a:rPr sz="1100" b="1">
                <a:solidFill>
                  <a:srgbClr val="FF5C5C"/>
                </a:solidFill>
                <a:latin typeface="Segoe UI"/>
              </a:rPr>
              <a:t>▸ High Syntax Barrier: </a:t>
            </a:r>
            <a:r>
              <a:rPr sz="1100">
                <a:solidFill>
                  <a:srgbClr val="F5F7FA"/>
                </a:solidFill>
                <a:latin typeface="Segoe UI"/>
              </a:rPr>
              <a:t>Requires writing 50+ lines of Python boilerplate, managing PyTorch tensors, and debugging package/CUDA errors.</a:t>
            </a:r>
          </a:p>
          <a:p>
            <a:pPr>
              <a:spcAft>
                <a:spcPts val="400"/>
              </a:spcAft>
            </a:pPr>
            <a:r>
              <a:rPr sz="1100" b="1">
                <a:solidFill>
                  <a:srgbClr val="FF5C5C"/>
                </a:solidFill>
                <a:latin typeface="Segoe UI"/>
              </a:rPr>
              <a:t>▸ Hard to Visualize &amp; Slow Tweaks: </a:t>
            </a:r>
            <a:r>
              <a:rPr sz="1100">
                <a:solidFill>
                  <a:srgbClr val="F5F7FA"/>
                </a:solidFill>
                <a:latin typeface="Segoe UI"/>
              </a:rPr>
              <a:t>Abstract text scripts hide pipeline connections; changing a step often means re-running code from scratch.</a:t>
            </a:r>
          </a:p>
        </p:txBody>
      </p:sp>
      <p:sp>
        <p:nvSpPr>
          <p:cNvPr id="12" name="Rounded Rectangle 9">
            <a:extLst>
              <a:ext uri="{FF2B5EF4-FFF2-40B4-BE49-F238E27FC236}">
                <a16:creationId xmlns:a16="http://schemas.microsoft.com/office/drawing/2014/main" id="{C3CC33E9-D93D-8C70-26FF-617A479A58F4}"/>
              </a:ext>
            </a:extLst>
          </p:cNvPr>
          <p:cNvSpPr/>
          <p:nvPr/>
        </p:nvSpPr>
        <p:spPr>
          <a:xfrm>
            <a:off x="6217920" y="2530261"/>
            <a:ext cx="5422392" cy="1389888"/>
          </a:xfrm>
          <a:prstGeom prst="roundRect">
            <a:avLst>
              <a:gd name="adj" fmla="val 4000"/>
            </a:avLst>
          </a:prstGeom>
          <a:solidFill>
            <a:srgbClr val="1C2230"/>
          </a:solidFill>
          <a:ln w="15240">
            <a:solidFill>
              <a:srgbClr val="48CF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0">
            <a:extLst>
              <a:ext uri="{FF2B5EF4-FFF2-40B4-BE49-F238E27FC236}">
                <a16:creationId xmlns:a16="http://schemas.microsoft.com/office/drawing/2014/main" id="{15C6D5C7-3F0F-6593-3580-F202AB2E154F}"/>
              </a:ext>
            </a:extLst>
          </p:cNvPr>
          <p:cNvSpPr/>
          <p:nvPr/>
        </p:nvSpPr>
        <p:spPr>
          <a:xfrm>
            <a:off x="6217920" y="2530261"/>
            <a:ext cx="5422392" cy="347472"/>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rPr dirty="0"/>
              <a:t>APPROACH B: COMFYUI VISUAL NODES</a:t>
            </a:r>
          </a:p>
        </p:txBody>
      </p:sp>
      <p:sp>
        <p:nvSpPr>
          <p:cNvPr id="14" name="TextBox 13">
            <a:extLst>
              <a:ext uri="{FF2B5EF4-FFF2-40B4-BE49-F238E27FC236}">
                <a16:creationId xmlns:a16="http://schemas.microsoft.com/office/drawing/2014/main" id="{DC29D594-BBB0-C85A-68EC-0355DA7DD87D}"/>
              </a:ext>
            </a:extLst>
          </p:cNvPr>
          <p:cNvSpPr txBox="1"/>
          <p:nvPr/>
        </p:nvSpPr>
        <p:spPr>
          <a:xfrm>
            <a:off x="6382512" y="2932597"/>
            <a:ext cx="5074920" cy="914400"/>
          </a:xfrm>
          <a:prstGeom prst="rect">
            <a:avLst/>
          </a:prstGeom>
          <a:noFill/>
        </p:spPr>
        <p:txBody>
          <a:bodyPr wrap="square" lIns="0" tIns="0" rIns="0" bIns="0">
            <a:spAutoFit/>
          </a:bodyPr>
          <a:lstStyle/>
          <a:p>
            <a:pPr>
              <a:spcAft>
                <a:spcPts val="400"/>
              </a:spcAft>
            </a:pPr>
            <a:r>
              <a:rPr sz="1100" b="1">
                <a:solidFill>
                  <a:srgbClr val="48CF85"/>
                </a:solidFill>
                <a:latin typeface="Segoe UI"/>
              </a:rPr>
              <a:t>▸ No Coding Required: </a:t>
            </a:r>
            <a:r>
              <a:rPr sz="1100">
                <a:solidFill>
                  <a:srgbClr val="F5F7FA"/>
                </a:solidFill>
                <a:latin typeface="Segoe UI"/>
              </a:rPr>
              <a:t>Connect visual blocks (Load Checkpoint ➔ CLIP ➔ KSampler ➔ VAE) with mouse wires while Colab runs Python in the background.</a:t>
            </a:r>
          </a:p>
          <a:p>
            <a:pPr>
              <a:spcAft>
                <a:spcPts val="400"/>
              </a:spcAft>
            </a:pPr>
            <a:r>
              <a:rPr sz="1100" b="1">
                <a:solidFill>
                  <a:srgbClr val="48CF85"/>
                </a:solidFill>
                <a:latin typeface="Segoe UI"/>
              </a:rPr>
              <a:t>▸ Industry Studio Standard: </a:t>
            </a:r>
            <a:r>
              <a:rPr sz="1100">
                <a:solidFill>
                  <a:srgbClr val="F5F7FA"/>
                </a:solidFill>
                <a:latin typeface="Segoe UI"/>
              </a:rPr>
              <a:t>Used by professional designers, filmmakers, and AI engineers alike for rapid prototyping and complex workflows.</a:t>
            </a:r>
          </a:p>
        </p:txBody>
      </p:sp>
      <p:sp>
        <p:nvSpPr>
          <p:cNvPr id="15" name="Rounded Rectangle 12">
            <a:extLst>
              <a:ext uri="{FF2B5EF4-FFF2-40B4-BE49-F238E27FC236}">
                <a16:creationId xmlns:a16="http://schemas.microsoft.com/office/drawing/2014/main" id="{C7C705B7-253A-FB08-8A62-EC86202FE2D4}"/>
              </a:ext>
            </a:extLst>
          </p:cNvPr>
          <p:cNvSpPr/>
          <p:nvPr/>
        </p:nvSpPr>
        <p:spPr>
          <a:xfrm>
            <a:off x="548640" y="4057309"/>
            <a:ext cx="5422392" cy="1280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3">
            <a:extLst>
              <a:ext uri="{FF2B5EF4-FFF2-40B4-BE49-F238E27FC236}">
                <a16:creationId xmlns:a16="http://schemas.microsoft.com/office/drawing/2014/main" id="{A426C231-91F3-59A0-D6B5-C4C5DC057486}"/>
              </a:ext>
            </a:extLst>
          </p:cNvPr>
          <p:cNvSpPr/>
          <p:nvPr/>
        </p:nvSpPr>
        <p:spPr>
          <a:xfrm>
            <a:off x="548640" y="4057309"/>
            <a:ext cx="5422392" cy="329184"/>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1. ACCESSIBLE FOR NON-COMPUTING MAJORS</a:t>
            </a:r>
          </a:p>
        </p:txBody>
      </p:sp>
      <p:sp>
        <p:nvSpPr>
          <p:cNvPr id="17" name="TextBox 16">
            <a:extLst>
              <a:ext uri="{FF2B5EF4-FFF2-40B4-BE49-F238E27FC236}">
                <a16:creationId xmlns:a16="http://schemas.microsoft.com/office/drawing/2014/main" id="{41AAB444-ED5A-E8FF-ACF9-99633EC57668}"/>
              </a:ext>
            </a:extLst>
          </p:cNvPr>
          <p:cNvSpPr txBox="1"/>
          <p:nvPr/>
        </p:nvSpPr>
        <p:spPr>
          <a:xfrm>
            <a:off x="713232" y="4432213"/>
            <a:ext cx="5093208" cy="859536"/>
          </a:xfrm>
          <a:prstGeom prst="rect">
            <a:avLst/>
          </a:prstGeom>
          <a:noFill/>
        </p:spPr>
        <p:txBody>
          <a:bodyPr wrap="square" lIns="0" tIns="0" rIns="0" bIns="0">
            <a:spAutoFit/>
          </a:bodyPr>
          <a:lstStyle/>
          <a:p>
            <a:pPr>
              <a:spcAft>
                <a:spcPts val="300"/>
              </a:spcAft>
            </a:pPr>
            <a:r>
              <a:rPr sz="1050" b="1">
                <a:solidFill>
                  <a:srgbClr val="4C9AFF"/>
                </a:solidFill>
                <a:latin typeface="Segoe UI"/>
              </a:rPr>
              <a:t>▸ Focus on Creativity &amp; AI Logic: </a:t>
            </a:r>
            <a:r>
              <a:rPr sz="1050">
                <a:solidFill>
                  <a:srgbClr val="F5F7FA"/>
                </a:solidFill>
                <a:latin typeface="Segoe UI"/>
              </a:rPr>
              <a:t>You don't need a CS degree to build advanced AI pipelines—focus on prompt design, model behavior, and artistic control.</a:t>
            </a:r>
          </a:p>
          <a:p>
            <a:pPr>
              <a:spcAft>
                <a:spcPts val="300"/>
              </a:spcAft>
            </a:pPr>
            <a:r>
              <a:rPr sz="1050" b="1">
                <a:solidFill>
                  <a:srgbClr val="4C9AFF"/>
                </a:solidFill>
                <a:latin typeface="Segoe UI"/>
              </a:rPr>
              <a:t>▸ No Syntax Debugging: </a:t>
            </a:r>
            <a:r>
              <a:rPr sz="1050">
                <a:solidFill>
                  <a:srgbClr val="F5F7FA"/>
                </a:solidFill>
                <a:latin typeface="Segoe UI"/>
              </a:rPr>
              <a:t>Eliminates missing brackets, indentation errors, and manual tensor shape mismatches.</a:t>
            </a:r>
          </a:p>
        </p:txBody>
      </p:sp>
      <p:sp>
        <p:nvSpPr>
          <p:cNvPr id="18" name="Rounded Rectangle 15">
            <a:extLst>
              <a:ext uri="{FF2B5EF4-FFF2-40B4-BE49-F238E27FC236}">
                <a16:creationId xmlns:a16="http://schemas.microsoft.com/office/drawing/2014/main" id="{A153395B-C8B5-B5DB-A8E4-B003825144C5}"/>
              </a:ext>
            </a:extLst>
          </p:cNvPr>
          <p:cNvSpPr/>
          <p:nvPr/>
        </p:nvSpPr>
        <p:spPr>
          <a:xfrm>
            <a:off x="6217920" y="4057309"/>
            <a:ext cx="5422392" cy="1280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6">
            <a:extLst>
              <a:ext uri="{FF2B5EF4-FFF2-40B4-BE49-F238E27FC236}">
                <a16:creationId xmlns:a16="http://schemas.microsoft.com/office/drawing/2014/main" id="{DA8764F5-0473-CE20-E698-EC3B4D0BAE8E}"/>
              </a:ext>
            </a:extLst>
          </p:cNvPr>
          <p:cNvSpPr/>
          <p:nvPr/>
        </p:nvSpPr>
        <p:spPr>
          <a:xfrm>
            <a:off x="6217920" y="4057309"/>
            <a:ext cx="5422392" cy="329184"/>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2. 'GLASS-BOX' VISUAL MENTAL MODEL</a:t>
            </a:r>
          </a:p>
        </p:txBody>
      </p:sp>
      <p:sp>
        <p:nvSpPr>
          <p:cNvPr id="20" name="TextBox 19">
            <a:extLst>
              <a:ext uri="{FF2B5EF4-FFF2-40B4-BE49-F238E27FC236}">
                <a16:creationId xmlns:a16="http://schemas.microsoft.com/office/drawing/2014/main" id="{ECADACD3-5B1A-C703-955D-6137B6E0D2AE}"/>
              </a:ext>
            </a:extLst>
          </p:cNvPr>
          <p:cNvSpPr txBox="1"/>
          <p:nvPr/>
        </p:nvSpPr>
        <p:spPr>
          <a:xfrm>
            <a:off x="6382512" y="4432213"/>
            <a:ext cx="5093208" cy="859536"/>
          </a:xfrm>
          <a:prstGeom prst="rect">
            <a:avLst/>
          </a:prstGeom>
          <a:noFill/>
        </p:spPr>
        <p:txBody>
          <a:bodyPr wrap="square" lIns="0" tIns="0" rIns="0" bIns="0">
            <a:spAutoFit/>
          </a:bodyPr>
          <a:lstStyle/>
          <a:p>
            <a:pPr>
              <a:spcAft>
                <a:spcPts val="300"/>
              </a:spcAft>
            </a:pPr>
            <a:r>
              <a:rPr sz="1050" b="1">
                <a:solidFill>
                  <a:srgbClr val="A582FF"/>
                </a:solidFill>
                <a:latin typeface="Segoe UI"/>
              </a:rPr>
              <a:t>▸ See How Diffusion Works: </a:t>
            </a:r>
            <a:r>
              <a:rPr sz="1050">
                <a:solidFill>
                  <a:srgbClr val="F5F7FA"/>
                </a:solidFill>
                <a:latin typeface="Segoe UI"/>
              </a:rPr>
              <a:t>Unlike raw code (abstract text) or simple web apps (black-box sliders), you visually see data flow between UNet, CLIP, Latent &amp; VAE.</a:t>
            </a:r>
          </a:p>
          <a:p>
            <a:pPr>
              <a:spcAft>
                <a:spcPts val="300"/>
              </a:spcAft>
            </a:pPr>
            <a:r>
              <a:rPr sz="1050" b="1">
                <a:solidFill>
                  <a:srgbClr val="A582FF"/>
                </a:solidFill>
                <a:latin typeface="Segoe UI"/>
              </a:rPr>
              <a:t>▸ Intuitive Architecture Learning: </a:t>
            </a:r>
            <a:r>
              <a:rPr sz="1050">
                <a:solidFill>
                  <a:srgbClr val="F5F7FA"/>
                </a:solidFill>
                <a:latin typeface="Segoe UI"/>
              </a:rPr>
              <a:t>Builds a deep conceptual understanding of Generative AI pipelines through visual diagrams.</a:t>
            </a:r>
          </a:p>
        </p:txBody>
      </p:sp>
      <p:sp>
        <p:nvSpPr>
          <p:cNvPr id="21" name="Rounded Rectangle 18">
            <a:extLst>
              <a:ext uri="{FF2B5EF4-FFF2-40B4-BE49-F238E27FC236}">
                <a16:creationId xmlns:a16="http://schemas.microsoft.com/office/drawing/2014/main" id="{C749C570-2DC2-0566-8B25-15DB160F5D8F}"/>
              </a:ext>
            </a:extLst>
          </p:cNvPr>
          <p:cNvSpPr/>
          <p:nvPr/>
        </p:nvSpPr>
        <p:spPr>
          <a:xfrm>
            <a:off x="548640" y="5456341"/>
            <a:ext cx="5422392" cy="1280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9">
            <a:extLst>
              <a:ext uri="{FF2B5EF4-FFF2-40B4-BE49-F238E27FC236}">
                <a16:creationId xmlns:a16="http://schemas.microsoft.com/office/drawing/2014/main" id="{A1654F17-7CB5-3E57-C77A-F681BCE91BC8}"/>
              </a:ext>
            </a:extLst>
          </p:cNvPr>
          <p:cNvSpPr/>
          <p:nvPr/>
        </p:nvSpPr>
        <p:spPr>
          <a:xfrm>
            <a:off x="548640" y="5456341"/>
            <a:ext cx="5422392" cy="329184"/>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3. SMART EXECUTION CACHING &amp; VRAM EFFICIENCY</a:t>
            </a:r>
          </a:p>
        </p:txBody>
      </p:sp>
      <p:sp>
        <p:nvSpPr>
          <p:cNvPr id="23" name="TextBox 22">
            <a:extLst>
              <a:ext uri="{FF2B5EF4-FFF2-40B4-BE49-F238E27FC236}">
                <a16:creationId xmlns:a16="http://schemas.microsoft.com/office/drawing/2014/main" id="{96C13E20-0F6E-A3E9-C86E-BBDD337018BC}"/>
              </a:ext>
            </a:extLst>
          </p:cNvPr>
          <p:cNvSpPr txBox="1"/>
          <p:nvPr/>
        </p:nvSpPr>
        <p:spPr>
          <a:xfrm>
            <a:off x="713232" y="5831245"/>
            <a:ext cx="5093208" cy="859536"/>
          </a:xfrm>
          <a:prstGeom prst="rect">
            <a:avLst/>
          </a:prstGeom>
          <a:noFill/>
        </p:spPr>
        <p:txBody>
          <a:bodyPr wrap="square" lIns="0" tIns="0" rIns="0" bIns="0">
            <a:spAutoFit/>
          </a:bodyPr>
          <a:lstStyle/>
          <a:p>
            <a:pPr>
              <a:spcAft>
                <a:spcPts val="300"/>
              </a:spcAft>
            </a:pPr>
            <a:r>
              <a:rPr sz="1050" b="1">
                <a:solidFill>
                  <a:srgbClr val="2ED5B7"/>
                </a:solidFill>
                <a:latin typeface="Segoe UI"/>
              </a:rPr>
              <a:t>▸ Only Re-Runs What Changed: </a:t>
            </a:r>
            <a:r>
              <a:rPr sz="1050">
                <a:solidFill>
                  <a:srgbClr val="F5F7FA"/>
                </a:solidFill>
                <a:latin typeface="Segoe UI"/>
              </a:rPr>
              <a:t>ComfyUI caches unchanged node outputs in memory. Tweak a prompt or seed and generate in seconds without reloading the model!</a:t>
            </a:r>
          </a:p>
          <a:p>
            <a:pPr>
              <a:spcAft>
                <a:spcPts val="300"/>
              </a:spcAft>
            </a:pPr>
            <a:r>
              <a:rPr sz="1050" b="1">
                <a:solidFill>
                  <a:srgbClr val="2ED5B7"/>
                </a:solidFill>
                <a:latin typeface="Segoe UI"/>
              </a:rPr>
              <a:t>▸ Colab T4 Friendly: </a:t>
            </a:r>
            <a:r>
              <a:rPr sz="1050">
                <a:solidFill>
                  <a:srgbClr val="F5F7FA"/>
                </a:solidFill>
                <a:latin typeface="Segoe UI"/>
              </a:rPr>
              <a:t>Automatically manages GPU VRAM between steps to prevent Out-Of-Memory (OOM) crashes.</a:t>
            </a:r>
          </a:p>
        </p:txBody>
      </p:sp>
      <p:sp>
        <p:nvSpPr>
          <p:cNvPr id="24" name="Rounded Rectangle 21">
            <a:extLst>
              <a:ext uri="{FF2B5EF4-FFF2-40B4-BE49-F238E27FC236}">
                <a16:creationId xmlns:a16="http://schemas.microsoft.com/office/drawing/2014/main" id="{AD54C25E-1B5B-5C4D-093B-365DB214371F}"/>
              </a:ext>
            </a:extLst>
          </p:cNvPr>
          <p:cNvSpPr/>
          <p:nvPr/>
        </p:nvSpPr>
        <p:spPr>
          <a:xfrm>
            <a:off x="6217920" y="5456341"/>
            <a:ext cx="5422392" cy="1280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2">
            <a:extLst>
              <a:ext uri="{FF2B5EF4-FFF2-40B4-BE49-F238E27FC236}">
                <a16:creationId xmlns:a16="http://schemas.microsoft.com/office/drawing/2014/main" id="{D5D5060A-8848-4F5E-2194-71580BA31175}"/>
              </a:ext>
            </a:extLst>
          </p:cNvPr>
          <p:cNvSpPr/>
          <p:nvPr/>
        </p:nvSpPr>
        <p:spPr>
          <a:xfrm>
            <a:off x="6217920" y="5456341"/>
            <a:ext cx="5422392" cy="329184"/>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4. 1-CLICK REPRODUCIBILITY &amp; MODULARITY</a:t>
            </a:r>
          </a:p>
        </p:txBody>
      </p:sp>
      <p:sp>
        <p:nvSpPr>
          <p:cNvPr id="26" name="TextBox 25">
            <a:extLst>
              <a:ext uri="{FF2B5EF4-FFF2-40B4-BE49-F238E27FC236}">
                <a16:creationId xmlns:a16="http://schemas.microsoft.com/office/drawing/2014/main" id="{AFF1EEBC-C3A1-572C-0D56-C54E91A68F99}"/>
              </a:ext>
            </a:extLst>
          </p:cNvPr>
          <p:cNvSpPr txBox="1"/>
          <p:nvPr/>
        </p:nvSpPr>
        <p:spPr>
          <a:xfrm>
            <a:off x="6382512" y="5831245"/>
            <a:ext cx="5093208" cy="859536"/>
          </a:xfrm>
          <a:prstGeom prst="rect">
            <a:avLst/>
          </a:prstGeom>
          <a:noFill/>
        </p:spPr>
        <p:txBody>
          <a:bodyPr wrap="square" lIns="0" tIns="0" rIns="0" bIns="0">
            <a:spAutoFit/>
          </a:bodyPr>
          <a:lstStyle/>
          <a:p>
            <a:pPr>
              <a:spcAft>
                <a:spcPts val="300"/>
              </a:spcAft>
            </a:pPr>
            <a:r>
              <a:rPr sz="1050" b="1">
                <a:solidFill>
                  <a:srgbClr val="FFCC4D"/>
                </a:solidFill>
                <a:latin typeface="Segoe UI"/>
              </a:rPr>
              <a:t>▸ Workflow Inside Every PNG: </a:t>
            </a:r>
            <a:r>
              <a:rPr sz="1050">
                <a:solidFill>
                  <a:srgbClr val="F5F7FA"/>
                </a:solidFill>
                <a:latin typeface="Segoe UI"/>
              </a:rPr>
              <a:t>Every saved PNG embeds the full node graph JSON—drag any classmate's or instructor's image into ComfyUI to load their exact setup!</a:t>
            </a:r>
          </a:p>
          <a:p>
            <a:pPr>
              <a:spcAft>
                <a:spcPts val="300"/>
              </a:spcAft>
            </a:pPr>
            <a:r>
              <a:rPr sz="1050" b="1">
                <a:solidFill>
                  <a:srgbClr val="FFCC4D"/>
                </a:solidFill>
                <a:latin typeface="Segoe UI"/>
              </a:rPr>
              <a:t>▸ Lego-Like Expansion: </a:t>
            </a:r>
            <a:r>
              <a:rPr sz="1050">
                <a:solidFill>
                  <a:srgbClr val="F5F7FA"/>
                </a:solidFill>
                <a:latin typeface="Segoe UI"/>
              </a:rPr>
              <a:t>Easily plug in LoRAs, ControlNet, Inpainting, or Video nodes later without rewriting scripts.</a:t>
            </a:r>
          </a:p>
        </p:txBody>
      </p:sp>
      <p:sp>
        <p:nvSpPr>
          <p:cNvPr id="27" name="Rectangle: Rounded Corners 26">
            <a:extLst>
              <a:ext uri="{FF2B5EF4-FFF2-40B4-BE49-F238E27FC236}">
                <a16:creationId xmlns:a16="http://schemas.microsoft.com/office/drawing/2014/main" id="{428A1AB5-2B5B-0BB6-7723-D3BEEB809050}"/>
              </a:ext>
            </a:extLst>
          </p:cNvPr>
          <p:cNvSpPr/>
          <p:nvPr/>
        </p:nvSpPr>
        <p:spPr>
          <a:xfrm>
            <a:off x="6135624" y="2466253"/>
            <a:ext cx="5588614" cy="4326250"/>
          </a:xfrm>
          <a:prstGeom prst="roundRect">
            <a:avLst>
              <a:gd name="adj" fmla="val 1500"/>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8" name="Rectangle: Rounded Corners 27">
            <a:extLst>
              <a:ext uri="{FF2B5EF4-FFF2-40B4-BE49-F238E27FC236}">
                <a16:creationId xmlns:a16="http://schemas.microsoft.com/office/drawing/2014/main" id="{602D5EE0-8B51-38F1-5595-ACDC15C1A5CC}"/>
              </a:ext>
            </a:extLst>
          </p:cNvPr>
          <p:cNvSpPr/>
          <p:nvPr/>
        </p:nvSpPr>
        <p:spPr>
          <a:xfrm>
            <a:off x="466253" y="2458611"/>
            <a:ext cx="5588614" cy="4326250"/>
          </a:xfrm>
          <a:prstGeom prst="roundRect">
            <a:avLst>
              <a:gd name="adj" fmla="val 1500"/>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3826480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13</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C75C88A8-C419-4AB6-ADEC-941F487B1CD9}"/>
              </a:ext>
            </a:extLst>
          </p:cNvPr>
          <p:cNvSpPr txBox="1"/>
          <p:nvPr/>
        </p:nvSpPr>
        <p:spPr>
          <a:xfrm>
            <a:off x="548640" y="889583"/>
            <a:ext cx="10972800" cy="274320"/>
          </a:xfrm>
          <a:prstGeom prst="rect">
            <a:avLst/>
          </a:prstGeom>
          <a:noFill/>
        </p:spPr>
        <p:txBody>
          <a:bodyPr wrap="square" lIns="0" tIns="0" rIns="0" bIns="0">
            <a:spAutoFit/>
          </a:bodyPr>
          <a:lstStyle/>
          <a:p>
            <a:pPr>
              <a:defRPr sz="1000" b="1">
                <a:solidFill>
                  <a:srgbClr val="4C9AFF"/>
                </a:solidFill>
                <a:latin typeface="Segoe UI"/>
              </a:defRPr>
            </a:pPr>
            <a:r>
              <a:rPr dirty="0"/>
              <a:t>CONCEPTUAL FOUNDATION</a:t>
            </a:r>
          </a:p>
        </p:txBody>
      </p:sp>
      <p:sp>
        <p:nvSpPr>
          <p:cNvPr id="6" name="TextBox 5">
            <a:extLst>
              <a:ext uri="{FF2B5EF4-FFF2-40B4-BE49-F238E27FC236}">
                <a16:creationId xmlns:a16="http://schemas.microsoft.com/office/drawing/2014/main" id="{5E04081D-2BD2-6A05-67C4-599C16A996D5}"/>
              </a:ext>
            </a:extLst>
          </p:cNvPr>
          <p:cNvSpPr txBox="1"/>
          <p:nvPr/>
        </p:nvSpPr>
        <p:spPr>
          <a:xfrm>
            <a:off x="548640" y="1145431"/>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What is Text-to-Image in </a:t>
            </a:r>
            <a:r>
              <a:rPr dirty="0" err="1">
                <a:solidFill>
                  <a:schemeClr val="tx1">
                    <a:lumMod val="95000"/>
                    <a:lumOff val="5000"/>
                  </a:schemeClr>
                </a:solidFill>
              </a:rPr>
              <a:t>ComfyUI</a:t>
            </a:r>
            <a:r>
              <a:rPr dirty="0">
                <a:solidFill>
                  <a:schemeClr val="tx1">
                    <a:lumMod val="95000"/>
                    <a:lumOff val="5000"/>
                  </a:schemeClr>
                </a:solidFill>
              </a:rPr>
              <a:t>?</a:t>
            </a:r>
          </a:p>
        </p:txBody>
      </p:sp>
      <p:sp>
        <p:nvSpPr>
          <p:cNvPr id="7" name="Rounded Rectangle 4">
            <a:extLst>
              <a:ext uri="{FF2B5EF4-FFF2-40B4-BE49-F238E27FC236}">
                <a16:creationId xmlns:a16="http://schemas.microsoft.com/office/drawing/2014/main" id="{7A3304FC-8C7B-AF51-9861-FE63032A4FD0}"/>
              </a:ext>
            </a:extLst>
          </p:cNvPr>
          <p:cNvSpPr/>
          <p:nvPr/>
        </p:nvSpPr>
        <p:spPr>
          <a:xfrm>
            <a:off x="548640" y="1687105"/>
            <a:ext cx="11091672" cy="1051560"/>
          </a:xfrm>
          <a:prstGeom prst="roundRect">
            <a:avLst>
              <a:gd name="adj" fmla="val 4000"/>
            </a:avLst>
          </a:prstGeom>
          <a:solidFill>
            <a:srgbClr val="242C3E"/>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E6479CA-F9E5-7F79-354E-F40D57D359A6}"/>
              </a:ext>
            </a:extLst>
          </p:cNvPr>
          <p:cNvSpPr txBox="1"/>
          <p:nvPr/>
        </p:nvSpPr>
        <p:spPr>
          <a:xfrm>
            <a:off x="777240" y="1805977"/>
            <a:ext cx="10607040" cy="822960"/>
          </a:xfrm>
          <a:prstGeom prst="rect">
            <a:avLst/>
          </a:prstGeom>
          <a:noFill/>
        </p:spPr>
        <p:txBody>
          <a:bodyPr wrap="square">
            <a:spAutoFit/>
          </a:bodyPr>
          <a:lstStyle/>
          <a:p>
            <a:pPr>
              <a:defRPr sz="1600" b="1">
                <a:solidFill>
                  <a:srgbClr val="4C9AFF"/>
                </a:solidFill>
                <a:latin typeface="Segoe UI"/>
              </a:defRPr>
            </a:pPr>
            <a:r>
              <a:t>Core Definition: </a:t>
            </a:r>
            <a:r>
              <a:rPr sz="1500" b="0">
                <a:solidFill>
                  <a:srgbClr val="F5F7FA"/>
                </a:solidFill>
                <a:latin typeface="Segoe UI"/>
              </a:rPr>
              <a:t>Text-to-Image is a fundamental process in AI art generation that creates images from text descriptions, with diffusion models at its core. Think of it as commissioning an artist with specific creative requirements.</a:t>
            </a:r>
          </a:p>
        </p:txBody>
      </p:sp>
      <p:sp>
        <p:nvSpPr>
          <p:cNvPr id="9" name="Rounded Rectangle 6">
            <a:extLst>
              <a:ext uri="{FF2B5EF4-FFF2-40B4-BE49-F238E27FC236}">
                <a16:creationId xmlns:a16="http://schemas.microsoft.com/office/drawing/2014/main" id="{882C4DC1-3BBF-61E4-A7E0-608BB408C5CA}"/>
              </a:ext>
            </a:extLst>
          </p:cNvPr>
          <p:cNvSpPr/>
          <p:nvPr/>
        </p:nvSpPr>
        <p:spPr>
          <a:xfrm>
            <a:off x="548640" y="2967265"/>
            <a:ext cx="3502152" cy="38862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7">
            <a:extLst>
              <a:ext uri="{FF2B5EF4-FFF2-40B4-BE49-F238E27FC236}">
                <a16:creationId xmlns:a16="http://schemas.microsoft.com/office/drawing/2014/main" id="{A13940E0-7863-5BDB-D142-E6B261CE2D20}"/>
              </a:ext>
            </a:extLst>
          </p:cNvPr>
          <p:cNvSpPr/>
          <p:nvPr/>
        </p:nvSpPr>
        <p:spPr>
          <a:xfrm>
            <a:off x="548640" y="2967265"/>
            <a:ext cx="3502152" cy="411480"/>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1. THE ARTIST</a:t>
            </a:r>
          </a:p>
        </p:txBody>
      </p:sp>
      <p:sp>
        <p:nvSpPr>
          <p:cNvPr id="11" name="TextBox 10">
            <a:extLst>
              <a:ext uri="{FF2B5EF4-FFF2-40B4-BE49-F238E27FC236}">
                <a16:creationId xmlns:a16="http://schemas.microsoft.com/office/drawing/2014/main" id="{AC7156AC-1C56-1432-B6DB-76845D897FE9}"/>
              </a:ext>
            </a:extLst>
          </p:cNvPr>
          <p:cNvSpPr txBox="1"/>
          <p:nvPr/>
        </p:nvSpPr>
        <p:spPr>
          <a:xfrm>
            <a:off x="731520" y="3534193"/>
            <a:ext cx="3136392" cy="731520"/>
          </a:xfrm>
          <a:prstGeom prst="rect">
            <a:avLst/>
          </a:prstGeom>
          <a:noFill/>
        </p:spPr>
        <p:txBody>
          <a:bodyPr wrap="square">
            <a:spAutoFit/>
          </a:bodyPr>
          <a:lstStyle/>
          <a:p>
            <a:pPr>
              <a:defRPr sz="1800" b="1">
                <a:solidFill>
                  <a:srgbClr val="F5F7FA"/>
                </a:solidFill>
                <a:latin typeface="Segoe UI"/>
              </a:defRPr>
            </a:pPr>
            <a:r>
              <a:t>Image Generation Model</a:t>
            </a:r>
          </a:p>
          <a:p>
            <a:pPr>
              <a:spcBef>
                <a:spcPts val="300"/>
              </a:spcBef>
              <a:defRPr sz="1050">
                <a:solidFill>
                  <a:srgbClr val="A582FF"/>
                </a:solidFill>
                <a:latin typeface="Consolas"/>
              </a:defRPr>
            </a:pPr>
            <a:r>
              <a:t>ComfyUI Element: Load Checkpoint (SD1.5)</a:t>
            </a:r>
          </a:p>
        </p:txBody>
      </p:sp>
      <p:sp>
        <p:nvSpPr>
          <p:cNvPr id="12" name="TextBox 11">
            <a:extLst>
              <a:ext uri="{FF2B5EF4-FFF2-40B4-BE49-F238E27FC236}">
                <a16:creationId xmlns:a16="http://schemas.microsoft.com/office/drawing/2014/main" id="{4784E639-9B7B-EEB0-29B9-24DA8CA0B8EF}"/>
              </a:ext>
            </a:extLst>
          </p:cNvPr>
          <p:cNvSpPr txBox="1"/>
          <p:nvPr/>
        </p:nvSpPr>
        <p:spPr>
          <a:xfrm>
            <a:off x="731520" y="4338865"/>
            <a:ext cx="3136392" cy="2286000"/>
          </a:xfrm>
          <a:prstGeom prst="rect">
            <a:avLst/>
          </a:prstGeom>
          <a:noFill/>
        </p:spPr>
        <p:txBody>
          <a:bodyPr wrap="square" lIns="0" tIns="0" rIns="0" bIns="0">
            <a:spAutoFit/>
          </a:bodyPr>
          <a:lstStyle/>
          <a:p>
            <a:pPr>
              <a:spcAft>
                <a:spcPts val="1000"/>
              </a:spcAft>
            </a:pPr>
            <a:r>
              <a:rPr sz="1250" b="1">
                <a:solidFill>
                  <a:srgbClr val="A582FF"/>
                </a:solidFill>
                <a:latin typeface="Segoe UI"/>
              </a:rPr>
              <a:t>▸ Role: </a:t>
            </a:r>
            <a:r>
              <a:rPr sz="1250">
                <a:solidFill>
                  <a:srgbClr val="F5F7FA"/>
                </a:solidFill>
                <a:latin typeface="Segoe UI"/>
              </a:rPr>
              <a:t>The trained AI brain that knows how to paint styles, subjects, and lighting.</a:t>
            </a:r>
          </a:p>
          <a:p>
            <a:pPr>
              <a:spcAft>
                <a:spcPts val="1000"/>
              </a:spcAft>
            </a:pPr>
            <a:r>
              <a:rPr sz="1250" b="1">
                <a:solidFill>
                  <a:srgbClr val="A582FF"/>
                </a:solidFill>
                <a:latin typeface="Segoe UI"/>
              </a:rPr>
              <a:t>▸ In Practice: </a:t>
            </a:r>
            <a:r>
              <a:rPr sz="1250">
                <a:solidFill>
                  <a:srgbClr val="F5F7FA"/>
                </a:solidFill>
                <a:latin typeface="Segoe UI"/>
              </a:rPr>
              <a:t>Loaded via checkpoint files such as v1-5-pruned-emaonly-fp16.safetensors.</a:t>
            </a:r>
          </a:p>
          <a:p>
            <a:pPr>
              <a:spcAft>
                <a:spcPts val="1000"/>
              </a:spcAft>
            </a:pPr>
            <a:r>
              <a:rPr sz="1250" b="1">
                <a:solidFill>
                  <a:srgbClr val="A582FF"/>
                </a:solidFill>
                <a:latin typeface="Segoe UI"/>
              </a:rPr>
              <a:t>▸ Analogy: </a:t>
            </a:r>
            <a:r>
              <a:rPr sz="1250">
                <a:solidFill>
                  <a:srgbClr val="F5F7FA"/>
                </a:solidFill>
                <a:latin typeface="Segoe UI"/>
              </a:rPr>
              <a:t>The skilled painter interpreting your creative brief.</a:t>
            </a:r>
          </a:p>
        </p:txBody>
      </p:sp>
      <p:sp>
        <p:nvSpPr>
          <p:cNvPr id="13" name="Rounded Rectangle 10">
            <a:extLst>
              <a:ext uri="{FF2B5EF4-FFF2-40B4-BE49-F238E27FC236}">
                <a16:creationId xmlns:a16="http://schemas.microsoft.com/office/drawing/2014/main" id="{84C67144-17E5-FC97-3FF5-9362744FCFDA}"/>
              </a:ext>
            </a:extLst>
          </p:cNvPr>
          <p:cNvSpPr/>
          <p:nvPr/>
        </p:nvSpPr>
        <p:spPr>
          <a:xfrm>
            <a:off x="4343400" y="2967265"/>
            <a:ext cx="3502152" cy="38862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5563EB28-6AA1-3550-0C6C-0DA228BFC957}"/>
              </a:ext>
            </a:extLst>
          </p:cNvPr>
          <p:cNvSpPr/>
          <p:nvPr/>
        </p:nvSpPr>
        <p:spPr>
          <a:xfrm>
            <a:off x="4343400" y="2967265"/>
            <a:ext cx="3502152" cy="411480"/>
          </a:xfrm>
          <a:prstGeom prst="roundRect">
            <a:avLst>
              <a:gd name="adj" fmla="val 8000"/>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2. THE CANVAS</a:t>
            </a:r>
          </a:p>
        </p:txBody>
      </p:sp>
      <p:sp>
        <p:nvSpPr>
          <p:cNvPr id="15" name="TextBox 14">
            <a:extLst>
              <a:ext uri="{FF2B5EF4-FFF2-40B4-BE49-F238E27FC236}">
                <a16:creationId xmlns:a16="http://schemas.microsoft.com/office/drawing/2014/main" id="{EB6984CD-E7B6-6559-A6F5-D8F9A31FB053}"/>
              </a:ext>
            </a:extLst>
          </p:cNvPr>
          <p:cNvSpPr txBox="1"/>
          <p:nvPr/>
        </p:nvSpPr>
        <p:spPr>
          <a:xfrm>
            <a:off x="4526280" y="3534193"/>
            <a:ext cx="3136392" cy="731520"/>
          </a:xfrm>
          <a:prstGeom prst="rect">
            <a:avLst/>
          </a:prstGeom>
          <a:noFill/>
        </p:spPr>
        <p:txBody>
          <a:bodyPr wrap="square">
            <a:spAutoFit/>
          </a:bodyPr>
          <a:lstStyle/>
          <a:p>
            <a:pPr>
              <a:defRPr sz="1800" b="1">
                <a:solidFill>
                  <a:srgbClr val="F5F7FA"/>
                </a:solidFill>
                <a:latin typeface="Segoe UI"/>
              </a:defRPr>
            </a:pPr>
            <a:r>
              <a:t>The Latent Space</a:t>
            </a:r>
          </a:p>
          <a:p>
            <a:pPr>
              <a:spcBef>
                <a:spcPts val="300"/>
              </a:spcBef>
              <a:defRPr sz="1050">
                <a:solidFill>
                  <a:srgbClr val="FF6BB5"/>
                </a:solidFill>
                <a:latin typeface="Consolas"/>
              </a:defRPr>
            </a:pPr>
            <a:r>
              <a:t>ComfyUI Element: Empty Latent Image</a:t>
            </a:r>
          </a:p>
        </p:txBody>
      </p:sp>
      <p:sp>
        <p:nvSpPr>
          <p:cNvPr id="16" name="TextBox 15">
            <a:extLst>
              <a:ext uri="{FF2B5EF4-FFF2-40B4-BE49-F238E27FC236}">
                <a16:creationId xmlns:a16="http://schemas.microsoft.com/office/drawing/2014/main" id="{A81EBAA2-E69A-73B0-AF00-C06ABE21083A}"/>
              </a:ext>
            </a:extLst>
          </p:cNvPr>
          <p:cNvSpPr txBox="1"/>
          <p:nvPr/>
        </p:nvSpPr>
        <p:spPr>
          <a:xfrm>
            <a:off x="4526280" y="4338865"/>
            <a:ext cx="3136392" cy="2286000"/>
          </a:xfrm>
          <a:prstGeom prst="rect">
            <a:avLst/>
          </a:prstGeom>
          <a:noFill/>
        </p:spPr>
        <p:txBody>
          <a:bodyPr wrap="square" lIns="0" tIns="0" rIns="0" bIns="0">
            <a:spAutoFit/>
          </a:bodyPr>
          <a:lstStyle/>
          <a:p>
            <a:pPr>
              <a:spcAft>
                <a:spcPts val="1000"/>
              </a:spcAft>
            </a:pPr>
            <a:r>
              <a:rPr sz="1250" b="1">
                <a:solidFill>
                  <a:srgbClr val="FF6BB5"/>
                </a:solidFill>
                <a:latin typeface="Segoe UI"/>
              </a:rPr>
              <a:t>▸ Role: </a:t>
            </a:r>
            <a:r>
              <a:rPr sz="1250">
                <a:solidFill>
                  <a:srgbClr val="F5F7FA"/>
                </a:solidFill>
                <a:latin typeface="Segoe UI"/>
              </a:rPr>
              <a:t>An abstract mathematical workspace initialized with pure Gaussian noise.</a:t>
            </a:r>
          </a:p>
          <a:p>
            <a:pPr>
              <a:spcAft>
                <a:spcPts val="1000"/>
              </a:spcAft>
            </a:pPr>
            <a:r>
              <a:rPr sz="1250" b="1">
                <a:solidFill>
                  <a:srgbClr val="FF6BB5"/>
                </a:solidFill>
                <a:latin typeface="Segoe UI"/>
              </a:rPr>
              <a:t>▸ In Practice: </a:t>
            </a:r>
            <a:r>
              <a:rPr sz="1250">
                <a:solidFill>
                  <a:srgbClr val="F5F7FA"/>
                </a:solidFill>
                <a:latin typeface="Segoe UI"/>
              </a:rPr>
              <a:t>Defines the width, height (e.g., 512×512), and batch size of your generation.</a:t>
            </a:r>
          </a:p>
          <a:p>
            <a:pPr>
              <a:spcAft>
                <a:spcPts val="1000"/>
              </a:spcAft>
            </a:pPr>
            <a:r>
              <a:rPr sz="1250" b="1">
                <a:solidFill>
                  <a:srgbClr val="FF6BB5"/>
                </a:solidFill>
                <a:latin typeface="Segoe UI"/>
              </a:rPr>
              <a:t>▸ Analogy: </a:t>
            </a:r>
            <a:r>
              <a:rPr sz="1250">
                <a:solidFill>
                  <a:srgbClr val="F5F7FA"/>
                </a:solidFill>
                <a:latin typeface="Segoe UI"/>
              </a:rPr>
              <a:t>The blank stretched canvas where the artwork takes shape.</a:t>
            </a:r>
          </a:p>
        </p:txBody>
      </p:sp>
      <p:sp>
        <p:nvSpPr>
          <p:cNvPr id="17" name="Rounded Rectangle 14">
            <a:extLst>
              <a:ext uri="{FF2B5EF4-FFF2-40B4-BE49-F238E27FC236}">
                <a16:creationId xmlns:a16="http://schemas.microsoft.com/office/drawing/2014/main" id="{542A5381-15D5-55E7-6429-5BD178875D66}"/>
              </a:ext>
            </a:extLst>
          </p:cNvPr>
          <p:cNvSpPr/>
          <p:nvPr/>
        </p:nvSpPr>
        <p:spPr>
          <a:xfrm>
            <a:off x="8138160" y="2967265"/>
            <a:ext cx="3502152" cy="38862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5">
            <a:extLst>
              <a:ext uri="{FF2B5EF4-FFF2-40B4-BE49-F238E27FC236}">
                <a16:creationId xmlns:a16="http://schemas.microsoft.com/office/drawing/2014/main" id="{DBA25E8F-A1E7-17F4-C414-5EC12C4AEAA7}"/>
              </a:ext>
            </a:extLst>
          </p:cNvPr>
          <p:cNvSpPr/>
          <p:nvPr/>
        </p:nvSpPr>
        <p:spPr>
          <a:xfrm>
            <a:off x="8138160" y="2967265"/>
            <a:ext cx="3502152" cy="411480"/>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3. IMAGE REQUIREMENTS</a:t>
            </a:r>
          </a:p>
        </p:txBody>
      </p:sp>
      <p:sp>
        <p:nvSpPr>
          <p:cNvPr id="19" name="TextBox 18">
            <a:extLst>
              <a:ext uri="{FF2B5EF4-FFF2-40B4-BE49-F238E27FC236}">
                <a16:creationId xmlns:a16="http://schemas.microsoft.com/office/drawing/2014/main" id="{CD7C90DB-E057-F9C4-A6D4-96F9439B6A0F}"/>
              </a:ext>
            </a:extLst>
          </p:cNvPr>
          <p:cNvSpPr txBox="1"/>
          <p:nvPr/>
        </p:nvSpPr>
        <p:spPr>
          <a:xfrm>
            <a:off x="8321040" y="3534193"/>
            <a:ext cx="3136392" cy="731520"/>
          </a:xfrm>
          <a:prstGeom prst="rect">
            <a:avLst/>
          </a:prstGeom>
          <a:noFill/>
        </p:spPr>
        <p:txBody>
          <a:bodyPr wrap="square">
            <a:spAutoFit/>
          </a:bodyPr>
          <a:lstStyle/>
          <a:p>
            <a:pPr>
              <a:defRPr sz="1800" b="1">
                <a:solidFill>
                  <a:srgbClr val="F5F7FA"/>
                </a:solidFill>
                <a:latin typeface="Segoe UI"/>
              </a:defRPr>
            </a:pPr>
            <a:r>
              <a:t>Positive &amp; Negative Prompts</a:t>
            </a:r>
          </a:p>
          <a:p>
            <a:pPr>
              <a:spcBef>
                <a:spcPts val="300"/>
              </a:spcBef>
              <a:defRPr sz="1050">
                <a:solidFill>
                  <a:srgbClr val="FFCC4D"/>
                </a:solidFill>
                <a:latin typeface="Consolas"/>
              </a:defRPr>
            </a:pPr>
            <a:r>
              <a:t>ComfyUI Element: CLIP Text Encoder</a:t>
            </a:r>
          </a:p>
        </p:txBody>
      </p:sp>
      <p:sp>
        <p:nvSpPr>
          <p:cNvPr id="20" name="TextBox 19">
            <a:extLst>
              <a:ext uri="{FF2B5EF4-FFF2-40B4-BE49-F238E27FC236}">
                <a16:creationId xmlns:a16="http://schemas.microsoft.com/office/drawing/2014/main" id="{F9D08CA3-D5D5-2134-DDCA-88E03FFC2C1D}"/>
              </a:ext>
            </a:extLst>
          </p:cNvPr>
          <p:cNvSpPr txBox="1"/>
          <p:nvPr/>
        </p:nvSpPr>
        <p:spPr>
          <a:xfrm>
            <a:off x="8321040" y="4338865"/>
            <a:ext cx="3136392" cy="2286000"/>
          </a:xfrm>
          <a:prstGeom prst="rect">
            <a:avLst/>
          </a:prstGeom>
          <a:noFill/>
        </p:spPr>
        <p:txBody>
          <a:bodyPr wrap="square" lIns="0" tIns="0" rIns="0" bIns="0">
            <a:spAutoFit/>
          </a:bodyPr>
          <a:lstStyle/>
          <a:p>
            <a:pPr>
              <a:spcAft>
                <a:spcPts val="1000"/>
              </a:spcAft>
            </a:pPr>
            <a:r>
              <a:rPr sz="1250" b="1">
                <a:solidFill>
                  <a:srgbClr val="48CF85"/>
                </a:solidFill>
                <a:latin typeface="Segoe UI"/>
              </a:rPr>
              <a:t>▸ Positive Prompts: </a:t>
            </a:r>
            <a:r>
              <a:rPr sz="1250">
                <a:solidFill>
                  <a:srgbClr val="F5F7FA"/>
                </a:solidFill>
                <a:latin typeface="Segoe UI"/>
              </a:rPr>
              <a:t>Elements you WANT in the image (subject, style, quality boosters).</a:t>
            </a:r>
          </a:p>
          <a:p>
            <a:pPr>
              <a:spcAft>
                <a:spcPts val="1000"/>
              </a:spcAft>
            </a:pPr>
            <a:r>
              <a:rPr sz="1250" b="1">
                <a:solidFill>
                  <a:srgbClr val="FF5C5C"/>
                </a:solidFill>
                <a:latin typeface="Segoe UI"/>
              </a:rPr>
              <a:t>▸ Negative Prompts: </a:t>
            </a:r>
            <a:r>
              <a:rPr sz="1250">
                <a:solidFill>
                  <a:srgbClr val="F5F7FA"/>
                </a:solidFill>
                <a:latin typeface="Segoe UI"/>
              </a:rPr>
              <a:t>Elements you DO NOT want (blurry, low quality, deformed hands).</a:t>
            </a:r>
          </a:p>
          <a:p>
            <a:pPr>
              <a:spcAft>
                <a:spcPts val="1000"/>
              </a:spcAft>
            </a:pPr>
            <a:r>
              <a:rPr sz="1250" b="1">
                <a:solidFill>
                  <a:srgbClr val="FFCC4D"/>
                </a:solidFill>
                <a:latin typeface="Segoe UI"/>
              </a:rPr>
              <a:t>▸ Analogy: </a:t>
            </a:r>
            <a:r>
              <a:rPr sz="1250">
                <a:solidFill>
                  <a:srgbClr val="F5F7FA"/>
                </a:solidFill>
                <a:latin typeface="Segoe UI"/>
              </a:rPr>
              <a:t>Your detailed instructions telling the artist what to include and avoid.</a:t>
            </a:r>
          </a:p>
        </p:txBody>
      </p:sp>
    </p:spTree>
    <p:extLst>
      <p:ext uri="{BB962C8B-B14F-4D97-AF65-F5344CB8AC3E}">
        <p14:creationId xmlns:p14="http://schemas.microsoft.com/office/powerpoint/2010/main" val="737221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14</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95FA3E3A-3244-6536-2BE9-7B0F1A37F237}"/>
              </a:ext>
            </a:extLst>
          </p:cNvPr>
          <p:cNvSpPr txBox="1"/>
          <p:nvPr/>
        </p:nvSpPr>
        <p:spPr>
          <a:xfrm>
            <a:off x="548640" y="871469"/>
            <a:ext cx="10972800" cy="274320"/>
          </a:xfrm>
          <a:prstGeom prst="rect">
            <a:avLst/>
          </a:prstGeom>
          <a:noFill/>
        </p:spPr>
        <p:txBody>
          <a:bodyPr wrap="square" lIns="0" tIns="0" rIns="0" bIns="0">
            <a:spAutoFit/>
          </a:bodyPr>
          <a:lstStyle/>
          <a:p>
            <a:pPr>
              <a:defRPr sz="1000" b="1">
                <a:solidFill>
                  <a:srgbClr val="FF6BB5"/>
                </a:solidFill>
                <a:latin typeface="Segoe UI"/>
              </a:defRPr>
            </a:pPr>
            <a:r>
              <a:rPr dirty="0"/>
              <a:t>THEORY &amp; ARCHITECTURE</a:t>
            </a:r>
          </a:p>
        </p:txBody>
      </p:sp>
      <p:sp>
        <p:nvSpPr>
          <p:cNvPr id="6" name="TextBox 5">
            <a:extLst>
              <a:ext uri="{FF2B5EF4-FFF2-40B4-BE49-F238E27FC236}">
                <a16:creationId xmlns:a16="http://schemas.microsoft.com/office/drawing/2014/main" id="{45227BBB-C335-7093-29F8-E8B2E91AF3E9}"/>
              </a:ext>
            </a:extLst>
          </p:cNvPr>
          <p:cNvSpPr txBox="1"/>
          <p:nvPr/>
        </p:nvSpPr>
        <p:spPr>
          <a:xfrm>
            <a:off x="548640" y="1082061"/>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How Does Text-to-Image Work? (Diffusion Principles)</a:t>
            </a:r>
          </a:p>
        </p:txBody>
      </p:sp>
      <p:sp>
        <p:nvSpPr>
          <p:cNvPr id="7" name="Rounded Rectangle 4">
            <a:extLst>
              <a:ext uri="{FF2B5EF4-FFF2-40B4-BE49-F238E27FC236}">
                <a16:creationId xmlns:a16="http://schemas.microsoft.com/office/drawing/2014/main" id="{CE778E25-2F56-A4B7-9AB9-E8E3AD504D22}"/>
              </a:ext>
            </a:extLst>
          </p:cNvPr>
          <p:cNvSpPr/>
          <p:nvPr/>
        </p:nvSpPr>
        <p:spPr>
          <a:xfrm>
            <a:off x="548640" y="1578464"/>
            <a:ext cx="11091672" cy="1874519"/>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349FB02-C620-94E0-705E-0F291896C535}"/>
              </a:ext>
            </a:extLst>
          </p:cNvPr>
          <p:cNvSpPr txBox="1"/>
          <p:nvPr/>
        </p:nvSpPr>
        <p:spPr>
          <a:xfrm>
            <a:off x="777240" y="1669904"/>
            <a:ext cx="10607040" cy="365760"/>
          </a:xfrm>
          <a:prstGeom prst="rect">
            <a:avLst/>
          </a:prstGeom>
          <a:noFill/>
        </p:spPr>
        <p:txBody>
          <a:bodyPr wrap="none">
            <a:spAutoFit/>
          </a:bodyPr>
          <a:lstStyle/>
          <a:p>
            <a:pPr>
              <a:defRPr sz="1500" b="1">
                <a:solidFill>
                  <a:srgbClr val="2ED5B7"/>
                </a:solidFill>
                <a:latin typeface="Segoe UI"/>
              </a:defRPr>
            </a:pPr>
            <a:r>
              <a:t>The Reverse Diffusion Process: Generating Target Images from Pure Gaussian Noise</a:t>
            </a:r>
          </a:p>
        </p:txBody>
      </p:sp>
      <p:sp>
        <p:nvSpPr>
          <p:cNvPr id="9" name="Rounded Rectangle 6">
            <a:extLst>
              <a:ext uri="{FF2B5EF4-FFF2-40B4-BE49-F238E27FC236}">
                <a16:creationId xmlns:a16="http://schemas.microsoft.com/office/drawing/2014/main" id="{7276873E-3B23-CF88-ED26-D10DD1CE737C}"/>
              </a:ext>
            </a:extLst>
          </p:cNvPr>
          <p:cNvSpPr/>
          <p:nvPr/>
        </p:nvSpPr>
        <p:spPr>
          <a:xfrm>
            <a:off x="777240" y="2154536"/>
            <a:ext cx="2423160" cy="1051560"/>
          </a:xfrm>
          <a:prstGeom prst="roundRect">
            <a:avLst>
              <a:gd name="adj" fmla="val 4000"/>
            </a:avLst>
          </a:prstGeom>
          <a:solidFill>
            <a:srgbClr val="242C3E"/>
          </a:solidFill>
          <a:ln w="15240">
            <a:solidFill>
              <a:srgbClr val="FF6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F5ADEA70-CFE7-FC27-1966-75B628DC0EC4}"/>
              </a:ext>
            </a:extLst>
          </p:cNvPr>
          <p:cNvSpPr txBox="1"/>
          <p:nvPr/>
        </p:nvSpPr>
        <p:spPr>
          <a:xfrm>
            <a:off x="886968" y="2264264"/>
            <a:ext cx="2203704" cy="832103"/>
          </a:xfrm>
          <a:prstGeom prst="rect">
            <a:avLst/>
          </a:prstGeom>
          <a:noFill/>
        </p:spPr>
        <p:txBody>
          <a:bodyPr wrap="square">
            <a:spAutoFit/>
          </a:bodyPr>
          <a:lstStyle/>
          <a:p>
            <a:pPr>
              <a:defRPr sz="1300" b="1">
                <a:solidFill>
                  <a:srgbClr val="FF6BB5"/>
                </a:solidFill>
                <a:latin typeface="Segoe UI"/>
              </a:defRPr>
            </a:pPr>
            <a:r>
              <a:t>1. Pure Gaussian Noise</a:t>
            </a:r>
          </a:p>
          <a:p>
            <a:pPr>
              <a:spcBef>
                <a:spcPts val="400"/>
              </a:spcBef>
              <a:defRPr sz="1100">
                <a:solidFill>
                  <a:srgbClr val="F5F7FA"/>
                </a:solidFill>
                <a:latin typeface="Segoe UI"/>
              </a:defRPr>
            </a:pPr>
            <a:r>
              <a:t>Random latent noise initialized by a seed</a:t>
            </a:r>
          </a:p>
        </p:txBody>
      </p:sp>
      <p:sp>
        <p:nvSpPr>
          <p:cNvPr id="11" name="TextBox 10">
            <a:extLst>
              <a:ext uri="{FF2B5EF4-FFF2-40B4-BE49-F238E27FC236}">
                <a16:creationId xmlns:a16="http://schemas.microsoft.com/office/drawing/2014/main" id="{10D82AF6-0855-2827-D49E-CB4D1B802683}"/>
              </a:ext>
            </a:extLst>
          </p:cNvPr>
          <p:cNvSpPr txBox="1"/>
          <p:nvPr/>
        </p:nvSpPr>
        <p:spPr>
          <a:xfrm>
            <a:off x="3218688" y="2428855"/>
            <a:ext cx="237744" cy="457200"/>
          </a:xfrm>
          <a:prstGeom prst="rect">
            <a:avLst/>
          </a:prstGeom>
          <a:noFill/>
        </p:spPr>
        <p:txBody>
          <a:bodyPr wrap="none">
            <a:spAutoFit/>
          </a:bodyPr>
          <a:lstStyle/>
          <a:p>
            <a:pPr>
              <a:defRPr sz="1800" b="1">
                <a:solidFill>
                  <a:srgbClr val="A8B3CF"/>
                </a:solidFill>
              </a:defRPr>
            </a:pPr>
            <a:r>
              <a:t>➔</a:t>
            </a:r>
          </a:p>
        </p:txBody>
      </p:sp>
      <p:sp>
        <p:nvSpPr>
          <p:cNvPr id="12" name="Rounded Rectangle 9">
            <a:extLst>
              <a:ext uri="{FF2B5EF4-FFF2-40B4-BE49-F238E27FC236}">
                <a16:creationId xmlns:a16="http://schemas.microsoft.com/office/drawing/2014/main" id="{C8396D83-F04C-362E-74B1-88F66624DF34}"/>
              </a:ext>
            </a:extLst>
          </p:cNvPr>
          <p:cNvSpPr/>
          <p:nvPr/>
        </p:nvSpPr>
        <p:spPr>
          <a:xfrm>
            <a:off x="3474720" y="2154536"/>
            <a:ext cx="2423160" cy="1051560"/>
          </a:xfrm>
          <a:prstGeom prst="roundRect">
            <a:avLst>
              <a:gd name="adj" fmla="val 4000"/>
            </a:avLst>
          </a:prstGeom>
          <a:solidFill>
            <a:srgbClr val="242C3E"/>
          </a:solidFill>
          <a:ln w="15240">
            <a:solidFill>
              <a:srgbClr val="FFCC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78ABCF72-14E2-5F78-9B82-9B9C0CF4BEF6}"/>
              </a:ext>
            </a:extLst>
          </p:cNvPr>
          <p:cNvSpPr txBox="1"/>
          <p:nvPr/>
        </p:nvSpPr>
        <p:spPr>
          <a:xfrm>
            <a:off x="3584448" y="2264264"/>
            <a:ext cx="2203704" cy="832103"/>
          </a:xfrm>
          <a:prstGeom prst="rect">
            <a:avLst/>
          </a:prstGeom>
          <a:noFill/>
        </p:spPr>
        <p:txBody>
          <a:bodyPr wrap="square">
            <a:spAutoFit/>
          </a:bodyPr>
          <a:lstStyle/>
          <a:p>
            <a:pPr>
              <a:defRPr sz="1300" b="1">
                <a:solidFill>
                  <a:srgbClr val="FFCC4D"/>
                </a:solidFill>
                <a:latin typeface="Segoe UI"/>
              </a:defRPr>
            </a:pPr>
            <a:r>
              <a:t>2. Prompt Conditioning</a:t>
            </a:r>
          </a:p>
          <a:p>
            <a:pPr>
              <a:spcBef>
                <a:spcPts val="400"/>
              </a:spcBef>
              <a:defRPr sz="1100">
                <a:solidFill>
                  <a:srgbClr val="F5F7FA"/>
                </a:solidFill>
                <a:latin typeface="Segoe UI"/>
              </a:defRPr>
            </a:pPr>
            <a:r>
              <a:t>CLIP semantic vectors guide direction</a:t>
            </a:r>
          </a:p>
        </p:txBody>
      </p:sp>
      <p:sp>
        <p:nvSpPr>
          <p:cNvPr id="14" name="TextBox 13">
            <a:extLst>
              <a:ext uri="{FF2B5EF4-FFF2-40B4-BE49-F238E27FC236}">
                <a16:creationId xmlns:a16="http://schemas.microsoft.com/office/drawing/2014/main" id="{0FA68D14-DB84-B7B7-F28B-10F4D104D40D}"/>
              </a:ext>
            </a:extLst>
          </p:cNvPr>
          <p:cNvSpPr txBox="1"/>
          <p:nvPr/>
        </p:nvSpPr>
        <p:spPr>
          <a:xfrm>
            <a:off x="5916168" y="2428855"/>
            <a:ext cx="237744" cy="457200"/>
          </a:xfrm>
          <a:prstGeom prst="rect">
            <a:avLst/>
          </a:prstGeom>
          <a:noFill/>
        </p:spPr>
        <p:txBody>
          <a:bodyPr wrap="none">
            <a:spAutoFit/>
          </a:bodyPr>
          <a:lstStyle/>
          <a:p>
            <a:pPr>
              <a:defRPr sz="1800" b="1">
                <a:solidFill>
                  <a:srgbClr val="A8B3CF"/>
                </a:solidFill>
              </a:defRPr>
            </a:pPr>
            <a:r>
              <a:t>➔</a:t>
            </a:r>
          </a:p>
        </p:txBody>
      </p:sp>
      <p:sp>
        <p:nvSpPr>
          <p:cNvPr id="15" name="Rounded Rectangle 12">
            <a:extLst>
              <a:ext uri="{FF2B5EF4-FFF2-40B4-BE49-F238E27FC236}">
                <a16:creationId xmlns:a16="http://schemas.microsoft.com/office/drawing/2014/main" id="{71CE182C-4390-6C96-F40A-468E1C2CD475}"/>
              </a:ext>
            </a:extLst>
          </p:cNvPr>
          <p:cNvSpPr/>
          <p:nvPr/>
        </p:nvSpPr>
        <p:spPr>
          <a:xfrm>
            <a:off x="6172200" y="2154536"/>
            <a:ext cx="2423160" cy="1051560"/>
          </a:xfrm>
          <a:prstGeom prst="roundRect">
            <a:avLst>
              <a:gd name="adj" fmla="val 4000"/>
            </a:avLst>
          </a:prstGeom>
          <a:solidFill>
            <a:srgbClr val="242C3E"/>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C814A93C-441E-FC8F-11C3-9401B386680E}"/>
              </a:ext>
            </a:extLst>
          </p:cNvPr>
          <p:cNvSpPr txBox="1"/>
          <p:nvPr/>
        </p:nvSpPr>
        <p:spPr>
          <a:xfrm>
            <a:off x="6281928" y="2264264"/>
            <a:ext cx="2203704" cy="832103"/>
          </a:xfrm>
          <a:prstGeom prst="rect">
            <a:avLst/>
          </a:prstGeom>
          <a:noFill/>
        </p:spPr>
        <p:txBody>
          <a:bodyPr wrap="square">
            <a:spAutoFit/>
          </a:bodyPr>
          <a:lstStyle/>
          <a:p>
            <a:pPr>
              <a:defRPr sz="1300" b="1">
                <a:solidFill>
                  <a:srgbClr val="2ED5B7"/>
                </a:solidFill>
                <a:latin typeface="Segoe UI"/>
              </a:defRPr>
            </a:pPr>
            <a:r>
              <a:t>3. Iterative Denoising</a:t>
            </a:r>
          </a:p>
          <a:p>
            <a:pPr>
              <a:spcBef>
                <a:spcPts val="400"/>
              </a:spcBef>
              <a:defRPr sz="1100">
                <a:solidFill>
                  <a:srgbClr val="F5F7FA"/>
                </a:solidFill>
                <a:latin typeface="Segoe UI"/>
              </a:defRPr>
            </a:pPr>
            <a:r>
              <a:t>UNet predicts &amp; removes noise step-by-step</a:t>
            </a:r>
          </a:p>
        </p:txBody>
      </p:sp>
      <p:sp>
        <p:nvSpPr>
          <p:cNvPr id="17" name="TextBox 16">
            <a:extLst>
              <a:ext uri="{FF2B5EF4-FFF2-40B4-BE49-F238E27FC236}">
                <a16:creationId xmlns:a16="http://schemas.microsoft.com/office/drawing/2014/main" id="{33265E60-2D50-22AC-6F8E-ACAFC0832690}"/>
              </a:ext>
            </a:extLst>
          </p:cNvPr>
          <p:cNvSpPr txBox="1"/>
          <p:nvPr/>
        </p:nvSpPr>
        <p:spPr>
          <a:xfrm>
            <a:off x="8613648" y="2428855"/>
            <a:ext cx="237744" cy="457200"/>
          </a:xfrm>
          <a:prstGeom prst="rect">
            <a:avLst/>
          </a:prstGeom>
          <a:noFill/>
        </p:spPr>
        <p:txBody>
          <a:bodyPr wrap="none">
            <a:spAutoFit/>
          </a:bodyPr>
          <a:lstStyle/>
          <a:p>
            <a:pPr>
              <a:defRPr sz="1800" b="1">
                <a:solidFill>
                  <a:srgbClr val="A8B3CF"/>
                </a:solidFill>
              </a:defRPr>
            </a:pPr>
            <a:r>
              <a:t>➔</a:t>
            </a:r>
          </a:p>
        </p:txBody>
      </p:sp>
      <p:sp>
        <p:nvSpPr>
          <p:cNvPr id="18" name="Rounded Rectangle 15">
            <a:extLst>
              <a:ext uri="{FF2B5EF4-FFF2-40B4-BE49-F238E27FC236}">
                <a16:creationId xmlns:a16="http://schemas.microsoft.com/office/drawing/2014/main" id="{0798BED6-907E-08C8-BD5A-A63B9CC1CD9D}"/>
              </a:ext>
            </a:extLst>
          </p:cNvPr>
          <p:cNvSpPr/>
          <p:nvPr/>
        </p:nvSpPr>
        <p:spPr>
          <a:xfrm>
            <a:off x="8869680" y="2154536"/>
            <a:ext cx="2423160" cy="1051560"/>
          </a:xfrm>
          <a:prstGeom prst="roundRect">
            <a:avLst>
              <a:gd name="adj" fmla="val 4000"/>
            </a:avLst>
          </a:prstGeom>
          <a:solidFill>
            <a:srgbClr val="242C3E"/>
          </a:solidFill>
          <a:ln w="15240">
            <a:solidFill>
              <a:srgbClr val="48CF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D6628BD4-56FA-D9FD-1AF5-D6514F9676B2}"/>
              </a:ext>
            </a:extLst>
          </p:cNvPr>
          <p:cNvSpPr txBox="1"/>
          <p:nvPr/>
        </p:nvSpPr>
        <p:spPr>
          <a:xfrm>
            <a:off x="8979408" y="2264264"/>
            <a:ext cx="2203704" cy="832103"/>
          </a:xfrm>
          <a:prstGeom prst="rect">
            <a:avLst/>
          </a:prstGeom>
          <a:noFill/>
        </p:spPr>
        <p:txBody>
          <a:bodyPr wrap="square">
            <a:spAutoFit/>
          </a:bodyPr>
          <a:lstStyle/>
          <a:p>
            <a:pPr>
              <a:defRPr sz="1300" b="1">
                <a:solidFill>
                  <a:srgbClr val="48CF85"/>
                </a:solidFill>
                <a:latin typeface="Segoe UI"/>
              </a:defRPr>
            </a:pPr>
            <a:r>
              <a:t>4. Clean Target Image</a:t>
            </a:r>
          </a:p>
          <a:p>
            <a:pPr>
              <a:spcBef>
                <a:spcPts val="400"/>
              </a:spcBef>
              <a:defRPr sz="1100">
                <a:solidFill>
                  <a:srgbClr val="F5F7FA"/>
                </a:solidFill>
                <a:latin typeface="Segoe UI"/>
              </a:defRPr>
            </a:pPr>
            <a:r>
              <a:t>VAE decodes latent blueprint into pixels</a:t>
            </a:r>
          </a:p>
        </p:txBody>
      </p:sp>
      <p:sp>
        <p:nvSpPr>
          <p:cNvPr id="20" name="Rounded Rectangle 17">
            <a:extLst>
              <a:ext uri="{FF2B5EF4-FFF2-40B4-BE49-F238E27FC236}">
                <a16:creationId xmlns:a16="http://schemas.microsoft.com/office/drawing/2014/main" id="{B9C62AAF-1FF5-4058-56A1-2DF4418B0605}"/>
              </a:ext>
            </a:extLst>
          </p:cNvPr>
          <p:cNvSpPr/>
          <p:nvPr/>
        </p:nvSpPr>
        <p:spPr>
          <a:xfrm>
            <a:off x="548640" y="3635864"/>
            <a:ext cx="5394960" cy="24688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8">
            <a:extLst>
              <a:ext uri="{FF2B5EF4-FFF2-40B4-BE49-F238E27FC236}">
                <a16:creationId xmlns:a16="http://schemas.microsoft.com/office/drawing/2014/main" id="{77770C12-E8A8-4CB2-DB42-4426C7FF3797}"/>
              </a:ext>
            </a:extLst>
          </p:cNvPr>
          <p:cNvSpPr/>
          <p:nvPr/>
        </p:nvSpPr>
        <p:spPr>
          <a:xfrm>
            <a:off x="548640" y="3635864"/>
            <a:ext cx="5394960" cy="411480"/>
          </a:xfrm>
          <a:prstGeom prst="roundRect">
            <a:avLst>
              <a:gd name="adj" fmla="val 8000"/>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LATENT SPACE (The Architect's Blueprint)</a:t>
            </a:r>
          </a:p>
        </p:txBody>
      </p:sp>
      <p:sp>
        <p:nvSpPr>
          <p:cNvPr id="22" name="TextBox 21">
            <a:extLst>
              <a:ext uri="{FF2B5EF4-FFF2-40B4-BE49-F238E27FC236}">
                <a16:creationId xmlns:a16="http://schemas.microsoft.com/office/drawing/2014/main" id="{B1EDC17B-BE20-7DD9-E55C-E1A1B4160999}"/>
              </a:ext>
            </a:extLst>
          </p:cNvPr>
          <p:cNvSpPr txBox="1"/>
          <p:nvPr/>
        </p:nvSpPr>
        <p:spPr>
          <a:xfrm>
            <a:off x="731520" y="4184504"/>
            <a:ext cx="5029200" cy="1783080"/>
          </a:xfrm>
          <a:prstGeom prst="rect">
            <a:avLst/>
          </a:prstGeom>
          <a:noFill/>
        </p:spPr>
        <p:txBody>
          <a:bodyPr wrap="square" lIns="0" tIns="0" rIns="0" bIns="0">
            <a:spAutoFit/>
          </a:bodyPr>
          <a:lstStyle/>
          <a:p>
            <a:pPr>
              <a:spcAft>
                <a:spcPts val="800"/>
              </a:spcAft>
            </a:pPr>
            <a:r>
              <a:rPr sz="1250" b="1">
                <a:solidFill>
                  <a:srgbClr val="FF6BB5"/>
                </a:solidFill>
                <a:latin typeface="Segoe UI"/>
              </a:rPr>
              <a:t>▸ Abstract Representation: </a:t>
            </a:r>
            <a:r>
              <a:rPr sz="1250">
                <a:solidFill>
                  <a:srgbClr val="F5F7FA"/>
                </a:solidFill>
                <a:latin typeface="Segoe UI"/>
              </a:rPr>
              <a:t>Compressed data representation used internally by diffusion models.</a:t>
            </a:r>
          </a:p>
          <a:p>
            <a:pPr>
              <a:spcAft>
                <a:spcPts val="800"/>
              </a:spcAft>
            </a:pPr>
            <a:r>
              <a:rPr sz="1250" b="1">
                <a:solidFill>
                  <a:srgbClr val="FF6BB5"/>
                </a:solidFill>
                <a:latin typeface="Segoe UI"/>
              </a:rPr>
              <a:t>▸ High Efficiency: </a:t>
            </a:r>
            <a:r>
              <a:rPr sz="1250">
                <a:solidFill>
                  <a:srgbClr val="F5F7FA"/>
                </a:solidFill>
                <a:latin typeface="Segoe UI"/>
              </a:rPr>
              <a:t>Dramatically reduces memory footprint and lowers denoising complexity.</a:t>
            </a:r>
          </a:p>
          <a:p>
            <a:pPr>
              <a:spcAft>
                <a:spcPts val="800"/>
              </a:spcAft>
            </a:pPr>
            <a:r>
              <a:rPr sz="1250" b="1">
                <a:solidFill>
                  <a:srgbClr val="FF6BB5"/>
                </a:solidFill>
                <a:latin typeface="Segoe UI"/>
              </a:rPr>
              <a:t>▸ Blueprint Analogy: </a:t>
            </a:r>
            <a:r>
              <a:rPr sz="1250">
                <a:solidFill>
                  <a:srgbClr val="F5F7FA"/>
                </a:solidFill>
                <a:latin typeface="Segoe UI"/>
              </a:rPr>
              <a:t>Like an architect modifying a blueprint rather than rebuilding a physical structure—maintains structural features while slashing modification costs.</a:t>
            </a:r>
          </a:p>
        </p:txBody>
      </p:sp>
      <p:sp>
        <p:nvSpPr>
          <p:cNvPr id="23" name="Rounded Rectangle 20">
            <a:extLst>
              <a:ext uri="{FF2B5EF4-FFF2-40B4-BE49-F238E27FC236}">
                <a16:creationId xmlns:a16="http://schemas.microsoft.com/office/drawing/2014/main" id="{A102E72D-F1F9-07F5-D374-A1256EB1C293}"/>
              </a:ext>
            </a:extLst>
          </p:cNvPr>
          <p:cNvSpPr/>
          <p:nvPr/>
        </p:nvSpPr>
        <p:spPr>
          <a:xfrm>
            <a:off x="6245352" y="3635864"/>
            <a:ext cx="5394960" cy="24688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1">
            <a:extLst>
              <a:ext uri="{FF2B5EF4-FFF2-40B4-BE49-F238E27FC236}">
                <a16:creationId xmlns:a16="http://schemas.microsoft.com/office/drawing/2014/main" id="{7CD8FCD9-8ABE-DB5C-1464-BA718EA607DA}"/>
              </a:ext>
            </a:extLst>
          </p:cNvPr>
          <p:cNvSpPr/>
          <p:nvPr/>
        </p:nvSpPr>
        <p:spPr>
          <a:xfrm>
            <a:off x="6245352" y="3635864"/>
            <a:ext cx="5394960" cy="411480"/>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PIXEL SPACE (The Physical Building)</a:t>
            </a:r>
          </a:p>
        </p:txBody>
      </p:sp>
      <p:sp>
        <p:nvSpPr>
          <p:cNvPr id="25" name="TextBox 24">
            <a:extLst>
              <a:ext uri="{FF2B5EF4-FFF2-40B4-BE49-F238E27FC236}">
                <a16:creationId xmlns:a16="http://schemas.microsoft.com/office/drawing/2014/main" id="{943895EF-6F56-B735-A711-C8D1A51C9484}"/>
              </a:ext>
            </a:extLst>
          </p:cNvPr>
          <p:cNvSpPr txBox="1"/>
          <p:nvPr/>
        </p:nvSpPr>
        <p:spPr>
          <a:xfrm>
            <a:off x="6428232" y="4184504"/>
            <a:ext cx="5029200" cy="1783080"/>
          </a:xfrm>
          <a:prstGeom prst="rect">
            <a:avLst/>
          </a:prstGeom>
          <a:noFill/>
        </p:spPr>
        <p:txBody>
          <a:bodyPr wrap="square" lIns="0" tIns="0" rIns="0" bIns="0">
            <a:spAutoFit/>
          </a:bodyPr>
          <a:lstStyle/>
          <a:p>
            <a:pPr>
              <a:spcAft>
                <a:spcPts val="800"/>
              </a:spcAft>
            </a:pPr>
            <a:r>
              <a:rPr sz="1250" b="1">
                <a:solidFill>
                  <a:srgbClr val="4C9AFF"/>
                </a:solidFill>
                <a:latin typeface="Segoe UI"/>
              </a:rPr>
              <a:t>▸ Visual Image Storage: </a:t>
            </a:r>
            <a:r>
              <a:rPr sz="1250">
                <a:solidFill>
                  <a:srgbClr val="F5F7FA"/>
                </a:solidFill>
                <a:latin typeface="Segoe UI"/>
              </a:rPr>
              <a:t>The actual RGB pixel grid that humans can see on screen.</a:t>
            </a:r>
          </a:p>
          <a:p>
            <a:pPr>
              <a:spcAft>
                <a:spcPts val="800"/>
              </a:spcAft>
            </a:pPr>
            <a:r>
              <a:rPr sz="1250" b="1">
                <a:solidFill>
                  <a:srgbClr val="4C9AFF"/>
                </a:solidFill>
                <a:latin typeface="Segoe UI"/>
              </a:rPr>
              <a:t>▸ High Dimensionality: </a:t>
            </a:r>
            <a:r>
              <a:rPr sz="1250">
                <a:solidFill>
                  <a:srgbClr val="F5F7FA"/>
                </a:solidFill>
                <a:latin typeface="Segoe UI"/>
              </a:rPr>
              <a:t>Directly storing and denoising every pixel is computationally expensive.</a:t>
            </a:r>
          </a:p>
          <a:p>
            <a:pPr>
              <a:spcAft>
                <a:spcPts val="800"/>
              </a:spcAft>
            </a:pPr>
            <a:r>
              <a:rPr sz="1250" b="1">
                <a:solidFill>
                  <a:srgbClr val="4C9AFF"/>
                </a:solidFill>
                <a:latin typeface="Segoe UI"/>
              </a:rPr>
              <a:t>▸ VAE Bridge: </a:t>
            </a:r>
            <a:r>
              <a:rPr sz="1250">
                <a:solidFill>
                  <a:srgbClr val="F5F7FA"/>
                </a:solidFill>
                <a:latin typeface="Segoe UI"/>
              </a:rPr>
              <a:t>ComfyUI uses the VAE (Variational AutoEncoder) to translate images between Pixel Space and Latent Space.</a:t>
            </a:r>
          </a:p>
        </p:txBody>
      </p:sp>
      <p:sp>
        <p:nvSpPr>
          <p:cNvPr id="26" name="Rounded Rectangle 23">
            <a:extLst>
              <a:ext uri="{FF2B5EF4-FFF2-40B4-BE49-F238E27FC236}">
                <a16:creationId xmlns:a16="http://schemas.microsoft.com/office/drawing/2014/main" id="{9946A5BD-2B04-046B-53EE-6DA21CFD480E}"/>
              </a:ext>
            </a:extLst>
          </p:cNvPr>
          <p:cNvSpPr/>
          <p:nvPr/>
        </p:nvSpPr>
        <p:spPr>
          <a:xfrm>
            <a:off x="548640" y="6269336"/>
            <a:ext cx="11091672" cy="566928"/>
          </a:xfrm>
          <a:prstGeom prst="roundRect">
            <a:avLst>
              <a:gd name="adj" fmla="val 4000"/>
            </a:avLst>
          </a:prstGeom>
          <a:solidFill>
            <a:srgbClr val="242C3E"/>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D9A097B9-F555-27AC-93FD-B4A290EA2259}"/>
              </a:ext>
            </a:extLst>
          </p:cNvPr>
          <p:cNvSpPr txBox="1"/>
          <p:nvPr/>
        </p:nvSpPr>
        <p:spPr>
          <a:xfrm>
            <a:off x="731520" y="6360776"/>
            <a:ext cx="10789920" cy="365760"/>
          </a:xfrm>
          <a:prstGeom prst="rect">
            <a:avLst/>
          </a:prstGeom>
          <a:noFill/>
        </p:spPr>
        <p:txBody>
          <a:bodyPr wrap="square">
            <a:spAutoFit/>
          </a:bodyPr>
          <a:lstStyle/>
          <a:p>
            <a:r>
              <a:rPr sz="1150" b="1">
                <a:solidFill>
                  <a:srgbClr val="FFCC4D"/>
                </a:solidFill>
                <a:latin typeface="Segoe UI"/>
              </a:rPr>
              <a:t>Foundational Papers:  </a:t>
            </a:r>
            <a:r>
              <a:rPr sz="1150">
                <a:solidFill>
                  <a:srgbClr val="A8B3CF"/>
                </a:solidFill>
                <a:latin typeface="Segoe UI"/>
              </a:rPr>
              <a:t>1) Denoising Diffusion Probabilistic Models (DDPM)   |   2) Denoising Diffusion Implicit Models (DDIM)   |   3) High-Resolution Image Synthesis with Latent Diffusion Models</a:t>
            </a:r>
          </a:p>
        </p:txBody>
      </p:sp>
    </p:spTree>
    <p:extLst>
      <p:ext uri="{BB962C8B-B14F-4D97-AF65-F5344CB8AC3E}">
        <p14:creationId xmlns:p14="http://schemas.microsoft.com/office/powerpoint/2010/main" val="2963678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15</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83DFD5D1-4379-7B7F-E9BB-D45953E08F6C}"/>
              </a:ext>
            </a:extLst>
          </p:cNvPr>
          <p:cNvSpPr txBox="1"/>
          <p:nvPr/>
        </p:nvSpPr>
        <p:spPr>
          <a:xfrm>
            <a:off x="548640" y="934850"/>
            <a:ext cx="10972800" cy="274320"/>
          </a:xfrm>
          <a:prstGeom prst="rect">
            <a:avLst/>
          </a:prstGeom>
          <a:noFill/>
        </p:spPr>
        <p:txBody>
          <a:bodyPr wrap="square" lIns="0" tIns="0" rIns="0" bIns="0">
            <a:spAutoFit/>
          </a:bodyPr>
          <a:lstStyle/>
          <a:p>
            <a:pPr>
              <a:defRPr sz="1000" b="1">
                <a:solidFill>
                  <a:srgbClr val="48CF85"/>
                </a:solidFill>
                <a:latin typeface="Segoe UI"/>
              </a:defRPr>
            </a:pPr>
            <a:r>
              <a:rPr dirty="0"/>
              <a:t>HANDS-ON PRACTICAL GUIDE (4 STEPS)</a:t>
            </a:r>
          </a:p>
        </p:txBody>
      </p:sp>
      <p:sp>
        <p:nvSpPr>
          <p:cNvPr id="6" name="TextBox 5">
            <a:extLst>
              <a:ext uri="{FF2B5EF4-FFF2-40B4-BE49-F238E27FC236}">
                <a16:creationId xmlns:a16="http://schemas.microsoft.com/office/drawing/2014/main" id="{CFDD7FD4-EB9A-9CAB-8DA5-CD70393F37C3}"/>
              </a:ext>
            </a:extLst>
          </p:cNvPr>
          <p:cNvSpPr txBox="1"/>
          <p:nvPr/>
        </p:nvSpPr>
        <p:spPr>
          <a:xfrm>
            <a:off x="548640" y="1226917"/>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Executing </a:t>
            </a:r>
            <a:r>
              <a:rPr dirty="0" err="1">
                <a:solidFill>
                  <a:schemeClr val="tx1">
                    <a:lumMod val="95000"/>
                    <a:lumOff val="5000"/>
                  </a:schemeClr>
                </a:solidFill>
              </a:rPr>
              <a:t>ComfyUI</a:t>
            </a:r>
            <a:r>
              <a:rPr dirty="0">
                <a:solidFill>
                  <a:schemeClr val="tx1">
                    <a:lumMod val="95000"/>
                    <a:lumOff val="5000"/>
                  </a:schemeClr>
                </a:solidFill>
              </a:rPr>
              <a:t> on </a:t>
            </a:r>
            <a:r>
              <a:rPr dirty="0" err="1">
                <a:solidFill>
                  <a:schemeClr val="tx1">
                    <a:lumMod val="95000"/>
                    <a:lumOff val="5000"/>
                  </a:schemeClr>
                </a:solidFill>
              </a:rPr>
              <a:t>Colab</a:t>
            </a:r>
            <a:r>
              <a:rPr dirty="0">
                <a:solidFill>
                  <a:schemeClr val="tx1">
                    <a:lumMod val="95000"/>
                    <a:lumOff val="5000"/>
                  </a:schemeClr>
                </a:solidFill>
              </a:rPr>
              <a:t> &amp; Running Your First Workflow</a:t>
            </a:r>
          </a:p>
        </p:txBody>
      </p:sp>
      <p:sp>
        <p:nvSpPr>
          <p:cNvPr id="7" name="Rounded Rectangle 4">
            <a:extLst>
              <a:ext uri="{FF2B5EF4-FFF2-40B4-BE49-F238E27FC236}">
                <a16:creationId xmlns:a16="http://schemas.microsoft.com/office/drawing/2014/main" id="{AD2897FD-E921-F751-2126-2DA7742CED53}"/>
              </a:ext>
            </a:extLst>
          </p:cNvPr>
          <p:cNvSpPr/>
          <p:nvPr/>
        </p:nvSpPr>
        <p:spPr>
          <a:xfrm>
            <a:off x="548640" y="1750934"/>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8D17DDC2-51F6-3267-1CCE-994FF2D04553}"/>
              </a:ext>
            </a:extLst>
          </p:cNvPr>
          <p:cNvSpPr/>
          <p:nvPr/>
        </p:nvSpPr>
        <p:spPr>
          <a:xfrm>
            <a:off x="548640" y="1750934"/>
            <a:ext cx="5422392" cy="411480"/>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STEP 1: COLAB RUNTIME &amp; MODEL PREP</a:t>
            </a:r>
          </a:p>
        </p:txBody>
      </p:sp>
      <p:sp>
        <p:nvSpPr>
          <p:cNvPr id="9" name="TextBox 8">
            <a:extLst>
              <a:ext uri="{FF2B5EF4-FFF2-40B4-BE49-F238E27FC236}">
                <a16:creationId xmlns:a16="http://schemas.microsoft.com/office/drawing/2014/main" id="{70A05059-E66A-7EBF-8FA9-6BBBD3367BE6}"/>
              </a:ext>
            </a:extLst>
          </p:cNvPr>
          <p:cNvSpPr txBox="1"/>
          <p:nvPr/>
        </p:nvSpPr>
        <p:spPr>
          <a:xfrm>
            <a:off x="731520" y="2281286"/>
            <a:ext cx="5056632" cy="1783080"/>
          </a:xfrm>
          <a:prstGeom prst="rect">
            <a:avLst/>
          </a:prstGeom>
          <a:noFill/>
        </p:spPr>
        <p:txBody>
          <a:bodyPr wrap="square" lIns="0" tIns="0" rIns="0" bIns="0">
            <a:spAutoFit/>
          </a:bodyPr>
          <a:lstStyle/>
          <a:p>
            <a:pPr>
              <a:spcAft>
                <a:spcPts val="600"/>
              </a:spcAft>
            </a:pPr>
            <a:r>
              <a:rPr sz="1180" b="1">
                <a:solidFill>
                  <a:srgbClr val="A582FF"/>
                </a:solidFill>
                <a:latin typeface="Segoe UI"/>
              </a:rPr>
              <a:t>▸ Launch on Google Colab: </a:t>
            </a:r>
            <a:r>
              <a:rPr sz="1180">
                <a:solidFill>
                  <a:srgbClr val="F5F7FA"/>
                </a:solidFill>
                <a:latin typeface="Segoe UI"/>
              </a:rPr>
              <a:t>Run the workshop Colab cells (T4 GPU runtime) to install dependencies, download the checkpoint into ComfyUI/models/checkpoints, and open the ComfyUI Web URL.</a:t>
            </a:r>
          </a:p>
          <a:p>
            <a:pPr>
              <a:spcAft>
                <a:spcPts val="600"/>
              </a:spcAft>
            </a:pPr>
            <a:r>
              <a:rPr sz="1180" b="1">
                <a:solidFill>
                  <a:srgbClr val="A582FF"/>
                </a:solidFill>
                <a:latin typeface="Segoe UI"/>
              </a:rPr>
              <a:t>▸ Recommended File: </a:t>
            </a:r>
            <a:r>
              <a:rPr sz="1180">
                <a:solidFill>
                  <a:srgbClr val="F5F7FA"/>
                </a:solidFill>
                <a:latin typeface="Segoe UI"/>
              </a:rPr>
              <a:t>v1-5-pruned-emaonly-fp16.safetensors (~4GB SD1.5 model).</a:t>
            </a:r>
          </a:p>
          <a:p>
            <a:pPr>
              <a:spcAft>
                <a:spcPts val="600"/>
              </a:spcAft>
            </a:pPr>
            <a:r>
              <a:rPr sz="1180" b="1">
                <a:solidFill>
                  <a:srgbClr val="A582FF"/>
                </a:solidFill>
                <a:latin typeface="Segoe UI"/>
              </a:rPr>
              <a:t>▸ Verify Setup: </a:t>
            </a:r>
            <a:r>
              <a:rPr sz="1180">
                <a:solidFill>
                  <a:srgbClr val="F5F7FA"/>
                </a:solidFill>
                <a:latin typeface="Segoe UI"/>
              </a:rPr>
              <a:t>Ensure the Colab tunnel link opens the ComfyUI canvas in your browser.</a:t>
            </a:r>
          </a:p>
        </p:txBody>
      </p:sp>
      <p:sp>
        <p:nvSpPr>
          <p:cNvPr id="10" name="Rounded Rectangle 7">
            <a:extLst>
              <a:ext uri="{FF2B5EF4-FFF2-40B4-BE49-F238E27FC236}">
                <a16:creationId xmlns:a16="http://schemas.microsoft.com/office/drawing/2014/main" id="{2520654A-CE2B-D391-2F4B-B3024ECCA189}"/>
              </a:ext>
            </a:extLst>
          </p:cNvPr>
          <p:cNvSpPr/>
          <p:nvPr/>
        </p:nvSpPr>
        <p:spPr>
          <a:xfrm>
            <a:off x="6217920" y="1750934"/>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A09219D9-C6D8-4B7B-0B96-F86DEE62C54C}"/>
              </a:ext>
            </a:extLst>
          </p:cNvPr>
          <p:cNvSpPr/>
          <p:nvPr/>
        </p:nvSpPr>
        <p:spPr>
          <a:xfrm>
            <a:off x="6217920" y="1750934"/>
            <a:ext cx="5422392" cy="411480"/>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STEP 2: LOAD THE WORKFLOW</a:t>
            </a:r>
          </a:p>
        </p:txBody>
      </p:sp>
      <p:sp>
        <p:nvSpPr>
          <p:cNvPr id="12" name="TextBox 11">
            <a:extLst>
              <a:ext uri="{FF2B5EF4-FFF2-40B4-BE49-F238E27FC236}">
                <a16:creationId xmlns:a16="http://schemas.microsoft.com/office/drawing/2014/main" id="{D436EAAF-633A-3C94-0A26-CDB90D3C0586}"/>
              </a:ext>
            </a:extLst>
          </p:cNvPr>
          <p:cNvSpPr txBox="1"/>
          <p:nvPr/>
        </p:nvSpPr>
        <p:spPr>
          <a:xfrm>
            <a:off x="6400800" y="2281286"/>
            <a:ext cx="5056632" cy="1783080"/>
          </a:xfrm>
          <a:prstGeom prst="rect">
            <a:avLst/>
          </a:prstGeom>
          <a:noFill/>
        </p:spPr>
        <p:txBody>
          <a:bodyPr wrap="square" lIns="0" tIns="0" rIns="0" bIns="0">
            <a:spAutoFit/>
          </a:bodyPr>
          <a:lstStyle/>
          <a:p>
            <a:pPr>
              <a:spcAft>
                <a:spcPts val="600"/>
              </a:spcAft>
            </a:pPr>
            <a:r>
              <a:rPr sz="1180" b="1">
                <a:solidFill>
                  <a:srgbClr val="4C9AFF"/>
                </a:solidFill>
                <a:latin typeface="Segoe UI"/>
              </a:rPr>
              <a:t>▸ Drag &amp; Drop Image: </a:t>
            </a:r>
            <a:r>
              <a:rPr sz="1180">
                <a:solidFill>
                  <a:srgbClr val="F5F7FA"/>
                </a:solidFill>
                <a:latin typeface="Segoe UI"/>
              </a:rPr>
              <a:t>ComfyUI embeds workflow JSON metadata directly inside generated PNG images. Drag the tutorial image into ComfyUI to load it.</a:t>
            </a:r>
          </a:p>
          <a:p>
            <a:pPr>
              <a:spcAft>
                <a:spcPts val="600"/>
              </a:spcAft>
            </a:pPr>
            <a:r>
              <a:rPr sz="1180" b="1">
                <a:solidFill>
                  <a:srgbClr val="4C9AFF"/>
                </a:solidFill>
                <a:latin typeface="Segoe UI"/>
              </a:rPr>
              <a:t>▸ Menu Shortcut: </a:t>
            </a:r>
            <a:r>
              <a:rPr sz="1180">
                <a:solidFill>
                  <a:srgbClr val="F5F7FA"/>
                </a:solidFill>
                <a:latin typeface="Segoe UI"/>
              </a:rPr>
              <a:t>Alternatively, load a workflow file via the top menu: Workflows -&gt; Open (Ctrl + O) or Load Default.</a:t>
            </a:r>
          </a:p>
        </p:txBody>
      </p:sp>
      <p:sp>
        <p:nvSpPr>
          <p:cNvPr id="13" name="Rounded Rectangle 10">
            <a:extLst>
              <a:ext uri="{FF2B5EF4-FFF2-40B4-BE49-F238E27FC236}">
                <a16:creationId xmlns:a16="http://schemas.microsoft.com/office/drawing/2014/main" id="{1B4ED269-BFEB-8E84-B143-041EA30E1AB5}"/>
              </a:ext>
            </a:extLst>
          </p:cNvPr>
          <p:cNvSpPr/>
          <p:nvPr/>
        </p:nvSpPr>
        <p:spPr>
          <a:xfrm>
            <a:off x="548640" y="4402694"/>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AA7E8973-A998-7DFF-81E0-9C0E864FC541}"/>
              </a:ext>
            </a:extLst>
          </p:cNvPr>
          <p:cNvSpPr/>
          <p:nvPr/>
        </p:nvSpPr>
        <p:spPr>
          <a:xfrm>
            <a:off x="548640" y="4402694"/>
            <a:ext cx="5422392" cy="411480"/>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STEP 3: LOAD MODEL &amp; GENERATE</a:t>
            </a:r>
          </a:p>
        </p:txBody>
      </p:sp>
      <p:sp>
        <p:nvSpPr>
          <p:cNvPr id="15" name="TextBox 14">
            <a:extLst>
              <a:ext uri="{FF2B5EF4-FFF2-40B4-BE49-F238E27FC236}">
                <a16:creationId xmlns:a16="http://schemas.microsoft.com/office/drawing/2014/main" id="{189EB714-ACC8-8E5C-D7F1-F3E14FE5A4AA}"/>
              </a:ext>
            </a:extLst>
          </p:cNvPr>
          <p:cNvSpPr txBox="1"/>
          <p:nvPr/>
        </p:nvSpPr>
        <p:spPr>
          <a:xfrm>
            <a:off x="731520" y="4933046"/>
            <a:ext cx="5056632" cy="1783080"/>
          </a:xfrm>
          <a:prstGeom prst="rect">
            <a:avLst/>
          </a:prstGeom>
          <a:noFill/>
        </p:spPr>
        <p:txBody>
          <a:bodyPr wrap="square" lIns="0" tIns="0" rIns="0" bIns="0">
            <a:spAutoFit/>
          </a:bodyPr>
          <a:lstStyle/>
          <a:p>
            <a:pPr>
              <a:spcAft>
                <a:spcPts val="600"/>
              </a:spcAft>
            </a:pPr>
            <a:r>
              <a:rPr sz="1180" b="1">
                <a:solidFill>
                  <a:srgbClr val="48CF85"/>
                </a:solidFill>
                <a:latin typeface="Segoe UI"/>
              </a:rPr>
              <a:t>▸ Select Checkpoint: </a:t>
            </a:r>
            <a:r>
              <a:rPr sz="1180">
                <a:solidFill>
                  <a:srgbClr val="F5F7FA"/>
                </a:solidFill>
                <a:latin typeface="Segoe UI"/>
              </a:rPr>
              <a:t>In the Load Checkpoint node, click the model name or arrows to select v1-5-pruned-emaonly-fp16.safetensors (ensure it does not say 'null').</a:t>
            </a:r>
          </a:p>
          <a:p>
            <a:pPr>
              <a:spcAft>
                <a:spcPts val="600"/>
              </a:spcAft>
            </a:pPr>
            <a:r>
              <a:rPr sz="1180" b="1">
                <a:solidFill>
                  <a:srgbClr val="48CF85"/>
                </a:solidFill>
                <a:latin typeface="Segoe UI"/>
              </a:rPr>
              <a:t>▸ Execute Queue: </a:t>
            </a:r>
            <a:r>
              <a:rPr sz="1180">
                <a:solidFill>
                  <a:srgbClr val="F5F7FA"/>
                </a:solidFill>
                <a:latin typeface="Segoe UI"/>
              </a:rPr>
              <a:t>Click the Queue button or press Ctrl + Enter to start image generation on the Colab T4 GPU.</a:t>
            </a:r>
          </a:p>
          <a:p>
            <a:pPr>
              <a:spcAft>
                <a:spcPts val="600"/>
              </a:spcAft>
            </a:pPr>
            <a:r>
              <a:rPr sz="1180" b="1">
                <a:solidFill>
                  <a:srgbClr val="48CF85"/>
                </a:solidFill>
                <a:latin typeface="Segoe UI"/>
              </a:rPr>
              <a:t>▸ Save &amp; Re-roll: </a:t>
            </a:r>
            <a:r>
              <a:rPr sz="1180">
                <a:solidFill>
                  <a:srgbClr val="F5F7FA"/>
                </a:solidFill>
                <a:latin typeface="Segoe UI"/>
              </a:rPr>
              <a:t>Right-click the image in the Save Image node to save locally. Run multiple times—KSampler uses a new random seed each run!</a:t>
            </a:r>
          </a:p>
        </p:txBody>
      </p:sp>
      <p:sp>
        <p:nvSpPr>
          <p:cNvPr id="16" name="Rounded Rectangle 13">
            <a:extLst>
              <a:ext uri="{FF2B5EF4-FFF2-40B4-BE49-F238E27FC236}">
                <a16:creationId xmlns:a16="http://schemas.microsoft.com/office/drawing/2014/main" id="{65C25CCC-0806-D1A7-8416-FC544EC4E3E8}"/>
              </a:ext>
            </a:extLst>
          </p:cNvPr>
          <p:cNvSpPr/>
          <p:nvPr/>
        </p:nvSpPr>
        <p:spPr>
          <a:xfrm>
            <a:off x="6217920" y="4402694"/>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4">
            <a:extLst>
              <a:ext uri="{FF2B5EF4-FFF2-40B4-BE49-F238E27FC236}">
                <a16:creationId xmlns:a16="http://schemas.microsoft.com/office/drawing/2014/main" id="{DB70B600-13A2-7289-EDAE-3684BD369542}"/>
              </a:ext>
            </a:extLst>
          </p:cNvPr>
          <p:cNvSpPr/>
          <p:nvPr/>
        </p:nvSpPr>
        <p:spPr>
          <a:xfrm>
            <a:off x="6217920" y="4402694"/>
            <a:ext cx="5422392" cy="411480"/>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STEP 4: START EXPERIMENTING</a:t>
            </a:r>
          </a:p>
        </p:txBody>
      </p:sp>
      <p:sp>
        <p:nvSpPr>
          <p:cNvPr id="18" name="TextBox 17">
            <a:extLst>
              <a:ext uri="{FF2B5EF4-FFF2-40B4-BE49-F238E27FC236}">
                <a16:creationId xmlns:a16="http://schemas.microsoft.com/office/drawing/2014/main" id="{BF9A93EA-6E67-91DE-3E7D-591294280614}"/>
              </a:ext>
            </a:extLst>
          </p:cNvPr>
          <p:cNvSpPr txBox="1"/>
          <p:nvPr/>
        </p:nvSpPr>
        <p:spPr>
          <a:xfrm>
            <a:off x="6400800" y="4933046"/>
            <a:ext cx="5056632" cy="1783080"/>
          </a:xfrm>
          <a:prstGeom prst="rect">
            <a:avLst/>
          </a:prstGeom>
          <a:noFill/>
        </p:spPr>
        <p:txBody>
          <a:bodyPr wrap="square" lIns="0" tIns="0" rIns="0" bIns="0">
            <a:spAutoFit/>
          </a:bodyPr>
          <a:lstStyle/>
          <a:p>
            <a:pPr>
              <a:spcAft>
                <a:spcPts val="600"/>
              </a:spcAft>
            </a:pPr>
            <a:r>
              <a:rPr sz="1180" b="1">
                <a:solidFill>
                  <a:srgbClr val="FFCC4D"/>
                </a:solidFill>
                <a:latin typeface="Segoe UI"/>
              </a:rPr>
              <a:t>▸ Edit CLIP Prompts: </a:t>
            </a:r>
            <a:r>
              <a:rPr sz="1180">
                <a:solidFill>
                  <a:srgbClr val="F5F7FA"/>
                </a:solidFill>
                <a:latin typeface="Segoe UI"/>
              </a:rPr>
              <a:t>Modify the text inside the two CLIP Text Encoder nodes.</a:t>
            </a:r>
          </a:p>
          <a:p>
            <a:pPr>
              <a:spcAft>
                <a:spcPts val="600"/>
              </a:spcAft>
            </a:pPr>
            <a:r>
              <a:rPr sz="1180" b="1">
                <a:solidFill>
                  <a:srgbClr val="FFCC4D"/>
                </a:solidFill>
                <a:latin typeface="Segoe UI"/>
              </a:rPr>
              <a:t>▸ Check Connections: </a:t>
            </a:r>
            <a:r>
              <a:rPr sz="1180">
                <a:solidFill>
                  <a:srgbClr val="F5F7FA"/>
                </a:solidFill>
                <a:latin typeface="Segoe UI"/>
              </a:rPr>
              <a:t>The node wired to the KSampler 'Positive' input holds elements you want; the 'Negative' connection holds elements to avoid.</a:t>
            </a:r>
          </a:p>
          <a:p>
            <a:pPr>
              <a:spcAft>
                <a:spcPts val="600"/>
              </a:spcAft>
            </a:pPr>
            <a:r>
              <a:rPr sz="1180" b="1">
                <a:solidFill>
                  <a:srgbClr val="FFCC4D"/>
                </a:solidFill>
                <a:latin typeface="Segoe UI"/>
              </a:rPr>
              <a:t>▸ Test Variations: </a:t>
            </a:r>
            <a:r>
              <a:rPr sz="1180">
                <a:solidFill>
                  <a:srgbClr val="F5F7FA"/>
                </a:solidFill>
                <a:latin typeface="Segoe UI"/>
              </a:rPr>
              <a:t>Experiment with anime, realistic, or artist-specific prompt styles.</a:t>
            </a:r>
          </a:p>
        </p:txBody>
      </p:sp>
    </p:spTree>
    <p:extLst>
      <p:ext uri="{BB962C8B-B14F-4D97-AF65-F5344CB8AC3E}">
        <p14:creationId xmlns:p14="http://schemas.microsoft.com/office/powerpoint/2010/main" val="3520915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16</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FF27CC23-8D2A-231C-2331-110AC733EA01}"/>
              </a:ext>
            </a:extLst>
          </p:cNvPr>
          <p:cNvSpPr txBox="1"/>
          <p:nvPr/>
        </p:nvSpPr>
        <p:spPr>
          <a:xfrm>
            <a:off x="548640" y="989172"/>
            <a:ext cx="10972800" cy="274320"/>
          </a:xfrm>
          <a:prstGeom prst="rect">
            <a:avLst/>
          </a:prstGeom>
          <a:noFill/>
        </p:spPr>
        <p:txBody>
          <a:bodyPr wrap="square" lIns="0" tIns="0" rIns="0" bIns="0">
            <a:spAutoFit/>
          </a:bodyPr>
          <a:lstStyle/>
          <a:p>
            <a:pPr>
              <a:defRPr sz="1000" b="1">
                <a:solidFill>
                  <a:srgbClr val="2ED5B7"/>
                </a:solidFill>
                <a:latin typeface="Segoe UI"/>
              </a:defRPr>
            </a:pPr>
            <a:r>
              <a:rPr dirty="0"/>
              <a:t>VISUAL WORKFLOW TOPOLOGY</a:t>
            </a:r>
          </a:p>
        </p:txBody>
      </p:sp>
      <p:sp>
        <p:nvSpPr>
          <p:cNvPr id="6" name="TextBox 5">
            <a:extLst>
              <a:ext uri="{FF2B5EF4-FFF2-40B4-BE49-F238E27FC236}">
                <a16:creationId xmlns:a16="http://schemas.microsoft.com/office/drawing/2014/main" id="{C6052DC1-0D62-1FBD-FA90-26207DFFB7EC}"/>
              </a:ext>
            </a:extLst>
          </p:cNvPr>
          <p:cNvSpPr txBox="1"/>
          <p:nvPr/>
        </p:nvSpPr>
        <p:spPr>
          <a:xfrm>
            <a:off x="548640" y="1263132"/>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err="1">
                <a:solidFill>
                  <a:schemeClr val="tx1">
                    <a:lumMod val="95000"/>
                    <a:lumOff val="5000"/>
                  </a:schemeClr>
                </a:solidFill>
              </a:rPr>
              <a:t>ComfyUI</a:t>
            </a:r>
            <a:r>
              <a:rPr dirty="0">
                <a:solidFill>
                  <a:schemeClr val="tx1">
                    <a:lumMod val="95000"/>
                    <a:lumOff val="5000"/>
                  </a:schemeClr>
                </a:solidFill>
              </a:rPr>
              <a:t> Text-to-Image Node Graph Architecture</a:t>
            </a:r>
          </a:p>
        </p:txBody>
      </p:sp>
      <p:sp>
        <p:nvSpPr>
          <p:cNvPr id="7" name="TextBox 6">
            <a:extLst>
              <a:ext uri="{FF2B5EF4-FFF2-40B4-BE49-F238E27FC236}">
                <a16:creationId xmlns:a16="http://schemas.microsoft.com/office/drawing/2014/main" id="{7B1C9637-4D8F-EA56-AC08-5F1C68648922}"/>
              </a:ext>
            </a:extLst>
          </p:cNvPr>
          <p:cNvSpPr txBox="1"/>
          <p:nvPr/>
        </p:nvSpPr>
        <p:spPr>
          <a:xfrm>
            <a:off x="548640" y="1622830"/>
            <a:ext cx="11064240" cy="365760"/>
          </a:xfrm>
          <a:prstGeom prst="rect">
            <a:avLst/>
          </a:prstGeom>
          <a:noFill/>
        </p:spPr>
        <p:txBody>
          <a:bodyPr wrap="none">
            <a:spAutoFit/>
          </a:bodyPr>
          <a:lstStyle/>
          <a:p>
            <a:pPr>
              <a:defRPr sz="1300">
                <a:solidFill>
                  <a:srgbClr val="A8B3CF"/>
                </a:solidFill>
                <a:latin typeface="Segoe UI"/>
              </a:defRPr>
            </a:pPr>
            <a:r>
              <a:t>How data flows from left to right across the 6 essential nodes in the default ComfyUI Text-to-Image workflow:</a:t>
            </a:r>
          </a:p>
        </p:txBody>
      </p:sp>
      <p:sp>
        <p:nvSpPr>
          <p:cNvPr id="8" name="Rounded Rectangle 5">
            <a:extLst>
              <a:ext uri="{FF2B5EF4-FFF2-40B4-BE49-F238E27FC236}">
                <a16:creationId xmlns:a16="http://schemas.microsoft.com/office/drawing/2014/main" id="{2259E3E8-6AE2-63A6-28EC-8E4585CD75E4}"/>
              </a:ext>
            </a:extLst>
          </p:cNvPr>
          <p:cNvSpPr/>
          <p:nvPr/>
        </p:nvSpPr>
        <p:spPr>
          <a:xfrm>
            <a:off x="548640" y="2034310"/>
            <a:ext cx="11091672" cy="4251960"/>
          </a:xfrm>
          <a:prstGeom prst="roundRect">
            <a:avLst>
              <a:gd name="adj" fmla="val 4000"/>
            </a:avLst>
          </a:prstGeom>
          <a:solidFill>
            <a:srgbClr val="0D1017"/>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6">
            <a:extLst>
              <a:ext uri="{FF2B5EF4-FFF2-40B4-BE49-F238E27FC236}">
                <a16:creationId xmlns:a16="http://schemas.microsoft.com/office/drawing/2014/main" id="{25FC118C-BF88-8A35-3BF7-A7A2BB15AD29}"/>
              </a:ext>
            </a:extLst>
          </p:cNvPr>
          <p:cNvSpPr/>
          <p:nvPr/>
        </p:nvSpPr>
        <p:spPr>
          <a:xfrm>
            <a:off x="777240" y="2308630"/>
            <a:ext cx="2286000" cy="2011680"/>
          </a:xfrm>
          <a:prstGeom prst="roundRect">
            <a:avLst>
              <a:gd name="adj" fmla="val 4000"/>
            </a:avLst>
          </a:prstGeom>
          <a:solidFill>
            <a:srgbClr val="1C2230"/>
          </a:solidFill>
          <a:ln w="15240">
            <a:solidFill>
              <a:srgbClr val="A5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7">
            <a:extLst>
              <a:ext uri="{FF2B5EF4-FFF2-40B4-BE49-F238E27FC236}">
                <a16:creationId xmlns:a16="http://schemas.microsoft.com/office/drawing/2014/main" id="{DDD9E630-B898-21F4-2838-3D4E35BA5001}"/>
              </a:ext>
            </a:extLst>
          </p:cNvPr>
          <p:cNvSpPr/>
          <p:nvPr/>
        </p:nvSpPr>
        <p:spPr>
          <a:xfrm>
            <a:off x="777240" y="2308630"/>
            <a:ext cx="2286000" cy="411480"/>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A. Load Checkpoint</a:t>
            </a:r>
          </a:p>
        </p:txBody>
      </p:sp>
      <p:sp>
        <p:nvSpPr>
          <p:cNvPr id="11" name="TextBox 10">
            <a:extLst>
              <a:ext uri="{FF2B5EF4-FFF2-40B4-BE49-F238E27FC236}">
                <a16:creationId xmlns:a16="http://schemas.microsoft.com/office/drawing/2014/main" id="{276E7A30-FEF4-EF1E-C5D6-3F441984F926}"/>
              </a:ext>
            </a:extLst>
          </p:cNvPr>
          <p:cNvSpPr txBox="1"/>
          <p:nvPr/>
        </p:nvSpPr>
        <p:spPr>
          <a:xfrm>
            <a:off x="905256" y="2811550"/>
            <a:ext cx="2029967" cy="1417320"/>
          </a:xfrm>
          <a:prstGeom prst="rect">
            <a:avLst/>
          </a:prstGeom>
          <a:noFill/>
        </p:spPr>
        <p:txBody>
          <a:bodyPr wrap="square">
            <a:spAutoFit/>
          </a:bodyPr>
          <a:lstStyle/>
          <a:p>
            <a:pPr>
              <a:spcAft>
                <a:spcPts val="400"/>
              </a:spcAft>
              <a:defRPr sz="1050" b="1">
                <a:solidFill>
                  <a:srgbClr val="F5F7FA"/>
                </a:solidFill>
                <a:latin typeface="Consolas"/>
              </a:defRPr>
            </a:pPr>
            <a:r>
              <a:t>ckpt_name: v1-5-pruned...</a:t>
            </a:r>
          </a:p>
          <a:p>
            <a:pPr>
              <a:spcAft>
                <a:spcPts val="400"/>
              </a:spcAft>
              <a:defRPr sz="1050" b="1">
                <a:solidFill>
                  <a:srgbClr val="3A4660"/>
                </a:solidFill>
                <a:latin typeface="Consolas"/>
              </a:defRPr>
            </a:pPr>
            <a:r>
              <a:t>────────────────────</a:t>
            </a:r>
          </a:p>
          <a:p>
            <a:pPr>
              <a:spcAft>
                <a:spcPts val="400"/>
              </a:spcAft>
              <a:defRPr sz="1050" b="1">
                <a:solidFill>
                  <a:srgbClr val="A582FF"/>
                </a:solidFill>
                <a:latin typeface="Consolas"/>
              </a:defRPr>
            </a:pPr>
            <a:r>
              <a:t>● MODEL (UNet) ➔</a:t>
            </a:r>
          </a:p>
          <a:p>
            <a:pPr>
              <a:spcAft>
                <a:spcPts val="400"/>
              </a:spcAft>
              <a:defRPr sz="1050" b="1">
                <a:solidFill>
                  <a:srgbClr val="FFCC4D"/>
                </a:solidFill>
                <a:latin typeface="Consolas"/>
              </a:defRPr>
            </a:pPr>
            <a:r>
              <a:t>● CLIP ➔</a:t>
            </a:r>
          </a:p>
          <a:p>
            <a:pPr>
              <a:spcAft>
                <a:spcPts val="400"/>
              </a:spcAft>
              <a:defRPr sz="1050" b="1">
                <a:solidFill>
                  <a:srgbClr val="FF5C5C"/>
                </a:solidFill>
                <a:latin typeface="Consolas"/>
              </a:defRPr>
            </a:pPr>
            <a:r>
              <a:t>● VAE ➔</a:t>
            </a:r>
          </a:p>
        </p:txBody>
      </p:sp>
      <p:sp>
        <p:nvSpPr>
          <p:cNvPr id="12" name="Rounded Rectangle 9">
            <a:extLst>
              <a:ext uri="{FF2B5EF4-FFF2-40B4-BE49-F238E27FC236}">
                <a16:creationId xmlns:a16="http://schemas.microsoft.com/office/drawing/2014/main" id="{2955DA88-5DC3-C7F6-7E03-D9F3C4C60976}"/>
              </a:ext>
            </a:extLst>
          </p:cNvPr>
          <p:cNvSpPr/>
          <p:nvPr/>
        </p:nvSpPr>
        <p:spPr>
          <a:xfrm>
            <a:off x="777240" y="4594630"/>
            <a:ext cx="2286000" cy="1417320"/>
          </a:xfrm>
          <a:prstGeom prst="roundRect">
            <a:avLst>
              <a:gd name="adj" fmla="val 4000"/>
            </a:avLst>
          </a:prstGeom>
          <a:solidFill>
            <a:srgbClr val="1C2230"/>
          </a:solidFill>
          <a:ln w="15240">
            <a:solidFill>
              <a:srgbClr val="FF6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0">
            <a:extLst>
              <a:ext uri="{FF2B5EF4-FFF2-40B4-BE49-F238E27FC236}">
                <a16:creationId xmlns:a16="http://schemas.microsoft.com/office/drawing/2014/main" id="{E6A15572-1B67-FAAA-662E-285EC4E8D57F}"/>
              </a:ext>
            </a:extLst>
          </p:cNvPr>
          <p:cNvSpPr/>
          <p:nvPr/>
        </p:nvSpPr>
        <p:spPr>
          <a:xfrm>
            <a:off x="777240" y="4594630"/>
            <a:ext cx="2286000" cy="411480"/>
          </a:xfrm>
          <a:prstGeom prst="roundRect">
            <a:avLst>
              <a:gd name="adj" fmla="val 8000"/>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B. Empty Latent Image</a:t>
            </a:r>
          </a:p>
        </p:txBody>
      </p:sp>
      <p:sp>
        <p:nvSpPr>
          <p:cNvPr id="14" name="TextBox 13">
            <a:extLst>
              <a:ext uri="{FF2B5EF4-FFF2-40B4-BE49-F238E27FC236}">
                <a16:creationId xmlns:a16="http://schemas.microsoft.com/office/drawing/2014/main" id="{12BA0122-CC60-EA78-0007-5D04C7FDF68F}"/>
              </a:ext>
            </a:extLst>
          </p:cNvPr>
          <p:cNvSpPr txBox="1"/>
          <p:nvPr/>
        </p:nvSpPr>
        <p:spPr>
          <a:xfrm>
            <a:off x="905256" y="5097550"/>
            <a:ext cx="2029967" cy="822960"/>
          </a:xfrm>
          <a:prstGeom prst="rect">
            <a:avLst/>
          </a:prstGeom>
          <a:noFill/>
        </p:spPr>
        <p:txBody>
          <a:bodyPr wrap="square">
            <a:spAutoFit/>
          </a:bodyPr>
          <a:lstStyle/>
          <a:p>
            <a:pPr>
              <a:spcAft>
                <a:spcPts val="400"/>
              </a:spcAft>
              <a:defRPr sz="1050" b="1">
                <a:solidFill>
                  <a:srgbClr val="F5F7FA"/>
                </a:solidFill>
                <a:latin typeface="Consolas"/>
              </a:defRPr>
            </a:pPr>
            <a:r>
              <a:t>width: 512 | height: 512</a:t>
            </a:r>
          </a:p>
          <a:p>
            <a:pPr>
              <a:spcAft>
                <a:spcPts val="400"/>
              </a:spcAft>
              <a:defRPr sz="1050" b="1">
                <a:solidFill>
                  <a:srgbClr val="A8B3CF"/>
                </a:solidFill>
                <a:latin typeface="Consolas"/>
              </a:defRPr>
            </a:pPr>
            <a:r>
              <a:t>batch_size: 1</a:t>
            </a:r>
          </a:p>
          <a:p>
            <a:pPr>
              <a:spcAft>
                <a:spcPts val="400"/>
              </a:spcAft>
              <a:defRPr sz="1050" b="1">
                <a:solidFill>
                  <a:srgbClr val="FF6BB5"/>
                </a:solidFill>
                <a:latin typeface="Consolas"/>
              </a:defRPr>
            </a:pPr>
            <a:r>
              <a:t>● LATENT (Noise) ➔</a:t>
            </a:r>
          </a:p>
        </p:txBody>
      </p:sp>
      <p:sp>
        <p:nvSpPr>
          <p:cNvPr id="15" name="Rounded Rectangle 12">
            <a:extLst>
              <a:ext uri="{FF2B5EF4-FFF2-40B4-BE49-F238E27FC236}">
                <a16:creationId xmlns:a16="http://schemas.microsoft.com/office/drawing/2014/main" id="{B8B15F3A-732F-8945-2DAC-C41B383E0402}"/>
              </a:ext>
            </a:extLst>
          </p:cNvPr>
          <p:cNvSpPr/>
          <p:nvPr/>
        </p:nvSpPr>
        <p:spPr>
          <a:xfrm>
            <a:off x="3520440" y="2262910"/>
            <a:ext cx="2468880" cy="1691640"/>
          </a:xfrm>
          <a:prstGeom prst="roundRect">
            <a:avLst>
              <a:gd name="adj" fmla="val 4000"/>
            </a:avLst>
          </a:prstGeom>
          <a:solidFill>
            <a:srgbClr val="1C2230"/>
          </a:solidFill>
          <a:ln w="15240">
            <a:solidFill>
              <a:srgbClr val="48CF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3">
            <a:extLst>
              <a:ext uri="{FF2B5EF4-FFF2-40B4-BE49-F238E27FC236}">
                <a16:creationId xmlns:a16="http://schemas.microsoft.com/office/drawing/2014/main" id="{5EB9A678-DAF2-F7CC-2BE4-3248C58E971B}"/>
              </a:ext>
            </a:extLst>
          </p:cNvPr>
          <p:cNvSpPr/>
          <p:nvPr/>
        </p:nvSpPr>
        <p:spPr>
          <a:xfrm>
            <a:off x="3520440" y="2262910"/>
            <a:ext cx="2468880" cy="411480"/>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C. CLIP Text Encoder (+)</a:t>
            </a:r>
          </a:p>
        </p:txBody>
      </p:sp>
      <p:sp>
        <p:nvSpPr>
          <p:cNvPr id="17" name="TextBox 16">
            <a:extLst>
              <a:ext uri="{FF2B5EF4-FFF2-40B4-BE49-F238E27FC236}">
                <a16:creationId xmlns:a16="http://schemas.microsoft.com/office/drawing/2014/main" id="{1171D293-10E1-3F4D-5DCA-75DC4D60527C}"/>
              </a:ext>
            </a:extLst>
          </p:cNvPr>
          <p:cNvSpPr txBox="1"/>
          <p:nvPr/>
        </p:nvSpPr>
        <p:spPr>
          <a:xfrm>
            <a:off x="3648456" y="2765830"/>
            <a:ext cx="2212848" cy="1097280"/>
          </a:xfrm>
          <a:prstGeom prst="rect">
            <a:avLst/>
          </a:prstGeom>
          <a:noFill/>
        </p:spPr>
        <p:txBody>
          <a:bodyPr wrap="square">
            <a:spAutoFit/>
          </a:bodyPr>
          <a:lstStyle/>
          <a:p>
            <a:pPr>
              <a:spcAft>
                <a:spcPts val="400"/>
              </a:spcAft>
              <a:defRPr sz="1050" b="1">
                <a:solidFill>
                  <a:srgbClr val="FFCC4D"/>
                </a:solidFill>
                <a:latin typeface="Consolas"/>
              </a:defRPr>
            </a:pPr>
            <a:r>
              <a:t>● clip (from Checkpoint)</a:t>
            </a:r>
          </a:p>
          <a:p>
            <a:pPr>
              <a:spcAft>
                <a:spcPts val="400"/>
              </a:spcAft>
              <a:defRPr sz="1050" b="1">
                <a:solidFill>
                  <a:srgbClr val="F5F7FA"/>
                </a:solidFill>
                <a:latin typeface="Consolas"/>
              </a:defRPr>
            </a:pPr>
            <a:r>
              <a:t>"masterpiece, best quality..."</a:t>
            </a:r>
          </a:p>
          <a:p>
            <a:pPr>
              <a:spcAft>
                <a:spcPts val="400"/>
              </a:spcAft>
              <a:defRPr sz="1050" b="1">
                <a:solidFill>
                  <a:srgbClr val="FF914D"/>
                </a:solidFill>
                <a:latin typeface="Consolas"/>
              </a:defRPr>
            </a:pPr>
            <a:r>
              <a:t>● CONDITIONING (+) ➔</a:t>
            </a:r>
          </a:p>
        </p:txBody>
      </p:sp>
      <p:sp>
        <p:nvSpPr>
          <p:cNvPr id="18" name="Rounded Rectangle 15">
            <a:extLst>
              <a:ext uri="{FF2B5EF4-FFF2-40B4-BE49-F238E27FC236}">
                <a16:creationId xmlns:a16="http://schemas.microsoft.com/office/drawing/2014/main" id="{D8E31B4B-815D-F79C-9716-0EADFBD176D4}"/>
              </a:ext>
            </a:extLst>
          </p:cNvPr>
          <p:cNvSpPr/>
          <p:nvPr/>
        </p:nvSpPr>
        <p:spPr>
          <a:xfrm>
            <a:off x="3520440" y="4274590"/>
            <a:ext cx="2468880" cy="1691640"/>
          </a:xfrm>
          <a:prstGeom prst="roundRect">
            <a:avLst>
              <a:gd name="adj" fmla="val 4000"/>
            </a:avLst>
          </a:prstGeom>
          <a:solidFill>
            <a:srgbClr val="1C2230"/>
          </a:solidFill>
          <a:ln w="1524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6">
            <a:extLst>
              <a:ext uri="{FF2B5EF4-FFF2-40B4-BE49-F238E27FC236}">
                <a16:creationId xmlns:a16="http://schemas.microsoft.com/office/drawing/2014/main" id="{6EA6754C-D8DD-3E75-468A-1FFB7A0E02D1}"/>
              </a:ext>
            </a:extLst>
          </p:cNvPr>
          <p:cNvSpPr/>
          <p:nvPr/>
        </p:nvSpPr>
        <p:spPr>
          <a:xfrm>
            <a:off x="3520440" y="4274590"/>
            <a:ext cx="2468880" cy="411480"/>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C. CLIP Text Encoder (-)</a:t>
            </a:r>
          </a:p>
        </p:txBody>
      </p:sp>
      <p:sp>
        <p:nvSpPr>
          <p:cNvPr id="20" name="TextBox 19">
            <a:extLst>
              <a:ext uri="{FF2B5EF4-FFF2-40B4-BE49-F238E27FC236}">
                <a16:creationId xmlns:a16="http://schemas.microsoft.com/office/drawing/2014/main" id="{8B6925C9-2A0B-7CBD-ECAA-C614F1183622}"/>
              </a:ext>
            </a:extLst>
          </p:cNvPr>
          <p:cNvSpPr txBox="1"/>
          <p:nvPr/>
        </p:nvSpPr>
        <p:spPr>
          <a:xfrm>
            <a:off x="3648456" y="4777510"/>
            <a:ext cx="2212848" cy="1097280"/>
          </a:xfrm>
          <a:prstGeom prst="rect">
            <a:avLst/>
          </a:prstGeom>
          <a:noFill/>
        </p:spPr>
        <p:txBody>
          <a:bodyPr wrap="square">
            <a:spAutoFit/>
          </a:bodyPr>
          <a:lstStyle/>
          <a:p>
            <a:pPr>
              <a:spcAft>
                <a:spcPts val="400"/>
              </a:spcAft>
              <a:defRPr sz="1050" b="1">
                <a:solidFill>
                  <a:srgbClr val="FFCC4D"/>
                </a:solidFill>
                <a:latin typeface="Consolas"/>
              </a:defRPr>
            </a:pPr>
            <a:r>
              <a:t>● clip (from Checkpoint)</a:t>
            </a:r>
          </a:p>
          <a:p>
            <a:pPr>
              <a:spcAft>
                <a:spcPts val="400"/>
              </a:spcAft>
              <a:defRPr sz="1050" b="1">
                <a:solidFill>
                  <a:srgbClr val="F5F7FA"/>
                </a:solidFill>
                <a:latin typeface="Consolas"/>
              </a:defRPr>
            </a:pPr>
            <a:r>
              <a:t>"low quality, blurry..."</a:t>
            </a:r>
          </a:p>
          <a:p>
            <a:pPr>
              <a:spcAft>
                <a:spcPts val="400"/>
              </a:spcAft>
              <a:defRPr sz="1050" b="1">
                <a:solidFill>
                  <a:srgbClr val="FF914D"/>
                </a:solidFill>
                <a:latin typeface="Consolas"/>
              </a:defRPr>
            </a:pPr>
            <a:r>
              <a:t>● CONDITIONING (-) ➔</a:t>
            </a:r>
          </a:p>
        </p:txBody>
      </p:sp>
      <p:sp>
        <p:nvSpPr>
          <p:cNvPr id="21" name="Rounded Rectangle 18">
            <a:extLst>
              <a:ext uri="{FF2B5EF4-FFF2-40B4-BE49-F238E27FC236}">
                <a16:creationId xmlns:a16="http://schemas.microsoft.com/office/drawing/2014/main" id="{350506F6-4E94-FD9C-1876-255EE1B70CB1}"/>
              </a:ext>
            </a:extLst>
          </p:cNvPr>
          <p:cNvSpPr/>
          <p:nvPr/>
        </p:nvSpPr>
        <p:spPr>
          <a:xfrm>
            <a:off x="6446520" y="2445790"/>
            <a:ext cx="2377440" cy="3291840"/>
          </a:xfrm>
          <a:prstGeom prst="roundRect">
            <a:avLst>
              <a:gd name="adj" fmla="val 4000"/>
            </a:avLst>
          </a:prstGeom>
          <a:solidFill>
            <a:srgbClr val="1C2230"/>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9">
            <a:extLst>
              <a:ext uri="{FF2B5EF4-FFF2-40B4-BE49-F238E27FC236}">
                <a16:creationId xmlns:a16="http://schemas.microsoft.com/office/drawing/2014/main" id="{97E598BA-6BB8-620F-240A-9150B1003055}"/>
              </a:ext>
            </a:extLst>
          </p:cNvPr>
          <p:cNvSpPr/>
          <p:nvPr/>
        </p:nvSpPr>
        <p:spPr>
          <a:xfrm>
            <a:off x="6446520" y="2445790"/>
            <a:ext cx="2377440" cy="411480"/>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D. KSampler (Core)</a:t>
            </a:r>
          </a:p>
        </p:txBody>
      </p:sp>
      <p:sp>
        <p:nvSpPr>
          <p:cNvPr id="23" name="TextBox 22">
            <a:extLst>
              <a:ext uri="{FF2B5EF4-FFF2-40B4-BE49-F238E27FC236}">
                <a16:creationId xmlns:a16="http://schemas.microsoft.com/office/drawing/2014/main" id="{0A33D6F8-35CC-1B06-B561-BCE3B80CFAF5}"/>
              </a:ext>
            </a:extLst>
          </p:cNvPr>
          <p:cNvSpPr txBox="1"/>
          <p:nvPr/>
        </p:nvSpPr>
        <p:spPr>
          <a:xfrm>
            <a:off x="6574536" y="2948710"/>
            <a:ext cx="2121408" cy="2697480"/>
          </a:xfrm>
          <a:prstGeom prst="rect">
            <a:avLst/>
          </a:prstGeom>
          <a:noFill/>
        </p:spPr>
        <p:txBody>
          <a:bodyPr wrap="square">
            <a:spAutoFit/>
          </a:bodyPr>
          <a:lstStyle/>
          <a:p>
            <a:pPr>
              <a:spcAft>
                <a:spcPts val="400"/>
              </a:spcAft>
              <a:defRPr sz="1050" b="1">
                <a:solidFill>
                  <a:srgbClr val="A582FF"/>
                </a:solidFill>
                <a:latin typeface="Consolas"/>
              </a:defRPr>
            </a:pPr>
            <a:r>
              <a:t>● model (from Checkpoint)</a:t>
            </a:r>
          </a:p>
          <a:p>
            <a:pPr>
              <a:spcAft>
                <a:spcPts val="400"/>
              </a:spcAft>
              <a:defRPr sz="1050" b="1">
                <a:solidFill>
                  <a:srgbClr val="FF914D"/>
                </a:solidFill>
                <a:latin typeface="Consolas"/>
              </a:defRPr>
            </a:pPr>
            <a:r>
              <a:t>● positive (from CLIP +)</a:t>
            </a:r>
          </a:p>
          <a:p>
            <a:pPr>
              <a:spcAft>
                <a:spcPts val="400"/>
              </a:spcAft>
              <a:defRPr sz="1050" b="1">
                <a:solidFill>
                  <a:srgbClr val="FF914D"/>
                </a:solidFill>
                <a:latin typeface="Consolas"/>
              </a:defRPr>
            </a:pPr>
            <a:r>
              <a:t>● negative (from CLIP -)</a:t>
            </a:r>
          </a:p>
          <a:p>
            <a:pPr>
              <a:spcAft>
                <a:spcPts val="400"/>
              </a:spcAft>
              <a:defRPr sz="1050" b="1">
                <a:solidFill>
                  <a:srgbClr val="FF6BB5"/>
                </a:solidFill>
                <a:latin typeface="Consolas"/>
              </a:defRPr>
            </a:pPr>
            <a:r>
              <a:t>● latent_image (Canvas)</a:t>
            </a:r>
          </a:p>
          <a:p>
            <a:pPr>
              <a:spcAft>
                <a:spcPts val="400"/>
              </a:spcAft>
              <a:defRPr sz="1050" b="1">
                <a:solidFill>
                  <a:srgbClr val="3A4660"/>
                </a:solidFill>
                <a:latin typeface="Consolas"/>
              </a:defRPr>
            </a:pPr>
            <a:r>
              <a:t>────────────────────</a:t>
            </a:r>
          </a:p>
          <a:p>
            <a:pPr>
              <a:spcAft>
                <a:spcPts val="400"/>
              </a:spcAft>
              <a:defRPr sz="1050" b="1">
                <a:solidFill>
                  <a:srgbClr val="F5F7FA"/>
                </a:solidFill>
                <a:latin typeface="Consolas"/>
              </a:defRPr>
            </a:pPr>
            <a:r>
              <a:t>seed / steps: 20 / cfg: 8.0</a:t>
            </a:r>
          </a:p>
          <a:p>
            <a:pPr>
              <a:spcAft>
                <a:spcPts val="400"/>
              </a:spcAft>
              <a:defRPr sz="1050" b="1">
                <a:solidFill>
                  <a:srgbClr val="A8B3CF"/>
                </a:solidFill>
                <a:latin typeface="Consolas"/>
              </a:defRPr>
            </a:pPr>
            <a:r>
              <a:t>sampler / scheduler / denoise</a:t>
            </a:r>
          </a:p>
          <a:p>
            <a:pPr>
              <a:spcAft>
                <a:spcPts val="400"/>
              </a:spcAft>
              <a:defRPr sz="1050" b="1">
                <a:solidFill>
                  <a:srgbClr val="FF6BB5"/>
                </a:solidFill>
                <a:latin typeface="Consolas"/>
              </a:defRPr>
            </a:pPr>
            <a:r>
              <a:t>● LATENT (Denoised) ➔</a:t>
            </a:r>
          </a:p>
        </p:txBody>
      </p:sp>
      <p:sp>
        <p:nvSpPr>
          <p:cNvPr id="24" name="Rounded Rectangle 21">
            <a:extLst>
              <a:ext uri="{FF2B5EF4-FFF2-40B4-BE49-F238E27FC236}">
                <a16:creationId xmlns:a16="http://schemas.microsoft.com/office/drawing/2014/main" id="{8182EA6E-9319-2424-D82C-5E0B9EC6A3A5}"/>
              </a:ext>
            </a:extLst>
          </p:cNvPr>
          <p:cNvSpPr/>
          <p:nvPr/>
        </p:nvSpPr>
        <p:spPr>
          <a:xfrm>
            <a:off x="9189720" y="2445790"/>
            <a:ext cx="2194560" cy="1554480"/>
          </a:xfrm>
          <a:prstGeom prst="roundRect">
            <a:avLst>
              <a:gd name="adj" fmla="val 4000"/>
            </a:avLst>
          </a:prstGeom>
          <a:solidFill>
            <a:srgbClr val="1C2230"/>
          </a:solidFill>
          <a:ln w="1524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2">
            <a:extLst>
              <a:ext uri="{FF2B5EF4-FFF2-40B4-BE49-F238E27FC236}">
                <a16:creationId xmlns:a16="http://schemas.microsoft.com/office/drawing/2014/main" id="{707B0925-8B81-04DF-87F1-0D28B2ACC224}"/>
              </a:ext>
            </a:extLst>
          </p:cNvPr>
          <p:cNvSpPr/>
          <p:nvPr/>
        </p:nvSpPr>
        <p:spPr>
          <a:xfrm>
            <a:off x="9189720" y="2445790"/>
            <a:ext cx="2194560" cy="411480"/>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E. VAE Decode</a:t>
            </a:r>
          </a:p>
        </p:txBody>
      </p:sp>
      <p:sp>
        <p:nvSpPr>
          <p:cNvPr id="26" name="TextBox 25">
            <a:extLst>
              <a:ext uri="{FF2B5EF4-FFF2-40B4-BE49-F238E27FC236}">
                <a16:creationId xmlns:a16="http://schemas.microsoft.com/office/drawing/2014/main" id="{1503F90D-D95B-B75E-FF45-3150987D3376}"/>
              </a:ext>
            </a:extLst>
          </p:cNvPr>
          <p:cNvSpPr txBox="1"/>
          <p:nvPr/>
        </p:nvSpPr>
        <p:spPr>
          <a:xfrm>
            <a:off x="9317736" y="2948710"/>
            <a:ext cx="1938528" cy="960119"/>
          </a:xfrm>
          <a:prstGeom prst="rect">
            <a:avLst/>
          </a:prstGeom>
          <a:noFill/>
        </p:spPr>
        <p:txBody>
          <a:bodyPr wrap="square">
            <a:spAutoFit/>
          </a:bodyPr>
          <a:lstStyle/>
          <a:p>
            <a:pPr>
              <a:spcAft>
                <a:spcPts val="400"/>
              </a:spcAft>
              <a:defRPr sz="1050" b="1">
                <a:solidFill>
                  <a:srgbClr val="FF6BB5"/>
                </a:solidFill>
                <a:latin typeface="Consolas"/>
              </a:defRPr>
            </a:pPr>
            <a:r>
              <a:t>● samples (from KSampler)</a:t>
            </a:r>
          </a:p>
          <a:p>
            <a:pPr>
              <a:spcAft>
                <a:spcPts val="400"/>
              </a:spcAft>
              <a:defRPr sz="1050" b="1">
                <a:solidFill>
                  <a:srgbClr val="FF5C5C"/>
                </a:solidFill>
                <a:latin typeface="Consolas"/>
              </a:defRPr>
            </a:pPr>
            <a:r>
              <a:t>● vae (from Checkpoint)</a:t>
            </a:r>
          </a:p>
          <a:p>
            <a:pPr>
              <a:spcAft>
                <a:spcPts val="400"/>
              </a:spcAft>
              <a:defRPr sz="1050" b="1">
                <a:solidFill>
                  <a:srgbClr val="4C9AFF"/>
                </a:solidFill>
                <a:latin typeface="Consolas"/>
              </a:defRPr>
            </a:pPr>
            <a:r>
              <a:t>● IMAGE (Pixels) ➔</a:t>
            </a:r>
          </a:p>
        </p:txBody>
      </p:sp>
      <p:sp>
        <p:nvSpPr>
          <p:cNvPr id="27" name="Rounded Rectangle 24">
            <a:extLst>
              <a:ext uri="{FF2B5EF4-FFF2-40B4-BE49-F238E27FC236}">
                <a16:creationId xmlns:a16="http://schemas.microsoft.com/office/drawing/2014/main" id="{0B8B5382-28CD-D960-09DB-D47522AFF539}"/>
              </a:ext>
            </a:extLst>
          </p:cNvPr>
          <p:cNvSpPr/>
          <p:nvPr/>
        </p:nvSpPr>
        <p:spPr>
          <a:xfrm>
            <a:off x="9189720" y="4320310"/>
            <a:ext cx="2194560" cy="1508760"/>
          </a:xfrm>
          <a:prstGeom prst="roundRect">
            <a:avLst>
              <a:gd name="adj" fmla="val 4000"/>
            </a:avLst>
          </a:prstGeom>
          <a:solidFill>
            <a:srgbClr val="1C2230"/>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5">
            <a:extLst>
              <a:ext uri="{FF2B5EF4-FFF2-40B4-BE49-F238E27FC236}">
                <a16:creationId xmlns:a16="http://schemas.microsoft.com/office/drawing/2014/main" id="{D248D12B-5BCD-CEDB-9378-81869CCAB045}"/>
              </a:ext>
            </a:extLst>
          </p:cNvPr>
          <p:cNvSpPr/>
          <p:nvPr/>
        </p:nvSpPr>
        <p:spPr>
          <a:xfrm>
            <a:off x="9189720" y="4320310"/>
            <a:ext cx="2194560" cy="411480"/>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F. Save Image</a:t>
            </a:r>
          </a:p>
        </p:txBody>
      </p:sp>
      <p:sp>
        <p:nvSpPr>
          <p:cNvPr id="29" name="TextBox 28">
            <a:extLst>
              <a:ext uri="{FF2B5EF4-FFF2-40B4-BE49-F238E27FC236}">
                <a16:creationId xmlns:a16="http://schemas.microsoft.com/office/drawing/2014/main" id="{440F02FE-CB91-F4AD-8D35-F0D722950F67}"/>
              </a:ext>
            </a:extLst>
          </p:cNvPr>
          <p:cNvSpPr txBox="1"/>
          <p:nvPr/>
        </p:nvSpPr>
        <p:spPr>
          <a:xfrm>
            <a:off x="9317736" y="4823230"/>
            <a:ext cx="1938528" cy="914399"/>
          </a:xfrm>
          <a:prstGeom prst="rect">
            <a:avLst/>
          </a:prstGeom>
          <a:noFill/>
        </p:spPr>
        <p:txBody>
          <a:bodyPr wrap="square">
            <a:spAutoFit/>
          </a:bodyPr>
          <a:lstStyle/>
          <a:p>
            <a:pPr>
              <a:spcAft>
                <a:spcPts val="400"/>
              </a:spcAft>
              <a:defRPr sz="1050" b="1">
                <a:solidFill>
                  <a:srgbClr val="4C9AFF"/>
                </a:solidFill>
                <a:latin typeface="Consolas"/>
              </a:defRPr>
            </a:pPr>
            <a:r>
              <a:t>● images (from VAE Decode)</a:t>
            </a:r>
          </a:p>
          <a:p>
            <a:pPr>
              <a:spcAft>
                <a:spcPts val="400"/>
              </a:spcAft>
              <a:defRPr sz="1050" b="1">
                <a:solidFill>
                  <a:srgbClr val="F5F7FA"/>
                </a:solidFill>
                <a:latin typeface="Consolas"/>
              </a:defRPr>
            </a:pPr>
            <a:r>
              <a:t>filename_prefix: ComfyUI</a:t>
            </a:r>
          </a:p>
          <a:p>
            <a:pPr>
              <a:spcAft>
                <a:spcPts val="400"/>
              </a:spcAft>
              <a:defRPr sz="1050" b="1">
                <a:solidFill>
                  <a:srgbClr val="48CF85"/>
                </a:solidFill>
                <a:latin typeface="Consolas"/>
              </a:defRPr>
            </a:pPr>
            <a:r>
              <a:t>Saves to: ComfyUI/output</a:t>
            </a:r>
          </a:p>
        </p:txBody>
      </p:sp>
      <p:sp>
        <p:nvSpPr>
          <p:cNvPr id="30" name="TextBox 29">
            <a:extLst>
              <a:ext uri="{FF2B5EF4-FFF2-40B4-BE49-F238E27FC236}">
                <a16:creationId xmlns:a16="http://schemas.microsoft.com/office/drawing/2014/main" id="{F2ABC601-389A-C97C-84EC-EB69F8913CE0}"/>
              </a:ext>
            </a:extLst>
          </p:cNvPr>
          <p:cNvSpPr txBox="1"/>
          <p:nvPr/>
        </p:nvSpPr>
        <p:spPr>
          <a:xfrm>
            <a:off x="548640" y="6469150"/>
            <a:ext cx="1828800" cy="365760"/>
          </a:xfrm>
          <a:prstGeom prst="rect">
            <a:avLst/>
          </a:prstGeom>
          <a:noFill/>
        </p:spPr>
        <p:txBody>
          <a:bodyPr wrap="none">
            <a:spAutoFit/>
          </a:bodyPr>
          <a:lstStyle/>
          <a:p>
            <a:pPr>
              <a:defRPr sz="1100" b="1">
                <a:solidFill>
                  <a:srgbClr val="A582FF"/>
                </a:solidFill>
                <a:latin typeface="Segoe UI"/>
              </a:defRPr>
            </a:pPr>
            <a:r>
              <a:t>● MODEL (UNet)</a:t>
            </a:r>
          </a:p>
        </p:txBody>
      </p:sp>
      <p:sp>
        <p:nvSpPr>
          <p:cNvPr id="31" name="TextBox 30">
            <a:extLst>
              <a:ext uri="{FF2B5EF4-FFF2-40B4-BE49-F238E27FC236}">
                <a16:creationId xmlns:a16="http://schemas.microsoft.com/office/drawing/2014/main" id="{2E36EA54-C3C1-3D84-458E-E01133E4CA79}"/>
              </a:ext>
            </a:extLst>
          </p:cNvPr>
          <p:cNvSpPr txBox="1"/>
          <p:nvPr/>
        </p:nvSpPr>
        <p:spPr>
          <a:xfrm>
            <a:off x="2423160" y="6469150"/>
            <a:ext cx="1828800" cy="365760"/>
          </a:xfrm>
          <a:prstGeom prst="rect">
            <a:avLst/>
          </a:prstGeom>
          <a:noFill/>
        </p:spPr>
        <p:txBody>
          <a:bodyPr wrap="none">
            <a:spAutoFit/>
          </a:bodyPr>
          <a:lstStyle/>
          <a:p>
            <a:pPr>
              <a:defRPr sz="1100" b="1">
                <a:solidFill>
                  <a:srgbClr val="FFCC4D"/>
                </a:solidFill>
                <a:latin typeface="Segoe UI"/>
              </a:defRPr>
            </a:pPr>
            <a:r>
              <a:t>● CLIP (Text Encoder)</a:t>
            </a:r>
          </a:p>
        </p:txBody>
      </p:sp>
      <p:sp>
        <p:nvSpPr>
          <p:cNvPr id="32" name="TextBox 31">
            <a:extLst>
              <a:ext uri="{FF2B5EF4-FFF2-40B4-BE49-F238E27FC236}">
                <a16:creationId xmlns:a16="http://schemas.microsoft.com/office/drawing/2014/main" id="{E182B7C6-29F2-E5D8-3C25-9D3A4144743D}"/>
              </a:ext>
            </a:extLst>
          </p:cNvPr>
          <p:cNvSpPr txBox="1"/>
          <p:nvPr/>
        </p:nvSpPr>
        <p:spPr>
          <a:xfrm>
            <a:off x="4297679" y="6469150"/>
            <a:ext cx="1828800" cy="365760"/>
          </a:xfrm>
          <a:prstGeom prst="rect">
            <a:avLst/>
          </a:prstGeom>
          <a:noFill/>
        </p:spPr>
        <p:txBody>
          <a:bodyPr wrap="none">
            <a:spAutoFit/>
          </a:bodyPr>
          <a:lstStyle/>
          <a:p>
            <a:pPr>
              <a:defRPr sz="1100" b="1">
                <a:solidFill>
                  <a:srgbClr val="FF914D"/>
                </a:solidFill>
                <a:latin typeface="Segoe UI"/>
              </a:defRPr>
            </a:pPr>
            <a:r>
              <a:t>● CONDITIONING (Prompts)</a:t>
            </a:r>
          </a:p>
        </p:txBody>
      </p:sp>
      <p:sp>
        <p:nvSpPr>
          <p:cNvPr id="33" name="TextBox 32">
            <a:extLst>
              <a:ext uri="{FF2B5EF4-FFF2-40B4-BE49-F238E27FC236}">
                <a16:creationId xmlns:a16="http://schemas.microsoft.com/office/drawing/2014/main" id="{08978D7F-F9E7-BC11-D61D-038AD4D2D80A}"/>
              </a:ext>
            </a:extLst>
          </p:cNvPr>
          <p:cNvSpPr txBox="1"/>
          <p:nvPr/>
        </p:nvSpPr>
        <p:spPr>
          <a:xfrm>
            <a:off x="6172199" y="6469150"/>
            <a:ext cx="1828800" cy="365760"/>
          </a:xfrm>
          <a:prstGeom prst="rect">
            <a:avLst/>
          </a:prstGeom>
          <a:noFill/>
        </p:spPr>
        <p:txBody>
          <a:bodyPr wrap="none">
            <a:spAutoFit/>
          </a:bodyPr>
          <a:lstStyle/>
          <a:p>
            <a:pPr>
              <a:defRPr sz="1100" b="1">
                <a:solidFill>
                  <a:srgbClr val="FF6BB5"/>
                </a:solidFill>
                <a:latin typeface="Segoe UI"/>
              </a:defRPr>
            </a:pPr>
            <a:r>
              <a:t>● LATENT (Latent Space)</a:t>
            </a:r>
          </a:p>
        </p:txBody>
      </p:sp>
      <p:sp>
        <p:nvSpPr>
          <p:cNvPr id="34" name="TextBox 33">
            <a:extLst>
              <a:ext uri="{FF2B5EF4-FFF2-40B4-BE49-F238E27FC236}">
                <a16:creationId xmlns:a16="http://schemas.microsoft.com/office/drawing/2014/main" id="{1AA17EEF-223D-8DC8-4822-001E5EB6FF12}"/>
              </a:ext>
            </a:extLst>
          </p:cNvPr>
          <p:cNvSpPr txBox="1"/>
          <p:nvPr/>
        </p:nvSpPr>
        <p:spPr>
          <a:xfrm>
            <a:off x="8046719" y="6469150"/>
            <a:ext cx="1828800" cy="365760"/>
          </a:xfrm>
          <a:prstGeom prst="rect">
            <a:avLst/>
          </a:prstGeom>
          <a:noFill/>
        </p:spPr>
        <p:txBody>
          <a:bodyPr wrap="none">
            <a:spAutoFit/>
          </a:bodyPr>
          <a:lstStyle/>
          <a:p>
            <a:pPr>
              <a:defRPr sz="1100" b="1">
                <a:solidFill>
                  <a:srgbClr val="FF5C5C"/>
                </a:solidFill>
                <a:latin typeface="Segoe UI"/>
              </a:defRPr>
            </a:pPr>
            <a:r>
              <a:t>● VAE (AutoEncoder)</a:t>
            </a:r>
          </a:p>
        </p:txBody>
      </p:sp>
      <p:sp>
        <p:nvSpPr>
          <p:cNvPr id="35" name="TextBox 34">
            <a:extLst>
              <a:ext uri="{FF2B5EF4-FFF2-40B4-BE49-F238E27FC236}">
                <a16:creationId xmlns:a16="http://schemas.microsoft.com/office/drawing/2014/main" id="{0ECC9322-71AF-A3EE-D15C-DE6C86537841}"/>
              </a:ext>
            </a:extLst>
          </p:cNvPr>
          <p:cNvSpPr txBox="1"/>
          <p:nvPr/>
        </p:nvSpPr>
        <p:spPr>
          <a:xfrm>
            <a:off x="9921240" y="6469150"/>
            <a:ext cx="1828800" cy="365760"/>
          </a:xfrm>
          <a:prstGeom prst="rect">
            <a:avLst/>
          </a:prstGeom>
          <a:noFill/>
        </p:spPr>
        <p:txBody>
          <a:bodyPr wrap="none">
            <a:spAutoFit/>
          </a:bodyPr>
          <a:lstStyle/>
          <a:p>
            <a:pPr>
              <a:defRPr sz="1100" b="1">
                <a:solidFill>
                  <a:srgbClr val="4C9AFF"/>
                </a:solidFill>
                <a:latin typeface="Segoe UI"/>
              </a:defRPr>
            </a:pPr>
            <a:r>
              <a:t>● IMAGE (Pixel Space)</a:t>
            </a:r>
          </a:p>
        </p:txBody>
      </p:sp>
    </p:spTree>
    <p:extLst>
      <p:ext uri="{BB962C8B-B14F-4D97-AF65-F5344CB8AC3E}">
        <p14:creationId xmlns:p14="http://schemas.microsoft.com/office/powerpoint/2010/main" val="4282318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17</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91214473-084E-0C3E-6417-910D7A27C897}"/>
              </a:ext>
            </a:extLst>
          </p:cNvPr>
          <p:cNvSpPr txBox="1"/>
          <p:nvPr/>
        </p:nvSpPr>
        <p:spPr>
          <a:xfrm>
            <a:off x="548640" y="1016326"/>
            <a:ext cx="10972800" cy="274320"/>
          </a:xfrm>
          <a:prstGeom prst="rect">
            <a:avLst/>
          </a:prstGeom>
          <a:noFill/>
        </p:spPr>
        <p:txBody>
          <a:bodyPr wrap="square" lIns="0" tIns="0" rIns="0" bIns="0">
            <a:spAutoFit/>
          </a:bodyPr>
          <a:lstStyle/>
          <a:p>
            <a:pPr>
              <a:defRPr sz="1000" b="1">
                <a:solidFill>
                  <a:srgbClr val="A582FF"/>
                </a:solidFill>
                <a:latin typeface="Segoe UI"/>
              </a:defRPr>
            </a:pPr>
            <a:r>
              <a:rPr dirty="0"/>
              <a:t>NODE DEEP DIVE (A, B, C)</a:t>
            </a:r>
          </a:p>
        </p:txBody>
      </p:sp>
      <p:sp>
        <p:nvSpPr>
          <p:cNvPr id="6" name="TextBox 5">
            <a:extLst>
              <a:ext uri="{FF2B5EF4-FFF2-40B4-BE49-F238E27FC236}">
                <a16:creationId xmlns:a16="http://schemas.microsoft.com/office/drawing/2014/main" id="{008B1891-708B-F082-8AF6-56BC778EC8B8}"/>
              </a:ext>
            </a:extLst>
          </p:cNvPr>
          <p:cNvSpPr txBox="1"/>
          <p:nvPr/>
        </p:nvSpPr>
        <p:spPr>
          <a:xfrm>
            <a:off x="548640" y="1281233"/>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Workflow Node Explanation — Part 1: Inputs &amp; Encoders</a:t>
            </a:r>
          </a:p>
        </p:txBody>
      </p:sp>
      <p:sp>
        <p:nvSpPr>
          <p:cNvPr id="7" name="Rounded Rectangle 4">
            <a:extLst>
              <a:ext uri="{FF2B5EF4-FFF2-40B4-BE49-F238E27FC236}">
                <a16:creationId xmlns:a16="http://schemas.microsoft.com/office/drawing/2014/main" id="{4DC8A964-CBED-3C3D-BBE3-773BA5658019}"/>
              </a:ext>
            </a:extLst>
          </p:cNvPr>
          <p:cNvSpPr/>
          <p:nvPr/>
        </p:nvSpPr>
        <p:spPr>
          <a:xfrm>
            <a:off x="548640" y="1805252"/>
            <a:ext cx="3657600" cy="50292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61497EB4-EC6A-FEEA-3AC7-838AFCB6FC31}"/>
              </a:ext>
            </a:extLst>
          </p:cNvPr>
          <p:cNvSpPr/>
          <p:nvPr/>
        </p:nvSpPr>
        <p:spPr>
          <a:xfrm>
            <a:off x="548640" y="1805252"/>
            <a:ext cx="3657600" cy="411480"/>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A. Load Checkpoint Node</a:t>
            </a:r>
          </a:p>
        </p:txBody>
      </p:sp>
      <p:sp>
        <p:nvSpPr>
          <p:cNvPr id="9" name="TextBox 8">
            <a:extLst>
              <a:ext uri="{FF2B5EF4-FFF2-40B4-BE49-F238E27FC236}">
                <a16:creationId xmlns:a16="http://schemas.microsoft.com/office/drawing/2014/main" id="{41948D3F-A442-1CB3-1F0B-B0087830FDA1}"/>
              </a:ext>
            </a:extLst>
          </p:cNvPr>
          <p:cNvSpPr txBox="1"/>
          <p:nvPr/>
        </p:nvSpPr>
        <p:spPr>
          <a:xfrm>
            <a:off x="731520" y="2399611"/>
            <a:ext cx="3291840" cy="4206240"/>
          </a:xfrm>
          <a:prstGeom prst="rect">
            <a:avLst/>
          </a:prstGeom>
          <a:noFill/>
        </p:spPr>
        <p:txBody>
          <a:bodyPr wrap="square" lIns="0" tIns="0" rIns="0" bIns="0">
            <a:spAutoFit/>
          </a:bodyPr>
          <a:lstStyle/>
          <a:p>
            <a:pPr>
              <a:spcAft>
                <a:spcPts val="1000"/>
              </a:spcAft>
            </a:pPr>
            <a:r>
              <a:rPr sz="1250" b="1">
                <a:solidFill>
                  <a:srgbClr val="A582FF"/>
                </a:solidFill>
                <a:latin typeface="Segoe UI"/>
              </a:rPr>
              <a:t>▸ Primary Purpose: </a:t>
            </a:r>
            <a:r>
              <a:rPr sz="1250">
                <a:solidFill>
                  <a:srgbClr val="F5F7FA"/>
                </a:solidFill>
                <a:latin typeface="Segoe UI"/>
              </a:rPr>
              <a:t>Loads the image generation checkpoint model file containing three essential sub-components:</a:t>
            </a:r>
          </a:p>
          <a:p>
            <a:pPr>
              <a:spcAft>
                <a:spcPts val="1000"/>
              </a:spcAft>
            </a:pPr>
            <a:r>
              <a:rPr sz="1250" b="1">
                <a:solidFill>
                  <a:srgbClr val="A582FF"/>
                </a:solidFill>
                <a:latin typeface="Segoe UI"/>
              </a:rPr>
              <a:t>▸ 1. MODEL (UNet): </a:t>
            </a:r>
            <a:r>
              <a:rPr sz="1250">
                <a:solidFill>
                  <a:srgbClr val="F5F7FA"/>
                </a:solidFill>
                <a:latin typeface="Segoe UI"/>
              </a:rPr>
              <a:t>The UNet neural network responsible for noise prediction and image generation during the diffusion process.</a:t>
            </a:r>
          </a:p>
          <a:p>
            <a:pPr>
              <a:spcAft>
                <a:spcPts val="1000"/>
              </a:spcAft>
            </a:pPr>
            <a:r>
              <a:rPr sz="1250" b="1">
                <a:solidFill>
                  <a:srgbClr val="FFCC4D"/>
                </a:solidFill>
                <a:latin typeface="Segoe UI"/>
              </a:rPr>
              <a:t>▸ 2. CLIP: </a:t>
            </a:r>
            <a:r>
              <a:rPr sz="1250">
                <a:solidFill>
                  <a:srgbClr val="F5F7FA"/>
                </a:solidFill>
                <a:latin typeface="Segoe UI"/>
              </a:rPr>
              <a:t>The text encoder that converts human text prompts into numerical semantic vectors that the model can understand (models cannot read raw text directly).</a:t>
            </a:r>
          </a:p>
          <a:p>
            <a:pPr>
              <a:spcAft>
                <a:spcPts val="1000"/>
              </a:spcAft>
            </a:pPr>
            <a:r>
              <a:rPr sz="1250" b="1">
                <a:solidFill>
                  <a:srgbClr val="FF5C5C"/>
                </a:solidFill>
                <a:latin typeface="Segoe UI"/>
              </a:rPr>
              <a:t>▸ 3. VAE: </a:t>
            </a:r>
            <a:r>
              <a:rPr sz="1250">
                <a:solidFill>
                  <a:srgbClr val="F5F7FA"/>
                </a:solidFill>
                <a:latin typeface="Segoe UI"/>
              </a:rPr>
              <a:t>The Variational AutoEncoder that converts images back and forth between Pixel Space and Latent Space.</a:t>
            </a:r>
          </a:p>
        </p:txBody>
      </p:sp>
      <p:sp>
        <p:nvSpPr>
          <p:cNvPr id="10" name="Rounded Rectangle 7">
            <a:extLst>
              <a:ext uri="{FF2B5EF4-FFF2-40B4-BE49-F238E27FC236}">
                <a16:creationId xmlns:a16="http://schemas.microsoft.com/office/drawing/2014/main" id="{C22290F6-9EAA-CBBE-A82B-D850E6F725D4}"/>
              </a:ext>
            </a:extLst>
          </p:cNvPr>
          <p:cNvSpPr/>
          <p:nvPr/>
        </p:nvSpPr>
        <p:spPr>
          <a:xfrm>
            <a:off x="4389120" y="1805252"/>
            <a:ext cx="3383280" cy="50292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E8F25348-0358-3013-BC51-63AD94A0F1B8}"/>
              </a:ext>
            </a:extLst>
          </p:cNvPr>
          <p:cNvSpPr/>
          <p:nvPr/>
        </p:nvSpPr>
        <p:spPr>
          <a:xfrm>
            <a:off x="4389120" y="1805252"/>
            <a:ext cx="3383280" cy="411480"/>
          </a:xfrm>
          <a:prstGeom prst="roundRect">
            <a:avLst>
              <a:gd name="adj" fmla="val 8000"/>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B. Empty Latent Image Node</a:t>
            </a:r>
          </a:p>
        </p:txBody>
      </p:sp>
      <p:sp>
        <p:nvSpPr>
          <p:cNvPr id="12" name="TextBox 11">
            <a:extLst>
              <a:ext uri="{FF2B5EF4-FFF2-40B4-BE49-F238E27FC236}">
                <a16:creationId xmlns:a16="http://schemas.microsoft.com/office/drawing/2014/main" id="{8D70F046-B6E2-2BB6-E4AA-0E30C6AC11AC}"/>
              </a:ext>
            </a:extLst>
          </p:cNvPr>
          <p:cNvSpPr txBox="1"/>
          <p:nvPr/>
        </p:nvSpPr>
        <p:spPr>
          <a:xfrm>
            <a:off x="4572000" y="2399611"/>
            <a:ext cx="3017520" cy="4206240"/>
          </a:xfrm>
          <a:prstGeom prst="rect">
            <a:avLst/>
          </a:prstGeom>
          <a:noFill/>
        </p:spPr>
        <p:txBody>
          <a:bodyPr wrap="square" lIns="0" tIns="0" rIns="0" bIns="0">
            <a:spAutoFit/>
          </a:bodyPr>
          <a:lstStyle/>
          <a:p>
            <a:pPr>
              <a:spcAft>
                <a:spcPts val="1000"/>
              </a:spcAft>
            </a:pPr>
            <a:r>
              <a:rPr sz="1250" b="1">
                <a:solidFill>
                  <a:srgbClr val="FF6BB5"/>
                </a:solidFill>
                <a:latin typeface="Segoe UI"/>
              </a:rPr>
              <a:t>▸ Primary Purpose: </a:t>
            </a:r>
            <a:r>
              <a:rPr sz="1250">
                <a:solidFill>
                  <a:srgbClr val="F5F7FA"/>
                </a:solidFill>
                <a:latin typeface="Segoe UI"/>
              </a:rPr>
              <a:t>Defines a latent space and outputs it directly to the KSampler node.</a:t>
            </a:r>
          </a:p>
          <a:p>
            <a:pPr>
              <a:spcAft>
                <a:spcPts val="1000"/>
              </a:spcAft>
            </a:pPr>
            <a:r>
              <a:rPr sz="1250" b="1">
                <a:solidFill>
                  <a:srgbClr val="FF6BB5"/>
                </a:solidFill>
                <a:latin typeface="Segoe UI"/>
              </a:rPr>
              <a:t>▸ Pure Noise Canvas: </a:t>
            </a:r>
            <a:r>
              <a:rPr sz="1250">
                <a:solidFill>
                  <a:srgbClr val="F5F7FA"/>
                </a:solidFill>
                <a:latin typeface="Segoe UI"/>
              </a:rPr>
              <a:t>Constructs a pure noise latent space that serves as the starting canvas for denoising.</a:t>
            </a:r>
          </a:p>
          <a:p>
            <a:pPr>
              <a:spcAft>
                <a:spcPts val="1000"/>
              </a:spcAft>
            </a:pPr>
            <a:r>
              <a:rPr sz="1250" b="1">
                <a:solidFill>
                  <a:srgbClr val="FF6BB5"/>
                </a:solidFill>
                <a:latin typeface="Segoe UI"/>
              </a:rPr>
              <a:t>▸ Controls Dimensions: </a:t>
            </a:r>
            <a:r>
              <a:rPr sz="1250">
                <a:solidFill>
                  <a:srgbClr val="F5F7FA"/>
                </a:solidFill>
                <a:latin typeface="Segoe UI"/>
              </a:rPr>
              <a:t>Determines the width and height dimensions of our final generated image (e.g., 512×512 for SD1.5).</a:t>
            </a:r>
          </a:p>
          <a:p>
            <a:pPr>
              <a:spcAft>
                <a:spcPts val="1000"/>
              </a:spcAft>
            </a:pPr>
            <a:r>
              <a:rPr sz="1250" b="1">
                <a:solidFill>
                  <a:srgbClr val="FF6BB5"/>
                </a:solidFill>
                <a:latin typeface="Segoe UI"/>
              </a:rPr>
              <a:t>▸ Batch Generation: </a:t>
            </a:r>
            <a:r>
              <a:rPr sz="1250">
                <a:solidFill>
                  <a:srgbClr val="F5F7FA"/>
                </a:solidFill>
                <a:latin typeface="Segoe UI"/>
              </a:rPr>
              <a:t>Also sets how many latent images are generated simultaneously per run.</a:t>
            </a:r>
          </a:p>
        </p:txBody>
      </p:sp>
      <p:sp>
        <p:nvSpPr>
          <p:cNvPr id="13" name="Rounded Rectangle 10">
            <a:extLst>
              <a:ext uri="{FF2B5EF4-FFF2-40B4-BE49-F238E27FC236}">
                <a16:creationId xmlns:a16="http://schemas.microsoft.com/office/drawing/2014/main" id="{98AE634B-5DAA-67EB-66CC-6407F4F72C29}"/>
              </a:ext>
            </a:extLst>
          </p:cNvPr>
          <p:cNvSpPr/>
          <p:nvPr/>
        </p:nvSpPr>
        <p:spPr>
          <a:xfrm>
            <a:off x="7955279" y="1805252"/>
            <a:ext cx="3685032" cy="50292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3C6E171D-F49F-419F-5C74-76F44B5D1AC8}"/>
              </a:ext>
            </a:extLst>
          </p:cNvPr>
          <p:cNvSpPr/>
          <p:nvPr/>
        </p:nvSpPr>
        <p:spPr>
          <a:xfrm>
            <a:off x="7955279" y="1805252"/>
            <a:ext cx="3685032" cy="411480"/>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C. CLIP Text Encoder Node</a:t>
            </a:r>
          </a:p>
        </p:txBody>
      </p:sp>
      <p:sp>
        <p:nvSpPr>
          <p:cNvPr id="15" name="TextBox 14">
            <a:extLst>
              <a:ext uri="{FF2B5EF4-FFF2-40B4-BE49-F238E27FC236}">
                <a16:creationId xmlns:a16="http://schemas.microsoft.com/office/drawing/2014/main" id="{D3F5916B-DC0B-769C-CB1B-731F6E01D422}"/>
              </a:ext>
            </a:extLst>
          </p:cNvPr>
          <p:cNvSpPr txBox="1"/>
          <p:nvPr/>
        </p:nvSpPr>
        <p:spPr>
          <a:xfrm>
            <a:off x="8138160" y="2399611"/>
            <a:ext cx="3319272" cy="4206240"/>
          </a:xfrm>
          <a:prstGeom prst="rect">
            <a:avLst/>
          </a:prstGeom>
          <a:noFill/>
        </p:spPr>
        <p:txBody>
          <a:bodyPr wrap="square" lIns="0" tIns="0" rIns="0" bIns="0">
            <a:spAutoFit/>
          </a:bodyPr>
          <a:lstStyle/>
          <a:p>
            <a:pPr>
              <a:spcAft>
                <a:spcPts val="1000"/>
              </a:spcAft>
            </a:pPr>
            <a:r>
              <a:rPr sz="1250" b="1">
                <a:solidFill>
                  <a:srgbClr val="FFCC4D"/>
                </a:solidFill>
                <a:latin typeface="Segoe UI"/>
              </a:rPr>
              <a:t>▸ Primary Purpose: </a:t>
            </a:r>
            <a:r>
              <a:rPr sz="1250">
                <a:solidFill>
                  <a:srgbClr val="F5F7FA"/>
                </a:solidFill>
                <a:latin typeface="Segoe UI"/>
              </a:rPr>
              <a:t>Encodes your text prompts (image requirements) into semantic vectors using the CLIP component from Load Checkpoint.</a:t>
            </a:r>
          </a:p>
          <a:p>
            <a:pPr>
              <a:spcAft>
                <a:spcPts val="1000"/>
              </a:spcAft>
            </a:pPr>
            <a:r>
              <a:rPr sz="1250" b="1">
                <a:solidFill>
                  <a:srgbClr val="48CF85"/>
                </a:solidFill>
                <a:latin typeface="Segoe UI"/>
              </a:rPr>
              <a:t>▸ Positive Connection: </a:t>
            </a:r>
            <a:r>
              <a:rPr sz="1250">
                <a:solidFill>
                  <a:srgbClr val="F5F7FA"/>
                </a:solidFill>
                <a:latin typeface="Segoe UI"/>
              </a:rPr>
              <a:t>Connected to the KSampler 'Positive' condition input—represents elements you WANT in the image.</a:t>
            </a:r>
          </a:p>
          <a:p>
            <a:pPr>
              <a:spcAft>
                <a:spcPts val="1000"/>
              </a:spcAft>
            </a:pPr>
            <a:r>
              <a:rPr sz="1250" b="1">
                <a:solidFill>
                  <a:srgbClr val="FF5C5C"/>
                </a:solidFill>
                <a:latin typeface="Segoe UI"/>
              </a:rPr>
              <a:t>▸ Negative Connection: </a:t>
            </a:r>
            <a:r>
              <a:rPr sz="1250">
                <a:solidFill>
                  <a:srgbClr val="F5F7FA"/>
                </a:solidFill>
                <a:latin typeface="Segoe UI"/>
              </a:rPr>
              <a:t>Connected to the KSampler 'Negative' condition input—represents elements you DO NOT want in the image.</a:t>
            </a:r>
          </a:p>
          <a:p>
            <a:pPr>
              <a:spcAft>
                <a:spcPts val="1000"/>
              </a:spcAft>
            </a:pPr>
            <a:r>
              <a:rPr sz="1250" b="1">
                <a:solidFill>
                  <a:srgbClr val="FF914D"/>
                </a:solidFill>
                <a:latin typeface="Segoe UI"/>
              </a:rPr>
              <a:t>▸ Output Type: </a:t>
            </a:r>
            <a:r>
              <a:rPr sz="1250">
                <a:solidFill>
                  <a:srgbClr val="F5F7FA"/>
                </a:solidFill>
                <a:latin typeface="Segoe UI"/>
              </a:rPr>
              <a:t>Outputs encoded CONDITIONING vectors to guide the KSampler denoising trajectory.</a:t>
            </a:r>
          </a:p>
        </p:txBody>
      </p:sp>
    </p:spTree>
    <p:extLst>
      <p:ext uri="{BB962C8B-B14F-4D97-AF65-F5344CB8AC3E}">
        <p14:creationId xmlns:p14="http://schemas.microsoft.com/office/powerpoint/2010/main" val="3663540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18</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A91FC858-8D6F-9292-282A-1B31C083A5D1}"/>
              </a:ext>
            </a:extLst>
          </p:cNvPr>
          <p:cNvSpPr txBox="1"/>
          <p:nvPr/>
        </p:nvSpPr>
        <p:spPr>
          <a:xfrm>
            <a:off x="548640" y="1016332"/>
            <a:ext cx="10972800" cy="274320"/>
          </a:xfrm>
          <a:prstGeom prst="rect">
            <a:avLst/>
          </a:prstGeom>
          <a:noFill/>
        </p:spPr>
        <p:txBody>
          <a:bodyPr wrap="square" lIns="0" tIns="0" rIns="0" bIns="0">
            <a:spAutoFit/>
          </a:bodyPr>
          <a:lstStyle/>
          <a:p>
            <a:pPr>
              <a:defRPr sz="1000" b="1">
                <a:solidFill>
                  <a:srgbClr val="2ED5B7"/>
                </a:solidFill>
                <a:latin typeface="Segoe UI"/>
              </a:defRPr>
            </a:pPr>
            <a:r>
              <a:t>NODE DEEP DIVE (D, E, F)</a:t>
            </a:r>
          </a:p>
        </p:txBody>
      </p:sp>
      <p:sp>
        <p:nvSpPr>
          <p:cNvPr id="6" name="TextBox 5">
            <a:extLst>
              <a:ext uri="{FF2B5EF4-FFF2-40B4-BE49-F238E27FC236}">
                <a16:creationId xmlns:a16="http://schemas.microsoft.com/office/drawing/2014/main" id="{CB68B6F0-1137-4EDC-218D-FB122DFFAAFB}"/>
              </a:ext>
            </a:extLst>
          </p:cNvPr>
          <p:cNvSpPr txBox="1"/>
          <p:nvPr/>
        </p:nvSpPr>
        <p:spPr>
          <a:xfrm>
            <a:off x="548640" y="1281236"/>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Workflow Node Explanation — Part 2: Sampling &amp; Output</a:t>
            </a:r>
          </a:p>
        </p:txBody>
      </p:sp>
      <p:sp>
        <p:nvSpPr>
          <p:cNvPr id="7" name="Rounded Rectangle 4">
            <a:extLst>
              <a:ext uri="{FF2B5EF4-FFF2-40B4-BE49-F238E27FC236}">
                <a16:creationId xmlns:a16="http://schemas.microsoft.com/office/drawing/2014/main" id="{EEBF71BA-0E68-8B7C-AC90-DF3E51F2772D}"/>
              </a:ext>
            </a:extLst>
          </p:cNvPr>
          <p:cNvSpPr/>
          <p:nvPr/>
        </p:nvSpPr>
        <p:spPr>
          <a:xfrm>
            <a:off x="548640" y="1805255"/>
            <a:ext cx="6583680" cy="50292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6DD8A096-5C1F-59E8-FD80-1527086C5669}"/>
              </a:ext>
            </a:extLst>
          </p:cNvPr>
          <p:cNvSpPr/>
          <p:nvPr/>
        </p:nvSpPr>
        <p:spPr>
          <a:xfrm>
            <a:off x="548640" y="1805255"/>
            <a:ext cx="6583680" cy="411480"/>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D. KSampler Node (The Core of the Workflow)</a:t>
            </a:r>
          </a:p>
        </p:txBody>
      </p:sp>
      <p:sp>
        <p:nvSpPr>
          <p:cNvPr id="9" name="TextBox 8">
            <a:extLst>
              <a:ext uri="{FF2B5EF4-FFF2-40B4-BE49-F238E27FC236}">
                <a16:creationId xmlns:a16="http://schemas.microsoft.com/office/drawing/2014/main" id="{E5D0CAD4-1536-334A-6FE4-A0E50D6DE60D}"/>
              </a:ext>
            </a:extLst>
          </p:cNvPr>
          <p:cNvSpPr txBox="1"/>
          <p:nvPr/>
        </p:nvSpPr>
        <p:spPr>
          <a:xfrm>
            <a:off x="777240" y="2399614"/>
            <a:ext cx="6126480" cy="4206240"/>
          </a:xfrm>
          <a:prstGeom prst="rect">
            <a:avLst/>
          </a:prstGeom>
          <a:noFill/>
        </p:spPr>
        <p:txBody>
          <a:bodyPr wrap="square" lIns="0" tIns="0" rIns="0" bIns="0">
            <a:spAutoFit/>
          </a:bodyPr>
          <a:lstStyle/>
          <a:p>
            <a:pPr>
              <a:spcAft>
                <a:spcPts val="1200"/>
              </a:spcAft>
            </a:pPr>
            <a:r>
              <a:rPr sz="1300" b="1">
                <a:solidFill>
                  <a:srgbClr val="2ED5B7"/>
                </a:solidFill>
                <a:latin typeface="Segoe UI"/>
              </a:rPr>
              <a:t>▸ Core Engine: </a:t>
            </a:r>
            <a:r>
              <a:rPr sz="1300">
                <a:solidFill>
                  <a:srgbClr val="F5F7FA"/>
                </a:solidFill>
                <a:latin typeface="Segoe UI"/>
              </a:rPr>
              <a:t>The KSampler is the heart of the entire workflow where the iterative noise denoising process takes place, ultimately outputting a denoised latent space image.</a:t>
            </a:r>
          </a:p>
          <a:p>
            <a:pPr>
              <a:spcAft>
                <a:spcPts val="1200"/>
              </a:spcAft>
            </a:pPr>
            <a:r>
              <a:rPr sz="1300" b="1">
                <a:solidFill>
                  <a:srgbClr val="FF6BB5"/>
                </a:solidFill>
                <a:latin typeface="Segoe UI"/>
              </a:rPr>
              <a:t>▸ Step 1: Noise Initialization: </a:t>
            </a:r>
            <a:r>
              <a:rPr sz="1300">
                <a:solidFill>
                  <a:srgbClr val="F5F7FA"/>
                </a:solidFill>
                <a:latin typeface="Segoe UI"/>
              </a:rPr>
              <a:t>Inside KSampler, the input latent space uses the 'seed' parameter as an initialization value to construct reproducible random noise.</a:t>
            </a:r>
          </a:p>
          <a:p>
            <a:pPr>
              <a:spcAft>
                <a:spcPts val="1200"/>
              </a:spcAft>
            </a:pPr>
            <a:r>
              <a:rPr sz="1300" b="1">
                <a:solidFill>
                  <a:srgbClr val="FF914D"/>
                </a:solidFill>
                <a:latin typeface="Segoe UI"/>
              </a:rPr>
              <a:t>▸ Step 2: Semantic Conditioning: </a:t>
            </a:r>
            <a:r>
              <a:rPr sz="1300">
                <a:solidFill>
                  <a:srgbClr val="F5F7FA"/>
                </a:solidFill>
                <a:latin typeface="Segoe UI"/>
              </a:rPr>
              <a:t>The semantic vectors 'Positive' and 'Negative' (from the CLIP Text Encoders) are fed as guiding conditions into the diffusion model (UNet).</a:t>
            </a:r>
          </a:p>
          <a:p>
            <a:pPr>
              <a:spcAft>
                <a:spcPts val="1200"/>
              </a:spcAft>
            </a:pPr>
            <a:r>
              <a:rPr sz="1300" b="1">
                <a:solidFill>
                  <a:srgbClr val="48CF85"/>
                </a:solidFill>
                <a:latin typeface="Segoe UI"/>
              </a:rPr>
              <a:t>▸ Step 3: Iterative Denoising: </a:t>
            </a:r>
            <a:r>
              <a:rPr sz="1300">
                <a:solidFill>
                  <a:srgbClr val="F5F7FA"/>
                </a:solidFill>
                <a:latin typeface="Segoe UI"/>
              </a:rPr>
              <a:t>Based on the number of iterations set by 'steps', denoising is performed step-by-step. Each step applies the denoising strength coefficient ('denoise') to refine the latent space and produce a clean latent image.</a:t>
            </a:r>
          </a:p>
        </p:txBody>
      </p:sp>
      <p:sp>
        <p:nvSpPr>
          <p:cNvPr id="10" name="Rounded Rectangle 7">
            <a:extLst>
              <a:ext uri="{FF2B5EF4-FFF2-40B4-BE49-F238E27FC236}">
                <a16:creationId xmlns:a16="http://schemas.microsoft.com/office/drawing/2014/main" id="{F34C4B9E-97B1-C094-7C6C-4ABAF621FC1C}"/>
              </a:ext>
            </a:extLst>
          </p:cNvPr>
          <p:cNvSpPr/>
          <p:nvPr/>
        </p:nvSpPr>
        <p:spPr>
          <a:xfrm>
            <a:off x="7360920" y="1805255"/>
            <a:ext cx="4279392" cy="237744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101D5B1A-F53B-4478-F645-6D562EB50B3C}"/>
              </a:ext>
            </a:extLst>
          </p:cNvPr>
          <p:cNvSpPr/>
          <p:nvPr/>
        </p:nvSpPr>
        <p:spPr>
          <a:xfrm>
            <a:off x="7360920" y="1805255"/>
            <a:ext cx="4279392" cy="411480"/>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E. VAE Decode Node</a:t>
            </a:r>
          </a:p>
        </p:txBody>
      </p:sp>
      <p:sp>
        <p:nvSpPr>
          <p:cNvPr id="12" name="TextBox 11">
            <a:extLst>
              <a:ext uri="{FF2B5EF4-FFF2-40B4-BE49-F238E27FC236}">
                <a16:creationId xmlns:a16="http://schemas.microsoft.com/office/drawing/2014/main" id="{939AC649-4E2E-24DD-A1DC-EEFDD2468993}"/>
              </a:ext>
            </a:extLst>
          </p:cNvPr>
          <p:cNvSpPr txBox="1"/>
          <p:nvPr/>
        </p:nvSpPr>
        <p:spPr>
          <a:xfrm>
            <a:off x="7543800" y="2353895"/>
            <a:ext cx="3913632" cy="1691640"/>
          </a:xfrm>
          <a:prstGeom prst="rect">
            <a:avLst/>
          </a:prstGeom>
          <a:noFill/>
        </p:spPr>
        <p:txBody>
          <a:bodyPr wrap="square" lIns="0" tIns="0" rIns="0" bIns="0">
            <a:spAutoFit/>
          </a:bodyPr>
          <a:lstStyle/>
          <a:p>
            <a:pPr>
              <a:spcAft>
                <a:spcPts val="1000"/>
              </a:spcAft>
            </a:pPr>
            <a:r>
              <a:rPr sz="1250" b="1">
                <a:solidFill>
                  <a:srgbClr val="FF5C5C"/>
                </a:solidFill>
                <a:latin typeface="Segoe UI"/>
              </a:rPr>
              <a:t>▸ Latent-to-Pixel Translation: </a:t>
            </a:r>
            <a:r>
              <a:rPr sz="1250">
                <a:solidFill>
                  <a:srgbClr val="F5F7FA"/>
                </a:solidFill>
                <a:latin typeface="Segoe UI"/>
              </a:rPr>
              <a:t>Converts the denoised latent space image output from the KSampler into a visible Pixel Space image.</a:t>
            </a:r>
          </a:p>
          <a:p>
            <a:pPr>
              <a:spcAft>
                <a:spcPts val="1000"/>
              </a:spcAft>
            </a:pPr>
            <a:r>
              <a:rPr sz="1250" b="1">
                <a:solidFill>
                  <a:srgbClr val="FF5C5C"/>
                </a:solidFill>
                <a:latin typeface="Segoe UI"/>
              </a:rPr>
              <a:t>▸ Requires VAE Input: </a:t>
            </a:r>
            <a:r>
              <a:rPr sz="1250">
                <a:solidFill>
                  <a:srgbClr val="F5F7FA"/>
                </a:solidFill>
                <a:latin typeface="Segoe UI"/>
              </a:rPr>
              <a:t>Uses the VAE component wired from the Load Checkpoint node to decode compressed latent features into RGB pixels.</a:t>
            </a:r>
          </a:p>
        </p:txBody>
      </p:sp>
      <p:sp>
        <p:nvSpPr>
          <p:cNvPr id="13" name="Rounded Rectangle 10">
            <a:extLst>
              <a:ext uri="{FF2B5EF4-FFF2-40B4-BE49-F238E27FC236}">
                <a16:creationId xmlns:a16="http://schemas.microsoft.com/office/drawing/2014/main" id="{B39B7D0B-E9DA-EC42-B7E1-6C2871749F87}"/>
              </a:ext>
            </a:extLst>
          </p:cNvPr>
          <p:cNvSpPr/>
          <p:nvPr/>
        </p:nvSpPr>
        <p:spPr>
          <a:xfrm>
            <a:off x="7360920" y="4457015"/>
            <a:ext cx="4279392" cy="237744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8FA8532C-59E0-E467-85EA-799D31EEAE6A}"/>
              </a:ext>
            </a:extLst>
          </p:cNvPr>
          <p:cNvSpPr/>
          <p:nvPr/>
        </p:nvSpPr>
        <p:spPr>
          <a:xfrm>
            <a:off x="7360920" y="4457015"/>
            <a:ext cx="4279392" cy="411480"/>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F. Save Image Node</a:t>
            </a:r>
          </a:p>
        </p:txBody>
      </p:sp>
      <p:sp>
        <p:nvSpPr>
          <p:cNvPr id="15" name="TextBox 14">
            <a:extLst>
              <a:ext uri="{FF2B5EF4-FFF2-40B4-BE49-F238E27FC236}">
                <a16:creationId xmlns:a16="http://schemas.microsoft.com/office/drawing/2014/main" id="{76ED8352-C11D-4D39-C57B-43EF7A956CDC}"/>
              </a:ext>
            </a:extLst>
          </p:cNvPr>
          <p:cNvSpPr txBox="1"/>
          <p:nvPr/>
        </p:nvSpPr>
        <p:spPr>
          <a:xfrm>
            <a:off x="7543800" y="5005655"/>
            <a:ext cx="3913632" cy="1691640"/>
          </a:xfrm>
          <a:prstGeom prst="rect">
            <a:avLst/>
          </a:prstGeom>
          <a:noFill/>
        </p:spPr>
        <p:txBody>
          <a:bodyPr wrap="square" lIns="0" tIns="0" rIns="0" bIns="0">
            <a:spAutoFit/>
          </a:bodyPr>
          <a:lstStyle/>
          <a:p>
            <a:pPr>
              <a:spcAft>
                <a:spcPts val="1000"/>
              </a:spcAft>
            </a:pPr>
            <a:r>
              <a:rPr sz="1250" b="1">
                <a:solidFill>
                  <a:srgbClr val="4C9AFF"/>
                </a:solidFill>
                <a:latin typeface="Segoe UI"/>
              </a:rPr>
              <a:t>▸ Preview &amp; Persist: </a:t>
            </a:r>
            <a:r>
              <a:rPr sz="1250">
                <a:solidFill>
                  <a:srgbClr val="F5F7FA"/>
                </a:solidFill>
                <a:latin typeface="Segoe UI"/>
              </a:rPr>
              <a:t>Previews the final decoded pixel image directly inside the ComfyUI node interface.</a:t>
            </a:r>
          </a:p>
          <a:p>
            <a:pPr>
              <a:spcAft>
                <a:spcPts val="1000"/>
              </a:spcAft>
            </a:pPr>
            <a:r>
              <a:rPr sz="1250" b="1">
                <a:solidFill>
                  <a:srgbClr val="48CF85"/>
                </a:solidFill>
                <a:latin typeface="Segoe UI"/>
              </a:rPr>
              <a:t>▸ Automatic Local Storage: </a:t>
            </a:r>
            <a:r>
              <a:rPr sz="1250">
                <a:solidFill>
                  <a:srgbClr val="F5F7FA"/>
                </a:solidFill>
                <a:latin typeface="Segoe UI"/>
              </a:rPr>
              <a:t>Automatically saves the generated image to your local ComfyUI/output folder (with workflow metadata embedded!).</a:t>
            </a:r>
          </a:p>
        </p:txBody>
      </p:sp>
    </p:spTree>
    <p:extLst>
      <p:ext uri="{BB962C8B-B14F-4D97-AF65-F5344CB8AC3E}">
        <p14:creationId xmlns:p14="http://schemas.microsoft.com/office/powerpoint/2010/main" val="1085950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19</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EE64F8F4-835A-4CE2-3620-97EBEF22381A}"/>
              </a:ext>
            </a:extLst>
          </p:cNvPr>
          <p:cNvSpPr txBox="1"/>
          <p:nvPr/>
        </p:nvSpPr>
        <p:spPr>
          <a:xfrm>
            <a:off x="548640" y="853362"/>
            <a:ext cx="10972800" cy="274320"/>
          </a:xfrm>
          <a:prstGeom prst="rect">
            <a:avLst/>
          </a:prstGeom>
          <a:noFill/>
        </p:spPr>
        <p:txBody>
          <a:bodyPr wrap="square" lIns="0" tIns="0" rIns="0" bIns="0">
            <a:spAutoFit/>
          </a:bodyPr>
          <a:lstStyle/>
          <a:p>
            <a:pPr>
              <a:defRPr sz="1000" b="1">
                <a:solidFill>
                  <a:srgbClr val="2ED5B7"/>
                </a:solidFill>
                <a:latin typeface="Segoe UI"/>
              </a:defRPr>
            </a:pPr>
            <a:r>
              <a:rPr dirty="0"/>
              <a:t>PARAMETER DICTIONARY</a:t>
            </a:r>
          </a:p>
        </p:txBody>
      </p:sp>
      <p:sp>
        <p:nvSpPr>
          <p:cNvPr id="6" name="TextBox 5">
            <a:extLst>
              <a:ext uri="{FF2B5EF4-FFF2-40B4-BE49-F238E27FC236}">
                <a16:creationId xmlns:a16="http://schemas.microsoft.com/office/drawing/2014/main" id="{E7D9EF17-BF4B-653C-F545-2549BBD8738E}"/>
              </a:ext>
            </a:extLst>
          </p:cNvPr>
          <p:cNvSpPr txBox="1"/>
          <p:nvPr/>
        </p:nvSpPr>
        <p:spPr>
          <a:xfrm>
            <a:off x="548640" y="1091115"/>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err="1">
                <a:solidFill>
                  <a:schemeClr val="tx1">
                    <a:lumMod val="95000"/>
                    <a:lumOff val="5000"/>
                  </a:schemeClr>
                </a:solidFill>
              </a:rPr>
              <a:t>KSampler</a:t>
            </a:r>
            <a:r>
              <a:rPr dirty="0">
                <a:solidFill>
                  <a:schemeClr val="tx1">
                    <a:lumMod val="95000"/>
                    <a:lumOff val="5000"/>
                  </a:schemeClr>
                </a:solidFill>
              </a:rPr>
              <a:t> Node Parameters — Complete Reference</a:t>
            </a:r>
          </a:p>
        </p:txBody>
      </p:sp>
      <p:graphicFrame>
        <p:nvGraphicFramePr>
          <p:cNvPr id="7" name="Table 6">
            <a:extLst>
              <a:ext uri="{FF2B5EF4-FFF2-40B4-BE49-F238E27FC236}">
                <a16:creationId xmlns:a16="http://schemas.microsoft.com/office/drawing/2014/main" id="{9D2A5513-30C0-B60C-21EA-488872C124C3}"/>
              </a:ext>
            </a:extLst>
          </p:cNvPr>
          <p:cNvGraphicFramePr>
            <a:graphicFrameLocks noGrp="1"/>
          </p:cNvGraphicFramePr>
          <p:nvPr>
            <p:extLst>
              <p:ext uri="{D42A27DB-BD31-4B8C-83A1-F6EECF244321}">
                <p14:modId xmlns:p14="http://schemas.microsoft.com/office/powerpoint/2010/main" val="3904430233"/>
              </p:ext>
            </p:extLst>
          </p:nvPr>
        </p:nvGraphicFramePr>
        <p:xfrm>
          <a:off x="548640" y="1578011"/>
          <a:ext cx="11091672" cy="5257800"/>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438150">
                <a:tc>
                  <a:txBody>
                    <a:bodyPr/>
                    <a:lstStyle/>
                    <a:p>
                      <a:pPr>
                        <a:defRPr sz="1200" b="1">
                          <a:solidFill>
                            <a:srgbClr val="141821"/>
                          </a:solidFill>
                          <a:latin typeface="Segoe UI"/>
                        </a:defRPr>
                      </a:pPr>
                      <a:r>
                        <a:t>Parameter Name</a:t>
                      </a:r>
                    </a:p>
                  </a:txBody>
                  <a:tcPr marL="109728" marR="109728" marT="36576" marB="36576" anchor="ctr">
                    <a:solidFill>
                      <a:srgbClr val="2ED5B7"/>
                    </a:solidFill>
                  </a:tcPr>
                </a:tc>
                <a:tc>
                  <a:txBody>
                    <a:bodyPr/>
                    <a:lstStyle/>
                    <a:p>
                      <a:pPr>
                        <a:defRPr sz="1200" b="1">
                          <a:solidFill>
                            <a:srgbClr val="141821"/>
                          </a:solidFill>
                          <a:latin typeface="Segoe UI"/>
                        </a:defRPr>
                      </a:pPr>
                      <a:r>
                        <a:t>Description</a:t>
                      </a:r>
                    </a:p>
                  </a:txBody>
                  <a:tcPr marL="109728" marR="109728" marT="36576" marB="36576" anchor="ctr">
                    <a:solidFill>
                      <a:srgbClr val="2ED5B7"/>
                    </a:solidFill>
                  </a:tcPr>
                </a:tc>
                <a:tc>
                  <a:txBody>
                    <a:bodyPr/>
                    <a:lstStyle/>
                    <a:p>
                      <a:pPr>
                        <a:defRPr sz="1200" b="1">
                          <a:solidFill>
                            <a:srgbClr val="141821"/>
                          </a:solidFill>
                          <a:latin typeface="Segoe UI"/>
                        </a:defRPr>
                      </a:pPr>
                      <a:r>
                        <a:t>Function in Workflow</a:t>
                      </a:r>
                    </a:p>
                  </a:txBody>
                  <a:tcPr marL="109728" marR="109728" marT="36576" marB="36576" anchor="ctr">
                    <a:solidFill>
                      <a:srgbClr val="2ED5B7"/>
                    </a:solidFill>
                  </a:tcPr>
                </a:tc>
                <a:extLst>
                  <a:ext uri="{0D108BD9-81ED-4DB2-BD59-A6C34878D82A}">
                    <a16:rowId xmlns:a16="http://schemas.microsoft.com/office/drawing/2014/main" val="10000"/>
                  </a:ext>
                </a:extLst>
              </a:tr>
              <a:tr h="438150">
                <a:tc>
                  <a:txBody>
                    <a:bodyPr/>
                    <a:lstStyle/>
                    <a:p>
                      <a:pPr>
                        <a:defRPr sz="1100" b="1">
                          <a:solidFill>
                            <a:srgbClr val="2ED5B7"/>
                          </a:solidFill>
                          <a:latin typeface="Consolas"/>
                        </a:defRPr>
                      </a:pPr>
                      <a:r>
                        <a:t>model</a:t>
                      </a:r>
                    </a:p>
                  </a:txBody>
                  <a:tcPr marL="109728" marR="109728" marT="36576" marB="36576" anchor="ctr">
                    <a:solidFill>
                      <a:srgbClr val="1C2230"/>
                    </a:solidFill>
                  </a:tcPr>
                </a:tc>
                <a:tc>
                  <a:txBody>
                    <a:bodyPr/>
                    <a:lstStyle/>
                    <a:p>
                      <a:pPr>
                        <a:defRPr sz="1100" b="0">
                          <a:solidFill>
                            <a:srgbClr val="F5F7FA"/>
                          </a:solidFill>
                          <a:latin typeface="Segoe UI"/>
                        </a:defRPr>
                      </a:pPr>
                      <a:r>
                        <a:t>Diffusion model used for denoising</a:t>
                      </a:r>
                    </a:p>
                  </a:txBody>
                  <a:tcPr marL="109728" marR="109728" marT="36576" marB="36576" anchor="ctr">
                    <a:solidFill>
                      <a:srgbClr val="1C2230"/>
                    </a:solidFill>
                  </a:tcPr>
                </a:tc>
                <a:tc>
                  <a:txBody>
                    <a:bodyPr/>
                    <a:lstStyle/>
                    <a:p>
                      <a:pPr>
                        <a:defRPr sz="1100" b="0">
                          <a:solidFill>
                            <a:srgbClr val="A8B3CF"/>
                          </a:solidFill>
                          <a:latin typeface="Segoe UI"/>
                        </a:defRPr>
                      </a:pPr>
                      <a:r>
                        <a:t>Determines the visual style and quality of generated images</a:t>
                      </a:r>
                    </a:p>
                  </a:txBody>
                  <a:tcPr marL="109728" marR="109728" marT="36576" marB="36576" anchor="ctr">
                    <a:solidFill>
                      <a:srgbClr val="1C2230"/>
                    </a:solidFill>
                  </a:tcPr>
                </a:tc>
                <a:extLst>
                  <a:ext uri="{0D108BD9-81ED-4DB2-BD59-A6C34878D82A}">
                    <a16:rowId xmlns:a16="http://schemas.microsoft.com/office/drawing/2014/main" val="10001"/>
                  </a:ext>
                </a:extLst>
              </a:tr>
              <a:tr h="438150">
                <a:tc>
                  <a:txBody>
                    <a:bodyPr/>
                    <a:lstStyle/>
                    <a:p>
                      <a:pPr>
                        <a:defRPr sz="1100" b="1">
                          <a:solidFill>
                            <a:srgbClr val="2ED5B7"/>
                          </a:solidFill>
                          <a:latin typeface="Consolas"/>
                        </a:defRPr>
                      </a:pPr>
                      <a:r>
                        <a:t>positive</a:t>
                      </a:r>
                    </a:p>
                  </a:txBody>
                  <a:tcPr marL="109728" marR="109728" marT="36576" marB="36576" anchor="ctr">
                    <a:solidFill>
                      <a:srgbClr val="242C3E"/>
                    </a:solidFill>
                  </a:tcPr>
                </a:tc>
                <a:tc>
                  <a:txBody>
                    <a:bodyPr/>
                    <a:lstStyle/>
                    <a:p>
                      <a:pPr>
                        <a:defRPr sz="1100" b="0">
                          <a:solidFill>
                            <a:srgbClr val="F5F7FA"/>
                          </a:solidFill>
                          <a:latin typeface="Segoe UI"/>
                        </a:defRPr>
                      </a:pPr>
                      <a:r>
                        <a:t>Positive prompt condition encoding</a:t>
                      </a:r>
                    </a:p>
                  </a:txBody>
                  <a:tcPr marL="109728" marR="109728" marT="36576" marB="36576" anchor="ctr">
                    <a:solidFill>
                      <a:srgbClr val="242C3E"/>
                    </a:solidFill>
                  </a:tcPr>
                </a:tc>
                <a:tc>
                  <a:txBody>
                    <a:bodyPr/>
                    <a:lstStyle/>
                    <a:p>
                      <a:pPr>
                        <a:defRPr sz="1100" b="0">
                          <a:solidFill>
                            <a:srgbClr val="A8B3CF"/>
                          </a:solidFill>
                          <a:latin typeface="Segoe UI"/>
                        </a:defRPr>
                      </a:pPr>
                      <a:r>
                        <a:t>Guides generation to include specified desired elements</a:t>
                      </a:r>
                    </a:p>
                  </a:txBody>
                  <a:tcPr marL="109728" marR="109728" marT="36576" marB="36576" anchor="ctr">
                    <a:solidFill>
                      <a:srgbClr val="242C3E"/>
                    </a:solidFill>
                  </a:tcPr>
                </a:tc>
                <a:extLst>
                  <a:ext uri="{0D108BD9-81ED-4DB2-BD59-A6C34878D82A}">
                    <a16:rowId xmlns:a16="http://schemas.microsoft.com/office/drawing/2014/main" val="10002"/>
                  </a:ext>
                </a:extLst>
              </a:tr>
              <a:tr h="438150">
                <a:tc>
                  <a:txBody>
                    <a:bodyPr/>
                    <a:lstStyle/>
                    <a:p>
                      <a:pPr>
                        <a:defRPr sz="1100" b="1">
                          <a:solidFill>
                            <a:srgbClr val="2ED5B7"/>
                          </a:solidFill>
                          <a:latin typeface="Consolas"/>
                        </a:defRPr>
                      </a:pPr>
                      <a:r>
                        <a:t>negative</a:t>
                      </a:r>
                    </a:p>
                  </a:txBody>
                  <a:tcPr marL="109728" marR="109728" marT="36576" marB="36576" anchor="ctr">
                    <a:solidFill>
                      <a:srgbClr val="1C2230"/>
                    </a:solidFill>
                  </a:tcPr>
                </a:tc>
                <a:tc>
                  <a:txBody>
                    <a:bodyPr/>
                    <a:lstStyle/>
                    <a:p>
                      <a:pPr>
                        <a:defRPr sz="1100" b="0">
                          <a:solidFill>
                            <a:srgbClr val="F5F7FA"/>
                          </a:solidFill>
                          <a:latin typeface="Segoe UI"/>
                        </a:defRPr>
                      </a:pPr>
                      <a:r>
                        <a:t>Negative prompt condition encoding</a:t>
                      </a:r>
                    </a:p>
                  </a:txBody>
                  <a:tcPr marL="109728" marR="109728" marT="36576" marB="36576" anchor="ctr">
                    <a:solidFill>
                      <a:srgbClr val="1C2230"/>
                    </a:solidFill>
                  </a:tcPr>
                </a:tc>
                <a:tc>
                  <a:txBody>
                    <a:bodyPr/>
                    <a:lstStyle/>
                    <a:p>
                      <a:pPr>
                        <a:defRPr sz="1100" b="0">
                          <a:solidFill>
                            <a:srgbClr val="A8B3CF"/>
                          </a:solidFill>
                          <a:latin typeface="Segoe UI"/>
                        </a:defRPr>
                      </a:pPr>
                      <a:r>
                        <a:t>Suppresses unwanted content and artifacts</a:t>
                      </a:r>
                    </a:p>
                  </a:txBody>
                  <a:tcPr marL="109728" marR="109728" marT="36576" marB="36576" anchor="ctr">
                    <a:solidFill>
                      <a:srgbClr val="1C2230"/>
                    </a:solidFill>
                  </a:tcPr>
                </a:tc>
                <a:extLst>
                  <a:ext uri="{0D108BD9-81ED-4DB2-BD59-A6C34878D82A}">
                    <a16:rowId xmlns:a16="http://schemas.microsoft.com/office/drawing/2014/main" val="10003"/>
                  </a:ext>
                </a:extLst>
              </a:tr>
              <a:tr h="438150">
                <a:tc>
                  <a:txBody>
                    <a:bodyPr/>
                    <a:lstStyle/>
                    <a:p>
                      <a:pPr>
                        <a:defRPr sz="1100" b="1">
                          <a:solidFill>
                            <a:srgbClr val="2ED5B7"/>
                          </a:solidFill>
                          <a:latin typeface="Consolas"/>
                        </a:defRPr>
                      </a:pPr>
                      <a:r>
                        <a:t>latent_image</a:t>
                      </a:r>
                    </a:p>
                  </a:txBody>
                  <a:tcPr marL="109728" marR="109728" marT="36576" marB="36576" anchor="ctr">
                    <a:solidFill>
                      <a:srgbClr val="242C3E"/>
                    </a:solidFill>
                  </a:tcPr>
                </a:tc>
                <a:tc>
                  <a:txBody>
                    <a:bodyPr/>
                    <a:lstStyle/>
                    <a:p>
                      <a:pPr>
                        <a:defRPr sz="1100" b="0">
                          <a:solidFill>
                            <a:srgbClr val="F5F7FA"/>
                          </a:solidFill>
                          <a:latin typeface="Segoe UI"/>
                        </a:defRPr>
                      </a:pPr>
                      <a:r>
                        <a:t>Latent space image to be denoised</a:t>
                      </a:r>
                    </a:p>
                  </a:txBody>
                  <a:tcPr marL="109728" marR="109728" marT="36576" marB="36576" anchor="ctr">
                    <a:solidFill>
                      <a:srgbClr val="242C3E"/>
                    </a:solidFill>
                  </a:tcPr>
                </a:tc>
                <a:tc>
                  <a:txBody>
                    <a:bodyPr/>
                    <a:lstStyle/>
                    <a:p>
                      <a:pPr>
                        <a:defRPr sz="1100" b="0">
                          <a:solidFill>
                            <a:srgbClr val="A8B3CF"/>
                          </a:solidFill>
                          <a:latin typeface="Segoe UI"/>
                        </a:defRPr>
                      </a:pPr>
                      <a:r>
                        <a:t>Serves as the input canvas carrier for noise initialization</a:t>
                      </a:r>
                    </a:p>
                  </a:txBody>
                  <a:tcPr marL="109728" marR="109728" marT="36576" marB="36576" anchor="ctr">
                    <a:solidFill>
                      <a:srgbClr val="242C3E"/>
                    </a:solidFill>
                  </a:tcPr>
                </a:tc>
                <a:extLst>
                  <a:ext uri="{0D108BD9-81ED-4DB2-BD59-A6C34878D82A}">
                    <a16:rowId xmlns:a16="http://schemas.microsoft.com/office/drawing/2014/main" val="10004"/>
                  </a:ext>
                </a:extLst>
              </a:tr>
              <a:tr h="438150">
                <a:tc>
                  <a:txBody>
                    <a:bodyPr/>
                    <a:lstStyle/>
                    <a:p>
                      <a:pPr>
                        <a:defRPr sz="1100" b="1">
                          <a:solidFill>
                            <a:srgbClr val="2ED5B7"/>
                          </a:solidFill>
                          <a:latin typeface="Consolas"/>
                        </a:defRPr>
                      </a:pPr>
                      <a:r>
                        <a:t>seed</a:t>
                      </a:r>
                    </a:p>
                  </a:txBody>
                  <a:tcPr marL="109728" marR="109728" marT="36576" marB="36576" anchor="ctr">
                    <a:solidFill>
                      <a:srgbClr val="1C2230"/>
                    </a:solidFill>
                  </a:tcPr>
                </a:tc>
                <a:tc>
                  <a:txBody>
                    <a:bodyPr/>
                    <a:lstStyle/>
                    <a:p>
                      <a:pPr>
                        <a:defRPr sz="1100" b="0">
                          <a:solidFill>
                            <a:srgbClr val="F5F7FA"/>
                          </a:solidFill>
                          <a:latin typeface="Segoe UI"/>
                        </a:defRPr>
                      </a:pPr>
                      <a:r>
                        <a:t>Random seed for noise generation</a:t>
                      </a:r>
                    </a:p>
                  </a:txBody>
                  <a:tcPr marL="109728" marR="109728" marT="36576" marB="36576" anchor="ctr">
                    <a:solidFill>
                      <a:srgbClr val="1C2230"/>
                    </a:solidFill>
                  </a:tcPr>
                </a:tc>
                <a:tc>
                  <a:txBody>
                    <a:bodyPr/>
                    <a:lstStyle/>
                    <a:p>
                      <a:pPr>
                        <a:defRPr sz="1100" b="0">
                          <a:solidFill>
                            <a:srgbClr val="A8B3CF"/>
                          </a:solidFill>
                          <a:latin typeface="Segoe UI"/>
                        </a:defRPr>
                      </a:pPr>
                      <a:r>
                        <a:t>Controls generation randomness and reproducibility</a:t>
                      </a:r>
                    </a:p>
                  </a:txBody>
                  <a:tcPr marL="109728" marR="109728" marT="36576" marB="36576" anchor="ctr">
                    <a:solidFill>
                      <a:srgbClr val="1C2230"/>
                    </a:solidFill>
                  </a:tcPr>
                </a:tc>
                <a:extLst>
                  <a:ext uri="{0D108BD9-81ED-4DB2-BD59-A6C34878D82A}">
                    <a16:rowId xmlns:a16="http://schemas.microsoft.com/office/drawing/2014/main" val="10005"/>
                  </a:ext>
                </a:extLst>
              </a:tr>
              <a:tr h="438150">
                <a:tc>
                  <a:txBody>
                    <a:bodyPr/>
                    <a:lstStyle/>
                    <a:p>
                      <a:pPr>
                        <a:defRPr sz="1100" b="1">
                          <a:solidFill>
                            <a:srgbClr val="2ED5B7"/>
                          </a:solidFill>
                          <a:latin typeface="Consolas"/>
                        </a:defRPr>
                      </a:pPr>
                      <a:r>
                        <a:t>control_after_generate</a:t>
                      </a:r>
                    </a:p>
                  </a:txBody>
                  <a:tcPr marL="109728" marR="109728" marT="36576" marB="36576" anchor="ctr">
                    <a:solidFill>
                      <a:srgbClr val="242C3E"/>
                    </a:solidFill>
                  </a:tcPr>
                </a:tc>
                <a:tc>
                  <a:txBody>
                    <a:bodyPr/>
                    <a:lstStyle/>
                    <a:p>
                      <a:pPr>
                        <a:defRPr sz="1100" b="0">
                          <a:solidFill>
                            <a:srgbClr val="F5F7FA"/>
                          </a:solidFill>
                          <a:latin typeface="Segoe UI"/>
                        </a:defRPr>
                      </a:pPr>
                      <a:r>
                        <a:t>Seed control mode after generation</a:t>
                      </a:r>
                    </a:p>
                  </a:txBody>
                  <a:tcPr marL="109728" marR="109728" marT="36576" marB="36576" anchor="ctr">
                    <a:solidFill>
                      <a:srgbClr val="242C3E"/>
                    </a:solidFill>
                  </a:tcPr>
                </a:tc>
                <a:tc>
                  <a:txBody>
                    <a:bodyPr/>
                    <a:lstStyle/>
                    <a:p>
                      <a:pPr>
                        <a:defRPr sz="1100" b="0">
                          <a:solidFill>
                            <a:srgbClr val="A8B3CF"/>
                          </a:solidFill>
                          <a:latin typeface="Segoe UI"/>
                        </a:defRPr>
                      </a:pPr>
                      <a:r>
                        <a:t>Determines seed variation pattern in batch/repeated runs</a:t>
                      </a:r>
                    </a:p>
                  </a:txBody>
                  <a:tcPr marL="109728" marR="109728" marT="36576" marB="36576" anchor="ctr">
                    <a:solidFill>
                      <a:srgbClr val="242C3E"/>
                    </a:solidFill>
                  </a:tcPr>
                </a:tc>
                <a:extLst>
                  <a:ext uri="{0D108BD9-81ED-4DB2-BD59-A6C34878D82A}">
                    <a16:rowId xmlns:a16="http://schemas.microsoft.com/office/drawing/2014/main" val="10006"/>
                  </a:ext>
                </a:extLst>
              </a:tr>
              <a:tr h="438150">
                <a:tc>
                  <a:txBody>
                    <a:bodyPr/>
                    <a:lstStyle/>
                    <a:p>
                      <a:pPr>
                        <a:defRPr sz="1100" b="1">
                          <a:solidFill>
                            <a:srgbClr val="2ED5B7"/>
                          </a:solidFill>
                          <a:latin typeface="Consolas"/>
                        </a:defRPr>
                      </a:pPr>
                      <a:r>
                        <a:t>steps</a:t>
                      </a:r>
                    </a:p>
                  </a:txBody>
                  <a:tcPr marL="109728" marR="109728" marT="36576" marB="36576" anchor="ctr">
                    <a:solidFill>
                      <a:srgbClr val="1C2230"/>
                    </a:solidFill>
                  </a:tcPr>
                </a:tc>
                <a:tc>
                  <a:txBody>
                    <a:bodyPr/>
                    <a:lstStyle/>
                    <a:p>
                      <a:pPr>
                        <a:defRPr sz="1100" b="0">
                          <a:solidFill>
                            <a:srgbClr val="F5F7FA"/>
                          </a:solidFill>
                          <a:latin typeface="Segoe UI"/>
                        </a:defRPr>
                      </a:pPr>
                      <a:r>
                        <a:t>Number of denoising iterations</a:t>
                      </a:r>
                    </a:p>
                  </a:txBody>
                  <a:tcPr marL="109728" marR="109728" marT="36576" marB="36576" anchor="ctr">
                    <a:solidFill>
                      <a:srgbClr val="1C2230"/>
                    </a:solidFill>
                  </a:tcPr>
                </a:tc>
                <a:tc>
                  <a:txBody>
                    <a:bodyPr/>
                    <a:lstStyle/>
                    <a:p>
                      <a:pPr>
                        <a:defRPr sz="1100" b="0">
                          <a:solidFill>
                            <a:srgbClr val="A8B3CF"/>
                          </a:solidFill>
                          <a:latin typeface="Segoe UI"/>
                        </a:defRPr>
                      </a:pPr>
                      <a:r>
                        <a:t>More steps mean finer details, but longer processing time</a:t>
                      </a:r>
                    </a:p>
                  </a:txBody>
                  <a:tcPr marL="109728" marR="109728" marT="36576" marB="36576" anchor="ctr">
                    <a:solidFill>
                      <a:srgbClr val="1C2230"/>
                    </a:solidFill>
                  </a:tcPr>
                </a:tc>
                <a:extLst>
                  <a:ext uri="{0D108BD9-81ED-4DB2-BD59-A6C34878D82A}">
                    <a16:rowId xmlns:a16="http://schemas.microsoft.com/office/drawing/2014/main" val="10007"/>
                  </a:ext>
                </a:extLst>
              </a:tr>
              <a:tr h="438150">
                <a:tc>
                  <a:txBody>
                    <a:bodyPr/>
                    <a:lstStyle/>
                    <a:p>
                      <a:pPr>
                        <a:defRPr sz="1100" b="1">
                          <a:solidFill>
                            <a:srgbClr val="2ED5B7"/>
                          </a:solidFill>
                          <a:latin typeface="Consolas"/>
                        </a:defRPr>
                      </a:pPr>
                      <a:r>
                        <a:t>cfg</a:t>
                      </a:r>
                    </a:p>
                  </a:txBody>
                  <a:tcPr marL="109728" marR="109728" marT="36576" marB="36576" anchor="ctr">
                    <a:solidFill>
                      <a:srgbClr val="242C3E"/>
                    </a:solidFill>
                  </a:tcPr>
                </a:tc>
                <a:tc>
                  <a:txBody>
                    <a:bodyPr/>
                    <a:lstStyle/>
                    <a:p>
                      <a:pPr>
                        <a:defRPr sz="1100" b="0">
                          <a:solidFill>
                            <a:srgbClr val="F5F7FA"/>
                          </a:solidFill>
                          <a:latin typeface="Segoe UI"/>
                        </a:defRPr>
                      </a:pPr>
                      <a:r>
                        <a:t>Classifier-free guidance scale</a:t>
                      </a:r>
                    </a:p>
                  </a:txBody>
                  <a:tcPr marL="109728" marR="109728" marT="36576" marB="36576" anchor="ctr">
                    <a:solidFill>
                      <a:srgbClr val="242C3E"/>
                    </a:solidFill>
                  </a:tcPr>
                </a:tc>
                <a:tc>
                  <a:txBody>
                    <a:bodyPr/>
                    <a:lstStyle/>
                    <a:p>
                      <a:pPr>
                        <a:defRPr sz="1100" b="0">
                          <a:solidFill>
                            <a:srgbClr val="A8B3CF"/>
                          </a:solidFill>
                          <a:latin typeface="Segoe UI"/>
                        </a:defRPr>
                      </a:pPr>
                      <a:r>
                        <a:t>Controls prompt constraint strength (too high leads to overfitting)</a:t>
                      </a:r>
                    </a:p>
                  </a:txBody>
                  <a:tcPr marL="109728" marR="109728" marT="36576" marB="36576" anchor="ctr">
                    <a:solidFill>
                      <a:srgbClr val="242C3E"/>
                    </a:solidFill>
                  </a:tcPr>
                </a:tc>
                <a:extLst>
                  <a:ext uri="{0D108BD9-81ED-4DB2-BD59-A6C34878D82A}">
                    <a16:rowId xmlns:a16="http://schemas.microsoft.com/office/drawing/2014/main" val="10008"/>
                  </a:ext>
                </a:extLst>
              </a:tr>
              <a:tr h="438150">
                <a:tc>
                  <a:txBody>
                    <a:bodyPr/>
                    <a:lstStyle/>
                    <a:p>
                      <a:pPr>
                        <a:defRPr sz="1100" b="1">
                          <a:solidFill>
                            <a:srgbClr val="2ED5B7"/>
                          </a:solidFill>
                          <a:latin typeface="Consolas"/>
                        </a:defRPr>
                      </a:pPr>
                      <a:r>
                        <a:t>sampler_name</a:t>
                      </a:r>
                    </a:p>
                  </a:txBody>
                  <a:tcPr marL="109728" marR="109728" marT="36576" marB="36576" anchor="ctr">
                    <a:solidFill>
                      <a:srgbClr val="1C2230"/>
                    </a:solidFill>
                  </a:tcPr>
                </a:tc>
                <a:tc>
                  <a:txBody>
                    <a:bodyPr/>
                    <a:lstStyle/>
                    <a:p>
                      <a:pPr>
                        <a:defRPr sz="1100" b="0">
                          <a:solidFill>
                            <a:srgbClr val="F5F7FA"/>
                          </a:solidFill>
                          <a:latin typeface="Segoe UI"/>
                        </a:defRPr>
                      </a:pPr>
                      <a:r>
                        <a:t>Sampling algorithm name</a:t>
                      </a:r>
                    </a:p>
                  </a:txBody>
                  <a:tcPr marL="109728" marR="109728" marT="36576" marB="36576" anchor="ctr">
                    <a:solidFill>
                      <a:srgbClr val="1C2230"/>
                    </a:solidFill>
                  </a:tcPr>
                </a:tc>
                <a:tc>
                  <a:txBody>
                    <a:bodyPr/>
                    <a:lstStyle/>
                    <a:p>
                      <a:pPr>
                        <a:defRPr sz="1100" b="0">
                          <a:solidFill>
                            <a:srgbClr val="A8B3CF"/>
                          </a:solidFill>
                          <a:latin typeface="Segoe UI"/>
                        </a:defRPr>
                      </a:pPr>
                      <a:r>
                        <a:t>Determines the mathematical method for the denoising path</a:t>
                      </a:r>
                    </a:p>
                  </a:txBody>
                  <a:tcPr marL="109728" marR="109728" marT="36576" marB="36576" anchor="ctr">
                    <a:solidFill>
                      <a:srgbClr val="1C2230"/>
                    </a:solidFill>
                  </a:tcPr>
                </a:tc>
                <a:extLst>
                  <a:ext uri="{0D108BD9-81ED-4DB2-BD59-A6C34878D82A}">
                    <a16:rowId xmlns:a16="http://schemas.microsoft.com/office/drawing/2014/main" val="10009"/>
                  </a:ext>
                </a:extLst>
              </a:tr>
              <a:tr h="438150">
                <a:tc>
                  <a:txBody>
                    <a:bodyPr/>
                    <a:lstStyle/>
                    <a:p>
                      <a:pPr>
                        <a:defRPr sz="1100" b="1">
                          <a:solidFill>
                            <a:srgbClr val="2ED5B7"/>
                          </a:solidFill>
                          <a:latin typeface="Consolas"/>
                        </a:defRPr>
                      </a:pPr>
                      <a:r>
                        <a:t>scheduler</a:t>
                      </a:r>
                    </a:p>
                  </a:txBody>
                  <a:tcPr marL="109728" marR="109728" marT="36576" marB="36576" anchor="ctr">
                    <a:solidFill>
                      <a:srgbClr val="242C3E"/>
                    </a:solidFill>
                  </a:tcPr>
                </a:tc>
                <a:tc>
                  <a:txBody>
                    <a:bodyPr/>
                    <a:lstStyle/>
                    <a:p>
                      <a:pPr>
                        <a:defRPr sz="1100" b="0">
                          <a:solidFill>
                            <a:srgbClr val="F5F7FA"/>
                          </a:solidFill>
                          <a:latin typeface="Segoe UI"/>
                        </a:defRPr>
                      </a:pPr>
                      <a:r>
                        <a:t>Scheduler type</a:t>
                      </a:r>
                    </a:p>
                  </a:txBody>
                  <a:tcPr marL="109728" marR="109728" marT="36576" marB="36576" anchor="ctr">
                    <a:solidFill>
                      <a:srgbClr val="242C3E"/>
                    </a:solidFill>
                  </a:tcPr>
                </a:tc>
                <a:tc>
                  <a:txBody>
                    <a:bodyPr/>
                    <a:lstStyle/>
                    <a:p>
                      <a:pPr>
                        <a:defRPr sz="1100" b="0">
                          <a:solidFill>
                            <a:srgbClr val="A8B3CF"/>
                          </a:solidFill>
                          <a:latin typeface="Segoe UI"/>
                        </a:defRPr>
                      </a:pPr>
                      <a:r>
                        <a:t>Controls noise decay rate and step size allocation</a:t>
                      </a:r>
                    </a:p>
                  </a:txBody>
                  <a:tcPr marL="109728" marR="109728" marT="36576" marB="36576" anchor="ctr">
                    <a:solidFill>
                      <a:srgbClr val="242C3E"/>
                    </a:solidFill>
                  </a:tcPr>
                </a:tc>
                <a:extLst>
                  <a:ext uri="{0D108BD9-81ED-4DB2-BD59-A6C34878D82A}">
                    <a16:rowId xmlns:a16="http://schemas.microsoft.com/office/drawing/2014/main" val="10010"/>
                  </a:ext>
                </a:extLst>
              </a:tr>
              <a:tr h="438150">
                <a:tc>
                  <a:txBody>
                    <a:bodyPr/>
                    <a:lstStyle/>
                    <a:p>
                      <a:pPr>
                        <a:defRPr sz="1100" b="1">
                          <a:solidFill>
                            <a:srgbClr val="2ED5B7"/>
                          </a:solidFill>
                          <a:latin typeface="Consolas"/>
                        </a:defRPr>
                      </a:pPr>
                      <a:r>
                        <a:t>denoise</a:t>
                      </a:r>
                    </a:p>
                  </a:txBody>
                  <a:tcPr marL="109728" marR="109728" marT="36576" marB="36576" anchor="ctr">
                    <a:solidFill>
                      <a:srgbClr val="1C2230"/>
                    </a:solidFill>
                  </a:tcPr>
                </a:tc>
                <a:tc>
                  <a:txBody>
                    <a:bodyPr/>
                    <a:lstStyle/>
                    <a:p>
                      <a:pPr>
                        <a:defRPr sz="1100" b="0">
                          <a:solidFill>
                            <a:srgbClr val="F5F7FA"/>
                          </a:solidFill>
                          <a:latin typeface="Segoe UI"/>
                        </a:defRPr>
                      </a:pPr>
                      <a:r>
                        <a:t>Denoising strength coefficient</a:t>
                      </a:r>
                    </a:p>
                  </a:txBody>
                  <a:tcPr marL="109728" marR="109728" marT="36576" marB="36576" anchor="ctr">
                    <a:solidFill>
                      <a:srgbClr val="1C2230"/>
                    </a:solidFill>
                  </a:tcPr>
                </a:tc>
                <a:tc>
                  <a:txBody>
                    <a:bodyPr/>
                    <a:lstStyle/>
                    <a:p>
                      <a:pPr>
                        <a:defRPr sz="1100" b="0">
                          <a:solidFill>
                            <a:srgbClr val="A8B3CF"/>
                          </a:solidFill>
                          <a:latin typeface="Segoe UI"/>
                        </a:defRPr>
                      </a:pPr>
                      <a:r>
                        <a:t>Controls noise added to latent space (0.0 keeps original, 1.0 = full noise)</a:t>
                      </a:r>
                    </a:p>
                  </a:txBody>
                  <a:tcPr marL="109728" marR="109728" marT="36576" marB="36576" anchor="ctr">
                    <a:solidFill>
                      <a:srgbClr val="1C2230"/>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113936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20</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C59F62E1-BEBA-946C-1E97-CB0DBD7617D2}"/>
              </a:ext>
            </a:extLst>
          </p:cNvPr>
          <p:cNvSpPr txBox="1"/>
          <p:nvPr/>
        </p:nvSpPr>
        <p:spPr>
          <a:xfrm>
            <a:off x="548640" y="998222"/>
            <a:ext cx="10972800" cy="274320"/>
          </a:xfrm>
          <a:prstGeom prst="rect">
            <a:avLst/>
          </a:prstGeom>
          <a:noFill/>
        </p:spPr>
        <p:txBody>
          <a:bodyPr wrap="square" lIns="0" tIns="0" rIns="0" bIns="0">
            <a:spAutoFit/>
          </a:bodyPr>
          <a:lstStyle/>
          <a:p>
            <a:pPr>
              <a:defRPr sz="1000" b="1">
                <a:solidFill>
                  <a:srgbClr val="FFCC4D"/>
                </a:solidFill>
                <a:latin typeface="Segoe UI"/>
              </a:defRPr>
            </a:pPr>
            <a:r>
              <a:rPr dirty="0"/>
              <a:t>PROMPT ENGINEERING</a:t>
            </a:r>
          </a:p>
        </p:txBody>
      </p:sp>
      <p:sp>
        <p:nvSpPr>
          <p:cNvPr id="6" name="TextBox 5">
            <a:extLst>
              <a:ext uri="{FF2B5EF4-FFF2-40B4-BE49-F238E27FC236}">
                <a16:creationId xmlns:a16="http://schemas.microsoft.com/office/drawing/2014/main" id="{CF0ACAF1-815E-0F8B-2383-FA48EEF10FDA}"/>
              </a:ext>
            </a:extLst>
          </p:cNvPr>
          <p:cNvSpPr txBox="1"/>
          <p:nvPr/>
        </p:nvSpPr>
        <p:spPr>
          <a:xfrm>
            <a:off x="548640" y="1208807"/>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SD1.5 Prompting Principles &amp; Style Examples</a:t>
            </a:r>
          </a:p>
        </p:txBody>
      </p:sp>
      <p:sp>
        <p:nvSpPr>
          <p:cNvPr id="7" name="Rounded Rectangle 4">
            <a:extLst>
              <a:ext uri="{FF2B5EF4-FFF2-40B4-BE49-F238E27FC236}">
                <a16:creationId xmlns:a16="http://schemas.microsoft.com/office/drawing/2014/main" id="{6099771C-5EB7-EE20-37EB-BBFAD8E495C3}"/>
              </a:ext>
            </a:extLst>
          </p:cNvPr>
          <p:cNvSpPr/>
          <p:nvPr/>
        </p:nvSpPr>
        <p:spPr>
          <a:xfrm>
            <a:off x="548640" y="1687108"/>
            <a:ext cx="4297680" cy="51663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7BA02D3F-BF6D-1D94-A3B6-71FCC3E5E902}"/>
              </a:ext>
            </a:extLst>
          </p:cNvPr>
          <p:cNvSpPr/>
          <p:nvPr/>
        </p:nvSpPr>
        <p:spPr>
          <a:xfrm>
            <a:off x="548640" y="1687108"/>
            <a:ext cx="4297680" cy="411480"/>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6 Basic Prompting Principles (SD1.5)</a:t>
            </a:r>
          </a:p>
        </p:txBody>
      </p:sp>
      <p:sp>
        <p:nvSpPr>
          <p:cNvPr id="9" name="TextBox 8">
            <a:extLst>
              <a:ext uri="{FF2B5EF4-FFF2-40B4-BE49-F238E27FC236}">
                <a16:creationId xmlns:a16="http://schemas.microsoft.com/office/drawing/2014/main" id="{806E0027-EBB3-5B45-E4F4-8137B6489392}"/>
              </a:ext>
            </a:extLst>
          </p:cNvPr>
          <p:cNvSpPr txBox="1"/>
          <p:nvPr/>
        </p:nvSpPr>
        <p:spPr>
          <a:xfrm>
            <a:off x="731520" y="2263180"/>
            <a:ext cx="3931920" cy="4434840"/>
          </a:xfrm>
          <a:prstGeom prst="rect">
            <a:avLst/>
          </a:prstGeom>
          <a:noFill/>
        </p:spPr>
        <p:txBody>
          <a:bodyPr wrap="square" lIns="0" tIns="0" rIns="0" bIns="0">
            <a:spAutoFit/>
          </a:bodyPr>
          <a:lstStyle/>
          <a:p>
            <a:pPr>
              <a:spcAft>
                <a:spcPts val="1000"/>
              </a:spcAft>
            </a:pPr>
            <a:r>
              <a:rPr sz="1200" b="1">
                <a:solidFill>
                  <a:srgbClr val="FFCC4D"/>
                </a:solidFill>
                <a:latin typeface="Segoe UI"/>
              </a:rPr>
              <a:t>▸ 1. Use English: </a:t>
            </a:r>
            <a:r>
              <a:rPr sz="1200">
                <a:solidFill>
                  <a:srgbClr val="F5F7FA"/>
                </a:solidFill>
                <a:latin typeface="Segoe UI"/>
              </a:rPr>
              <a:t>Always write prompts in English whenever possible for accurate CLIP tokenization.</a:t>
            </a:r>
          </a:p>
          <a:p>
            <a:pPr>
              <a:spcAft>
                <a:spcPts val="1000"/>
              </a:spcAft>
            </a:pPr>
            <a:r>
              <a:rPr sz="1200" b="1">
                <a:solidFill>
                  <a:srgbClr val="FFCC4D"/>
                </a:solidFill>
                <a:latin typeface="Segoe UI"/>
              </a:rPr>
              <a:t>▸ 2. English Commas: </a:t>
            </a:r>
            <a:r>
              <a:rPr sz="1200">
                <a:solidFill>
                  <a:srgbClr val="F5F7FA"/>
                </a:solidFill>
                <a:latin typeface="Segoe UI"/>
              </a:rPr>
              <a:t>Separate individual prompt concepts with standard English commas (,).</a:t>
            </a:r>
          </a:p>
          <a:p>
            <a:pPr>
              <a:spcAft>
                <a:spcPts val="1000"/>
              </a:spcAft>
            </a:pPr>
            <a:r>
              <a:rPr sz="1200" b="1">
                <a:solidFill>
                  <a:srgbClr val="FFCC4D"/>
                </a:solidFill>
                <a:latin typeface="Segoe UI"/>
              </a:rPr>
              <a:t>▸ 3. Phrases Over Sentences: </a:t>
            </a:r>
            <a:r>
              <a:rPr sz="1200">
                <a:solidFill>
                  <a:srgbClr val="F5F7FA"/>
                </a:solidFill>
                <a:latin typeface="Segoe UI"/>
              </a:rPr>
              <a:t>Use concise descriptive phrases rather than long grammatical sentences.</a:t>
            </a:r>
          </a:p>
          <a:p>
            <a:pPr>
              <a:spcAft>
                <a:spcPts val="1000"/>
              </a:spcAft>
            </a:pPr>
            <a:r>
              <a:rPr sz="1200" b="1">
                <a:solidFill>
                  <a:srgbClr val="FFCC4D"/>
                </a:solidFill>
                <a:latin typeface="Segoe UI"/>
              </a:rPr>
              <a:t>▸ 4. Be Specific: </a:t>
            </a:r>
            <a:r>
              <a:rPr sz="1200">
                <a:solidFill>
                  <a:srgbClr val="F5F7FA"/>
                </a:solidFill>
                <a:latin typeface="Segoe UI"/>
              </a:rPr>
              <a:t>Use concrete visual descriptions (lighting, camera lens, textures).</a:t>
            </a:r>
          </a:p>
          <a:p>
            <a:pPr>
              <a:spcAft>
                <a:spcPts val="1000"/>
              </a:spcAft>
            </a:pPr>
            <a:r>
              <a:rPr sz="1200" b="1">
                <a:solidFill>
                  <a:srgbClr val="48CF85"/>
                </a:solidFill>
                <a:latin typeface="Segoe UI"/>
              </a:rPr>
              <a:t>▸ 5. Keyword Weights: </a:t>
            </a:r>
            <a:r>
              <a:rPr sz="1200">
                <a:solidFill>
                  <a:srgbClr val="F5F7FA"/>
                </a:solidFill>
                <a:latin typeface="Segoe UI"/>
              </a:rPr>
              <a:t>Use syntax like (golden hour:1.2) to boost keyword importance. Here, 'golden hour' is the keyword and 1.2 is its weight.</a:t>
            </a:r>
          </a:p>
          <a:p>
            <a:pPr>
              <a:spcAft>
                <a:spcPts val="1000"/>
              </a:spcAft>
            </a:pPr>
            <a:r>
              <a:rPr sz="1200" b="1">
                <a:solidFill>
                  <a:srgbClr val="4C9AFF"/>
                </a:solidFill>
                <a:latin typeface="Segoe UI"/>
              </a:rPr>
              <a:t>▸ 6. Quality Boosters: </a:t>
            </a:r>
            <a:r>
              <a:rPr sz="1200">
                <a:solidFill>
                  <a:srgbClr val="F5F7FA"/>
                </a:solidFill>
                <a:latin typeface="Segoe UI"/>
              </a:rPr>
              <a:t>Include keywords like masterpiece, best quality, 4k to elevate overall image fidelity.</a:t>
            </a:r>
          </a:p>
        </p:txBody>
      </p:sp>
      <p:sp>
        <p:nvSpPr>
          <p:cNvPr id="10" name="Rounded Rectangle 7">
            <a:extLst>
              <a:ext uri="{FF2B5EF4-FFF2-40B4-BE49-F238E27FC236}">
                <a16:creationId xmlns:a16="http://schemas.microsoft.com/office/drawing/2014/main" id="{553B7F04-9C37-3723-18B4-6926A670BF11}"/>
              </a:ext>
            </a:extLst>
          </p:cNvPr>
          <p:cNvSpPr/>
          <p:nvPr/>
        </p:nvSpPr>
        <p:spPr>
          <a:xfrm>
            <a:off x="5074920" y="1687108"/>
            <a:ext cx="6565392" cy="1645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564EE101-282E-14CA-955A-04C172ABE8C5}"/>
              </a:ext>
            </a:extLst>
          </p:cNvPr>
          <p:cNvSpPr/>
          <p:nvPr/>
        </p:nvSpPr>
        <p:spPr>
          <a:xfrm>
            <a:off x="5074920" y="1687108"/>
            <a:ext cx="6565392" cy="411480"/>
          </a:xfrm>
          <a:prstGeom prst="roundRect">
            <a:avLst>
              <a:gd name="adj" fmla="val 8000"/>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1. Anime Style</a:t>
            </a:r>
          </a:p>
        </p:txBody>
      </p:sp>
      <p:sp>
        <p:nvSpPr>
          <p:cNvPr id="12" name="TextBox 11">
            <a:extLst>
              <a:ext uri="{FF2B5EF4-FFF2-40B4-BE49-F238E27FC236}">
                <a16:creationId xmlns:a16="http://schemas.microsoft.com/office/drawing/2014/main" id="{79FDDB2E-8863-EDA9-A5EA-E5E8961D9469}"/>
              </a:ext>
            </a:extLst>
          </p:cNvPr>
          <p:cNvSpPr txBox="1"/>
          <p:nvPr/>
        </p:nvSpPr>
        <p:spPr>
          <a:xfrm>
            <a:off x="5230368" y="2162596"/>
            <a:ext cx="6263640" cy="1115568"/>
          </a:xfrm>
          <a:prstGeom prst="rect">
            <a:avLst/>
          </a:prstGeom>
          <a:noFill/>
        </p:spPr>
        <p:txBody>
          <a:bodyPr wrap="square" lIns="0" tIns="0" rIns="0" bIns="0">
            <a:spAutoFit/>
          </a:bodyPr>
          <a:lstStyle/>
          <a:p>
            <a:r>
              <a:rPr sz="1050" b="1">
                <a:solidFill>
                  <a:srgbClr val="48CF85"/>
                </a:solidFill>
                <a:latin typeface="Segoe UI"/>
              </a:rPr>
              <a:t>Positive: </a:t>
            </a:r>
            <a:r>
              <a:rPr sz="950">
                <a:solidFill>
                  <a:srgbClr val="F5F7FA"/>
                </a:solidFill>
                <a:latin typeface="Consolas"/>
              </a:rPr>
              <a:t>anime style, 1girl with long pink hair, cherry blossom background, studio ghibli aesthetic, soft lighting, intricate details, masterpiece, best quality, 4k</a:t>
            </a:r>
          </a:p>
          <a:p>
            <a:pPr>
              <a:spcBef>
                <a:spcPts val="400"/>
              </a:spcBef>
            </a:pPr>
            <a:r>
              <a:rPr sz="1050" b="1">
                <a:solidFill>
                  <a:srgbClr val="FF5C5C"/>
                </a:solidFill>
                <a:latin typeface="Segoe UI"/>
              </a:rPr>
              <a:t>Negative: </a:t>
            </a:r>
            <a:r>
              <a:rPr sz="950">
                <a:solidFill>
                  <a:srgbClr val="A8B3CF"/>
                </a:solidFill>
                <a:latin typeface="Consolas"/>
              </a:rPr>
              <a:t>low quality, blurry, deformed hands, extra fingers</a:t>
            </a:r>
          </a:p>
        </p:txBody>
      </p:sp>
      <p:sp>
        <p:nvSpPr>
          <p:cNvPr id="13" name="Rounded Rectangle 10">
            <a:extLst>
              <a:ext uri="{FF2B5EF4-FFF2-40B4-BE49-F238E27FC236}">
                <a16:creationId xmlns:a16="http://schemas.microsoft.com/office/drawing/2014/main" id="{4AECCF59-B9B7-3937-8F8F-E2ACB4192D00}"/>
              </a:ext>
            </a:extLst>
          </p:cNvPr>
          <p:cNvSpPr/>
          <p:nvPr/>
        </p:nvSpPr>
        <p:spPr>
          <a:xfrm>
            <a:off x="5074920" y="3442756"/>
            <a:ext cx="6565392" cy="1645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D886C022-5B2F-D0F7-3349-01CF5A6366E9}"/>
              </a:ext>
            </a:extLst>
          </p:cNvPr>
          <p:cNvSpPr/>
          <p:nvPr/>
        </p:nvSpPr>
        <p:spPr>
          <a:xfrm>
            <a:off x="5074920" y="3442756"/>
            <a:ext cx="6565392" cy="411480"/>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2. Realistic Style (with Keyword Weights)</a:t>
            </a:r>
          </a:p>
        </p:txBody>
      </p:sp>
      <p:sp>
        <p:nvSpPr>
          <p:cNvPr id="15" name="TextBox 14">
            <a:extLst>
              <a:ext uri="{FF2B5EF4-FFF2-40B4-BE49-F238E27FC236}">
                <a16:creationId xmlns:a16="http://schemas.microsoft.com/office/drawing/2014/main" id="{C9BD3A84-FAD2-D826-B595-EEF4B3488CC9}"/>
              </a:ext>
            </a:extLst>
          </p:cNvPr>
          <p:cNvSpPr txBox="1"/>
          <p:nvPr/>
        </p:nvSpPr>
        <p:spPr>
          <a:xfrm>
            <a:off x="5230368" y="3918244"/>
            <a:ext cx="6263640" cy="1115568"/>
          </a:xfrm>
          <a:prstGeom prst="rect">
            <a:avLst/>
          </a:prstGeom>
          <a:noFill/>
        </p:spPr>
        <p:txBody>
          <a:bodyPr wrap="square" lIns="0" tIns="0" rIns="0" bIns="0">
            <a:spAutoFit/>
          </a:bodyPr>
          <a:lstStyle/>
          <a:p>
            <a:r>
              <a:rPr sz="1050" b="1">
                <a:solidFill>
                  <a:srgbClr val="48CF85"/>
                </a:solidFill>
                <a:latin typeface="Segoe UI"/>
              </a:rPr>
              <a:t>Positive: </a:t>
            </a:r>
            <a:r>
              <a:rPr sz="950">
                <a:solidFill>
                  <a:srgbClr val="F5F7FA"/>
                </a:solidFill>
                <a:latin typeface="Consolas"/>
              </a:rPr>
              <a:t>(ultra realistic portrait:1.3), (elegant woman in crimson silk dress:1.2), full body, soft cinematic lighting, (golden hour:1.2), (fujifilm XT4:1.1), shallow depth of field, (skin texture details:1.3), (film grain:1.1), gentle wind flow, warm color grading, (perfect facial symmetry:1.3)</a:t>
            </a:r>
          </a:p>
          <a:p>
            <a:pPr>
              <a:spcBef>
                <a:spcPts val="400"/>
              </a:spcBef>
            </a:pPr>
            <a:r>
              <a:rPr sz="1050" b="1">
                <a:solidFill>
                  <a:srgbClr val="FF5C5C"/>
                </a:solidFill>
                <a:latin typeface="Segoe UI"/>
              </a:rPr>
              <a:t>Negative: </a:t>
            </a:r>
            <a:r>
              <a:rPr sz="950">
                <a:solidFill>
                  <a:srgbClr val="A8B3CF"/>
                </a:solidFill>
                <a:latin typeface="Consolas"/>
              </a:rPr>
              <a:t>(deformed, cartoon, anime, doll, plastic skin, overexposed, blurry, extra fingers)</a:t>
            </a:r>
          </a:p>
        </p:txBody>
      </p:sp>
      <p:sp>
        <p:nvSpPr>
          <p:cNvPr id="16" name="Rounded Rectangle 13">
            <a:extLst>
              <a:ext uri="{FF2B5EF4-FFF2-40B4-BE49-F238E27FC236}">
                <a16:creationId xmlns:a16="http://schemas.microsoft.com/office/drawing/2014/main" id="{C031F293-A0C2-7C2F-92EF-4702BBA012C2}"/>
              </a:ext>
            </a:extLst>
          </p:cNvPr>
          <p:cNvSpPr/>
          <p:nvPr/>
        </p:nvSpPr>
        <p:spPr>
          <a:xfrm>
            <a:off x="5074920" y="5198404"/>
            <a:ext cx="6565392" cy="1645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4">
            <a:extLst>
              <a:ext uri="{FF2B5EF4-FFF2-40B4-BE49-F238E27FC236}">
                <a16:creationId xmlns:a16="http://schemas.microsoft.com/office/drawing/2014/main" id="{2A121D7A-9FCA-C5EA-8FE2-A35E34F43074}"/>
              </a:ext>
            </a:extLst>
          </p:cNvPr>
          <p:cNvSpPr/>
          <p:nvPr/>
        </p:nvSpPr>
        <p:spPr>
          <a:xfrm>
            <a:off x="5074920" y="5198404"/>
            <a:ext cx="6565392" cy="411480"/>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3. Specific Artist Style</a:t>
            </a:r>
          </a:p>
        </p:txBody>
      </p:sp>
      <p:sp>
        <p:nvSpPr>
          <p:cNvPr id="18" name="TextBox 17">
            <a:extLst>
              <a:ext uri="{FF2B5EF4-FFF2-40B4-BE49-F238E27FC236}">
                <a16:creationId xmlns:a16="http://schemas.microsoft.com/office/drawing/2014/main" id="{8F29BEB5-ABAD-CE7D-C2C2-F9BA1FFD24D4}"/>
              </a:ext>
            </a:extLst>
          </p:cNvPr>
          <p:cNvSpPr txBox="1"/>
          <p:nvPr/>
        </p:nvSpPr>
        <p:spPr>
          <a:xfrm>
            <a:off x="5230368" y="5673891"/>
            <a:ext cx="6263640" cy="1115568"/>
          </a:xfrm>
          <a:prstGeom prst="rect">
            <a:avLst/>
          </a:prstGeom>
          <a:noFill/>
        </p:spPr>
        <p:txBody>
          <a:bodyPr wrap="square" lIns="0" tIns="0" rIns="0" bIns="0">
            <a:spAutoFit/>
          </a:bodyPr>
          <a:lstStyle/>
          <a:p>
            <a:r>
              <a:rPr sz="1050" b="1">
                <a:solidFill>
                  <a:srgbClr val="48CF85"/>
                </a:solidFill>
                <a:latin typeface="Segoe UI"/>
              </a:rPr>
              <a:t>Positive: </a:t>
            </a:r>
            <a:r>
              <a:rPr sz="950">
                <a:solidFill>
                  <a:srgbClr val="F5F7FA"/>
                </a:solidFill>
                <a:latin typeface="Consolas"/>
              </a:rPr>
              <a:t>fantasy elf, detailed character, glowing magic, vibrant colors, long flowing hair, elegant armor, ethereal beauty, mystical forest, magical aura, high detail, soft lighting, fantasy portrait, Artgerm style</a:t>
            </a:r>
          </a:p>
          <a:p>
            <a:pPr>
              <a:spcBef>
                <a:spcPts val="400"/>
              </a:spcBef>
            </a:pPr>
            <a:r>
              <a:rPr sz="1050" b="1">
                <a:solidFill>
                  <a:srgbClr val="FF5C5C"/>
                </a:solidFill>
                <a:latin typeface="Segoe UI"/>
              </a:rPr>
              <a:t>Negative: </a:t>
            </a:r>
            <a:r>
              <a:rPr sz="950">
                <a:solidFill>
                  <a:srgbClr val="A8B3CF"/>
                </a:solidFill>
                <a:latin typeface="Consolas"/>
              </a:rPr>
              <a:t>blurry, low detail, cartoonish, unrealistic anatomy, out of focus, cluttered, flat lighting</a:t>
            </a:r>
          </a:p>
        </p:txBody>
      </p:sp>
    </p:spTree>
    <p:extLst>
      <p:ext uri="{BB962C8B-B14F-4D97-AF65-F5344CB8AC3E}">
        <p14:creationId xmlns:p14="http://schemas.microsoft.com/office/powerpoint/2010/main" val="450651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21</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25ACD128-E6DA-A2CE-7C94-476EBE69E737}"/>
              </a:ext>
            </a:extLst>
          </p:cNvPr>
          <p:cNvSpPr txBox="1"/>
          <p:nvPr/>
        </p:nvSpPr>
        <p:spPr>
          <a:xfrm>
            <a:off x="548640" y="871474"/>
            <a:ext cx="10972800" cy="274320"/>
          </a:xfrm>
          <a:prstGeom prst="rect">
            <a:avLst/>
          </a:prstGeom>
          <a:noFill/>
        </p:spPr>
        <p:txBody>
          <a:bodyPr wrap="square" lIns="0" tIns="0" rIns="0" bIns="0">
            <a:spAutoFit/>
          </a:bodyPr>
          <a:lstStyle/>
          <a:p>
            <a:pPr>
              <a:defRPr sz="1000" b="1">
                <a:solidFill>
                  <a:srgbClr val="4C9AFF"/>
                </a:solidFill>
                <a:latin typeface="Segoe UI"/>
              </a:defRPr>
            </a:pPr>
            <a:r>
              <a:rPr dirty="0"/>
              <a:t>MODEL BENCHMARK &amp; ECOSYSTEM</a:t>
            </a:r>
          </a:p>
        </p:txBody>
      </p:sp>
      <p:sp>
        <p:nvSpPr>
          <p:cNvPr id="6" name="TextBox 5">
            <a:extLst>
              <a:ext uri="{FF2B5EF4-FFF2-40B4-BE49-F238E27FC236}">
                <a16:creationId xmlns:a16="http://schemas.microsoft.com/office/drawing/2014/main" id="{3E5CF941-571F-F7FA-EB60-68131159D1B9}"/>
              </a:ext>
            </a:extLst>
          </p:cNvPr>
          <p:cNvSpPr txBox="1"/>
          <p:nvPr/>
        </p:nvSpPr>
        <p:spPr>
          <a:xfrm>
            <a:off x="548640" y="1181650"/>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Introduction to the SD1.5 (Stable Diffusion 1.5) Model</a:t>
            </a:r>
          </a:p>
        </p:txBody>
      </p:sp>
      <p:sp>
        <p:nvSpPr>
          <p:cNvPr id="7" name="Rounded Rectangle 4">
            <a:extLst>
              <a:ext uri="{FF2B5EF4-FFF2-40B4-BE49-F238E27FC236}">
                <a16:creationId xmlns:a16="http://schemas.microsoft.com/office/drawing/2014/main" id="{B41EA7C3-6D17-E22F-1BF1-73ED98B2AF04}"/>
              </a:ext>
            </a:extLst>
          </p:cNvPr>
          <p:cNvSpPr/>
          <p:nvPr/>
        </p:nvSpPr>
        <p:spPr>
          <a:xfrm>
            <a:off x="548640" y="1650894"/>
            <a:ext cx="5120640" cy="51663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D0BBE604-58DD-E3C7-B3D0-830C2B8C73A8}"/>
              </a:ext>
            </a:extLst>
          </p:cNvPr>
          <p:cNvSpPr/>
          <p:nvPr/>
        </p:nvSpPr>
        <p:spPr>
          <a:xfrm>
            <a:off x="548640" y="1650894"/>
            <a:ext cx="5120640" cy="411480"/>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SD1.5 Basic Information &amp; Specs</a:t>
            </a:r>
          </a:p>
        </p:txBody>
      </p:sp>
      <p:sp>
        <p:nvSpPr>
          <p:cNvPr id="9" name="TextBox 8">
            <a:extLst>
              <a:ext uri="{FF2B5EF4-FFF2-40B4-BE49-F238E27FC236}">
                <a16:creationId xmlns:a16="http://schemas.microsoft.com/office/drawing/2014/main" id="{C9722577-8AC4-0EA6-1066-F4C74B69F2DA}"/>
              </a:ext>
            </a:extLst>
          </p:cNvPr>
          <p:cNvSpPr txBox="1"/>
          <p:nvPr/>
        </p:nvSpPr>
        <p:spPr>
          <a:xfrm>
            <a:off x="731520" y="2226966"/>
            <a:ext cx="4754880" cy="4434840"/>
          </a:xfrm>
          <a:prstGeom prst="rect">
            <a:avLst/>
          </a:prstGeom>
          <a:noFill/>
        </p:spPr>
        <p:txBody>
          <a:bodyPr wrap="square" lIns="0" tIns="0" rIns="0" bIns="0">
            <a:spAutoFit/>
          </a:bodyPr>
          <a:lstStyle/>
          <a:p>
            <a:pPr>
              <a:spcAft>
                <a:spcPts val="1000"/>
              </a:spcAft>
            </a:pPr>
            <a:r>
              <a:rPr sz="1200" b="1">
                <a:solidFill>
                  <a:srgbClr val="4C9AFF"/>
                </a:solidFill>
                <a:latin typeface="Segoe UI"/>
              </a:rPr>
              <a:t>▸ Developer &amp; Release: </a:t>
            </a:r>
            <a:r>
              <a:rPr sz="1200">
                <a:solidFill>
                  <a:srgbClr val="F5F7FA"/>
                </a:solidFill>
                <a:latin typeface="Segoe UI"/>
              </a:rPr>
              <a:t>Developed by Stability AI; released in October 2022.</a:t>
            </a:r>
          </a:p>
          <a:p>
            <a:pPr>
              <a:spcAft>
                <a:spcPts val="1000"/>
              </a:spcAft>
            </a:pPr>
            <a:r>
              <a:rPr sz="1200" b="1">
                <a:solidFill>
                  <a:srgbClr val="A582FF"/>
                </a:solidFill>
                <a:latin typeface="Segoe UI"/>
              </a:rPr>
              <a:t>▸ Core Architecture: </a:t>
            </a:r>
            <a:r>
              <a:rPr sz="1200">
                <a:solidFill>
                  <a:srgbClr val="F5F7FA"/>
                </a:solidFill>
                <a:latin typeface="Segoe UI"/>
              </a:rPr>
              <a:t>Based on the Latent Diffusion Model (LDM) architecture.</a:t>
            </a:r>
          </a:p>
          <a:p>
            <a:pPr>
              <a:spcAft>
                <a:spcPts val="1000"/>
              </a:spcAft>
            </a:pPr>
            <a:r>
              <a:rPr sz="1200" b="1">
                <a:solidFill>
                  <a:srgbClr val="FFCC4D"/>
                </a:solidFill>
                <a:latin typeface="Segoe UI"/>
              </a:rPr>
              <a:t>▸ Training Dataset: </a:t>
            </a:r>
            <a:r>
              <a:rPr sz="1200">
                <a:solidFill>
                  <a:srgbClr val="F5F7FA"/>
                </a:solidFill>
                <a:latin typeface="Segoe UI"/>
              </a:rPr>
              <a:t>LAION-Aesthetics v2.5 dataset (~590M training steps).</a:t>
            </a:r>
          </a:p>
          <a:p>
            <a:pPr>
              <a:spcAft>
                <a:spcPts val="1000"/>
              </a:spcAft>
            </a:pPr>
            <a:r>
              <a:rPr sz="1200" b="1">
                <a:solidFill>
                  <a:srgbClr val="FF6BB5"/>
                </a:solidFill>
                <a:latin typeface="Segoe UI"/>
              </a:rPr>
              <a:t>▸ Native Resolution: </a:t>
            </a:r>
            <a:r>
              <a:rPr sz="1200">
                <a:solidFill>
                  <a:srgbClr val="F5F7FA"/>
                </a:solidFill>
                <a:latin typeface="Segoe UI"/>
              </a:rPr>
              <a:t>Trained on 512×512 images—performs best at this resolution.</a:t>
            </a:r>
          </a:p>
          <a:p>
            <a:pPr>
              <a:spcAft>
                <a:spcPts val="1000"/>
              </a:spcAft>
            </a:pPr>
            <a:r>
              <a:rPr sz="1200" b="1">
                <a:solidFill>
                  <a:srgbClr val="48CF85"/>
                </a:solidFill>
                <a:latin typeface="Segoe UI"/>
              </a:rPr>
              <a:t>▸ Hardware Friendly: </a:t>
            </a:r>
            <a:r>
              <a:rPr sz="1200">
                <a:solidFill>
                  <a:srgbClr val="F5F7FA"/>
                </a:solidFill>
                <a:latin typeface="Segoe UI"/>
              </a:rPr>
              <a:t>Lightweight (~4GB size); runs smoothly on consumer GPUs (e.g., 6GB VRAM).</a:t>
            </a:r>
          </a:p>
          <a:p>
            <a:pPr>
              <a:spcAft>
                <a:spcPts val="1000"/>
              </a:spcAft>
            </a:pPr>
            <a:r>
              <a:rPr sz="1200" b="1">
                <a:solidFill>
                  <a:srgbClr val="2ED5B7"/>
                </a:solidFill>
                <a:latin typeface="Segoe UI"/>
              </a:rPr>
              <a:t>▸ Open Source: </a:t>
            </a:r>
            <a:r>
              <a:rPr sz="1200">
                <a:solidFill>
                  <a:srgbClr val="F5F7FA"/>
                </a:solidFill>
                <a:latin typeface="Segoe UI"/>
              </a:rPr>
              <a:t>Fully open-source model weights, code, and training data.</a:t>
            </a:r>
          </a:p>
          <a:p>
            <a:pPr>
              <a:spcAft>
                <a:spcPts val="1000"/>
              </a:spcAft>
            </a:pPr>
            <a:r>
              <a:rPr sz="1200" b="1">
                <a:solidFill>
                  <a:srgbClr val="4C9AFF"/>
                </a:solidFill>
                <a:latin typeface="Segoe UI"/>
              </a:rPr>
              <a:t>▸ Milestone Status: </a:t>
            </a:r>
            <a:r>
              <a:rPr sz="1200">
                <a:solidFill>
                  <a:srgbClr val="F5F7FA"/>
                </a:solidFill>
                <a:latin typeface="Segoe UI"/>
              </a:rPr>
              <a:t>Even with SDXL/SD3 available, SD1.5 remains the best entry-level model for consumer hardware.</a:t>
            </a:r>
          </a:p>
        </p:txBody>
      </p:sp>
      <p:sp>
        <p:nvSpPr>
          <p:cNvPr id="10" name="Rounded Rectangle 7">
            <a:extLst>
              <a:ext uri="{FF2B5EF4-FFF2-40B4-BE49-F238E27FC236}">
                <a16:creationId xmlns:a16="http://schemas.microsoft.com/office/drawing/2014/main" id="{CF2E9F0E-4875-4F20-1871-90ADB4185DC5}"/>
              </a:ext>
            </a:extLst>
          </p:cNvPr>
          <p:cNvSpPr/>
          <p:nvPr/>
        </p:nvSpPr>
        <p:spPr>
          <a:xfrm>
            <a:off x="5897880" y="1650894"/>
            <a:ext cx="5742432" cy="24688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F7DB81F1-F34C-E193-2004-2C5925D9DBA4}"/>
              </a:ext>
            </a:extLst>
          </p:cNvPr>
          <p:cNvSpPr/>
          <p:nvPr/>
        </p:nvSpPr>
        <p:spPr>
          <a:xfrm>
            <a:off x="5897880" y="1650894"/>
            <a:ext cx="5742432" cy="411480"/>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Model Advantages</a:t>
            </a:r>
          </a:p>
        </p:txBody>
      </p:sp>
      <p:sp>
        <p:nvSpPr>
          <p:cNvPr id="12" name="TextBox 11">
            <a:extLst>
              <a:ext uri="{FF2B5EF4-FFF2-40B4-BE49-F238E27FC236}">
                <a16:creationId xmlns:a16="http://schemas.microsoft.com/office/drawing/2014/main" id="{D31BDD75-AEA0-5EB4-EA9E-31617E89EBD2}"/>
              </a:ext>
            </a:extLst>
          </p:cNvPr>
          <p:cNvSpPr txBox="1"/>
          <p:nvPr/>
        </p:nvSpPr>
        <p:spPr>
          <a:xfrm>
            <a:off x="6080760" y="2199534"/>
            <a:ext cx="5376672" cy="1783080"/>
          </a:xfrm>
          <a:prstGeom prst="rect">
            <a:avLst/>
          </a:prstGeom>
          <a:noFill/>
        </p:spPr>
        <p:txBody>
          <a:bodyPr wrap="square" lIns="0" tIns="0" rIns="0" bIns="0">
            <a:spAutoFit/>
          </a:bodyPr>
          <a:lstStyle/>
          <a:p>
            <a:pPr>
              <a:spcAft>
                <a:spcPts val="800"/>
              </a:spcAft>
            </a:pPr>
            <a:r>
              <a:rPr sz="1200" b="1">
                <a:solidFill>
                  <a:srgbClr val="48CF85"/>
                </a:solidFill>
                <a:latin typeface="Segoe UI"/>
              </a:rPr>
              <a:t>▸ Lightweight Footprint: </a:t>
            </a:r>
            <a:r>
              <a:rPr sz="1200">
                <a:solidFill>
                  <a:srgbClr val="F5F7FA"/>
                </a:solidFill>
                <a:latin typeface="Segoe UI"/>
              </a:rPr>
              <a:t>Only ~4GB in size; runs smoothly on consumer-grade GPUs.</a:t>
            </a:r>
          </a:p>
          <a:p>
            <a:pPr>
              <a:spcAft>
                <a:spcPts val="800"/>
              </a:spcAft>
            </a:pPr>
            <a:r>
              <a:rPr sz="1200" b="1">
                <a:solidFill>
                  <a:srgbClr val="48CF85"/>
                </a:solidFill>
                <a:latin typeface="Segoe UI"/>
              </a:rPr>
              <a:t>▸ Low Entry Barrier: </a:t>
            </a:r>
            <a:r>
              <a:rPr sz="1200">
                <a:solidFill>
                  <a:srgbClr val="F5F7FA"/>
                </a:solidFill>
                <a:latin typeface="Segoe UI"/>
              </a:rPr>
              <a:t>Easy to install and supported by virtually all optimization tools.</a:t>
            </a:r>
          </a:p>
          <a:p>
            <a:pPr>
              <a:spcAft>
                <a:spcPts val="800"/>
              </a:spcAft>
            </a:pPr>
            <a:r>
              <a:rPr sz="1200" b="1">
                <a:solidFill>
                  <a:srgbClr val="48CF85"/>
                </a:solidFill>
                <a:latin typeface="Segoe UI"/>
              </a:rPr>
              <a:t>▸ Mature Ecosystem: </a:t>
            </a:r>
            <a:r>
              <a:rPr sz="1200">
                <a:solidFill>
                  <a:srgbClr val="F5F7FA"/>
                </a:solidFill>
                <a:latin typeface="Segoe UI"/>
              </a:rPr>
              <a:t>Rich plugin ecosystem including ControlNet, LoRA, and custom nodes.</a:t>
            </a:r>
          </a:p>
          <a:p>
            <a:pPr>
              <a:spcAft>
                <a:spcPts val="800"/>
              </a:spcAft>
            </a:pPr>
            <a:r>
              <a:rPr sz="1200" b="1">
                <a:solidFill>
                  <a:srgbClr val="48CF85"/>
                </a:solidFill>
                <a:latin typeface="Segoe UI"/>
              </a:rPr>
              <a:t>▸ Fast Generation: </a:t>
            </a:r>
            <a:r>
              <a:rPr sz="1200">
                <a:solidFill>
                  <a:srgbClr val="F5F7FA"/>
                </a:solidFill>
                <a:latin typeface="Segoe UI"/>
              </a:rPr>
              <a:t>Rapid inference speed on everyday consumer hardware.</a:t>
            </a:r>
          </a:p>
        </p:txBody>
      </p:sp>
      <p:sp>
        <p:nvSpPr>
          <p:cNvPr id="13" name="Rounded Rectangle 10">
            <a:extLst>
              <a:ext uri="{FF2B5EF4-FFF2-40B4-BE49-F238E27FC236}">
                <a16:creationId xmlns:a16="http://schemas.microsoft.com/office/drawing/2014/main" id="{89D2827A-478A-D25B-7706-1EEDDD8F918A}"/>
              </a:ext>
            </a:extLst>
          </p:cNvPr>
          <p:cNvSpPr/>
          <p:nvPr/>
        </p:nvSpPr>
        <p:spPr>
          <a:xfrm>
            <a:off x="5897880" y="4348374"/>
            <a:ext cx="5742432" cy="24688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67176F4B-DE16-B296-D63A-EF2839031531}"/>
              </a:ext>
            </a:extLst>
          </p:cNvPr>
          <p:cNvSpPr/>
          <p:nvPr/>
        </p:nvSpPr>
        <p:spPr>
          <a:xfrm>
            <a:off x="5897880" y="4348374"/>
            <a:ext cx="5742432" cy="411480"/>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Model Limitations</a:t>
            </a:r>
          </a:p>
        </p:txBody>
      </p:sp>
      <p:sp>
        <p:nvSpPr>
          <p:cNvPr id="15" name="TextBox 14">
            <a:extLst>
              <a:ext uri="{FF2B5EF4-FFF2-40B4-BE49-F238E27FC236}">
                <a16:creationId xmlns:a16="http://schemas.microsoft.com/office/drawing/2014/main" id="{E2FF9284-9CA1-61CB-39A7-2AB5F4C5E29E}"/>
              </a:ext>
            </a:extLst>
          </p:cNvPr>
          <p:cNvSpPr txBox="1"/>
          <p:nvPr/>
        </p:nvSpPr>
        <p:spPr>
          <a:xfrm>
            <a:off x="6080760" y="4897014"/>
            <a:ext cx="5376672" cy="1783080"/>
          </a:xfrm>
          <a:prstGeom prst="rect">
            <a:avLst/>
          </a:prstGeom>
          <a:noFill/>
        </p:spPr>
        <p:txBody>
          <a:bodyPr wrap="square" lIns="0" tIns="0" rIns="0" bIns="0">
            <a:spAutoFit/>
          </a:bodyPr>
          <a:lstStyle/>
          <a:p>
            <a:pPr>
              <a:spcAft>
                <a:spcPts val="1000"/>
              </a:spcAft>
            </a:pPr>
            <a:r>
              <a:rPr sz="1200" b="1">
                <a:solidFill>
                  <a:srgbClr val="FF5C5C"/>
                </a:solidFill>
                <a:latin typeface="Segoe UI"/>
              </a:rPr>
              <a:t>▸ Detail Handling: </a:t>
            </a:r>
            <a:r>
              <a:rPr sz="1200">
                <a:solidFill>
                  <a:srgbClr val="F5F7FA"/>
                </a:solidFill>
                <a:latin typeface="Segoe UI"/>
              </a:rPr>
              <a:t>Complex anatomy (especially hands/fingers) and intricate lighting are prone to distortion.</a:t>
            </a:r>
          </a:p>
          <a:p>
            <a:pPr>
              <a:spcAft>
                <a:spcPts val="1000"/>
              </a:spcAft>
            </a:pPr>
            <a:r>
              <a:rPr sz="1200" b="1">
                <a:solidFill>
                  <a:srgbClr val="FF5C5C"/>
                </a:solidFill>
                <a:latin typeface="Segoe UI"/>
              </a:rPr>
              <a:t>▸ Resolution Limits: </a:t>
            </a:r>
            <a:r>
              <a:rPr sz="1200">
                <a:solidFill>
                  <a:srgbClr val="F5F7FA"/>
                </a:solidFill>
                <a:latin typeface="Segoe UI"/>
              </a:rPr>
              <a:t>Image quality and coherence degrade when generating directly at 1024×1024 (use 512×512 + Upscale instead).</a:t>
            </a:r>
          </a:p>
          <a:p>
            <a:pPr>
              <a:spcAft>
                <a:spcPts val="1000"/>
              </a:spcAft>
            </a:pPr>
            <a:r>
              <a:rPr sz="1200" b="1">
                <a:solidFill>
                  <a:srgbClr val="FF5C5C"/>
                </a:solidFill>
                <a:latin typeface="Segoe UI"/>
              </a:rPr>
              <a:t>▸ Prompt Dependency: </a:t>
            </a:r>
            <a:r>
              <a:rPr sz="1200">
                <a:solidFill>
                  <a:srgbClr val="F5F7FA"/>
                </a:solidFill>
                <a:latin typeface="Segoe UI"/>
              </a:rPr>
              <a:t>Requires precise English keyword descriptions and negative prompts for reliable control.</a:t>
            </a:r>
          </a:p>
        </p:txBody>
      </p:sp>
    </p:spTree>
    <p:extLst>
      <p:ext uri="{BB962C8B-B14F-4D97-AF65-F5344CB8AC3E}">
        <p14:creationId xmlns:p14="http://schemas.microsoft.com/office/powerpoint/2010/main" val="1824176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22</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Text to Image Workflow</a:t>
            </a:r>
          </a:p>
        </p:txBody>
      </p:sp>
      <p:sp>
        <p:nvSpPr>
          <p:cNvPr id="5" name="TextBox 4">
            <a:extLst>
              <a:ext uri="{FF2B5EF4-FFF2-40B4-BE49-F238E27FC236}">
                <a16:creationId xmlns:a16="http://schemas.microsoft.com/office/drawing/2014/main" id="{548308F1-5F0C-2457-44BB-DD8EC48C832F}"/>
              </a:ext>
            </a:extLst>
          </p:cNvPr>
          <p:cNvSpPr txBox="1"/>
          <p:nvPr/>
        </p:nvSpPr>
        <p:spPr>
          <a:xfrm>
            <a:off x="548640" y="907692"/>
            <a:ext cx="10972800" cy="274320"/>
          </a:xfrm>
          <a:prstGeom prst="rect">
            <a:avLst/>
          </a:prstGeom>
          <a:noFill/>
        </p:spPr>
        <p:txBody>
          <a:bodyPr wrap="square" lIns="0" tIns="0" rIns="0" bIns="0">
            <a:spAutoFit/>
          </a:bodyPr>
          <a:lstStyle/>
          <a:p>
            <a:pPr>
              <a:defRPr sz="1000" b="1">
                <a:solidFill>
                  <a:srgbClr val="FF6BB5"/>
                </a:solidFill>
                <a:latin typeface="Segoe UI"/>
              </a:defRPr>
            </a:pPr>
            <a:r>
              <a:rPr dirty="0"/>
              <a:t>WORKSHOP HARDWARE CONSTRAINTS</a:t>
            </a:r>
          </a:p>
        </p:txBody>
      </p:sp>
      <p:sp>
        <p:nvSpPr>
          <p:cNvPr id="6" name="TextBox 5">
            <a:extLst>
              <a:ext uri="{FF2B5EF4-FFF2-40B4-BE49-F238E27FC236}">
                <a16:creationId xmlns:a16="http://schemas.microsoft.com/office/drawing/2014/main" id="{D761F8F3-55A8-232F-D837-E6749FF3064E}"/>
              </a:ext>
            </a:extLst>
          </p:cNvPr>
          <p:cNvSpPr txBox="1"/>
          <p:nvPr/>
        </p:nvSpPr>
        <p:spPr>
          <a:xfrm>
            <a:off x="548640" y="1145435"/>
            <a:ext cx="11064240" cy="384721"/>
          </a:xfrm>
          <a:prstGeom prst="rect">
            <a:avLst/>
          </a:prstGeom>
          <a:noFill/>
        </p:spPr>
        <p:txBody>
          <a:bodyPr wrap="square" lIns="0" tIns="0" rIns="0" bIns="0">
            <a:spAutoFit/>
          </a:bodyPr>
          <a:lstStyle/>
          <a:p>
            <a:pPr>
              <a:defRPr sz="2500" b="1">
                <a:solidFill>
                  <a:srgbClr val="F5F7FA"/>
                </a:solidFill>
                <a:latin typeface="Segoe UI"/>
              </a:defRPr>
            </a:pPr>
            <a:r>
              <a:rPr dirty="0">
                <a:solidFill>
                  <a:schemeClr val="tx1">
                    <a:lumMod val="95000"/>
                    <a:lumOff val="5000"/>
                  </a:schemeClr>
                </a:solidFill>
              </a:rPr>
              <a:t>Model Selection Limitation: VRAM &amp; Google </a:t>
            </a:r>
            <a:r>
              <a:rPr dirty="0" err="1">
                <a:solidFill>
                  <a:schemeClr val="tx1">
                    <a:lumMod val="95000"/>
                    <a:lumOff val="5000"/>
                  </a:schemeClr>
                </a:solidFill>
              </a:rPr>
              <a:t>Colab</a:t>
            </a:r>
            <a:r>
              <a:rPr dirty="0">
                <a:solidFill>
                  <a:schemeClr val="tx1">
                    <a:lumMod val="95000"/>
                    <a:lumOff val="5000"/>
                  </a:schemeClr>
                </a:solidFill>
              </a:rPr>
              <a:t> T4 (16GB)</a:t>
            </a:r>
          </a:p>
        </p:txBody>
      </p:sp>
      <p:sp>
        <p:nvSpPr>
          <p:cNvPr id="7" name="Rounded Rectangle 4">
            <a:extLst>
              <a:ext uri="{FF2B5EF4-FFF2-40B4-BE49-F238E27FC236}">
                <a16:creationId xmlns:a16="http://schemas.microsoft.com/office/drawing/2014/main" id="{AA192199-41A0-11F0-9DED-0F67F6989F8D}"/>
              </a:ext>
            </a:extLst>
          </p:cNvPr>
          <p:cNvSpPr/>
          <p:nvPr/>
        </p:nvSpPr>
        <p:spPr>
          <a:xfrm>
            <a:off x="548640" y="1641570"/>
            <a:ext cx="11091672" cy="914400"/>
          </a:xfrm>
          <a:prstGeom prst="roundRect">
            <a:avLst>
              <a:gd name="adj" fmla="val 4000"/>
            </a:avLst>
          </a:prstGeom>
          <a:solidFill>
            <a:srgbClr val="242C3E"/>
          </a:solidFill>
          <a:ln w="15240">
            <a:solidFill>
              <a:srgbClr val="FF6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98A8DC3-EC14-3B7F-8B80-E515E087CFC4}"/>
              </a:ext>
            </a:extLst>
          </p:cNvPr>
          <p:cNvSpPr txBox="1"/>
          <p:nvPr/>
        </p:nvSpPr>
        <p:spPr>
          <a:xfrm>
            <a:off x="777240" y="1714722"/>
            <a:ext cx="10607040" cy="777240"/>
          </a:xfrm>
          <a:prstGeom prst="rect">
            <a:avLst/>
          </a:prstGeom>
          <a:noFill/>
        </p:spPr>
        <p:txBody>
          <a:bodyPr wrap="square">
            <a:spAutoFit/>
          </a:bodyPr>
          <a:lstStyle/>
          <a:p>
            <a:pPr>
              <a:defRPr sz="1450" b="1">
                <a:solidFill>
                  <a:srgbClr val="FF6BB5"/>
                </a:solidFill>
                <a:latin typeface="Segoe UI"/>
              </a:defRPr>
            </a:pPr>
            <a:r>
              <a:t>Workshop Runtime: Google Colab with NVIDIA Tesla T4 GPU (16 GB VRAM)  |  </a:t>
            </a:r>
            <a:r>
              <a:rPr sz="1300" b="0">
                <a:solidFill>
                  <a:srgbClr val="F5F7FA"/>
                </a:solidFill>
                <a:latin typeface="Segoe UI"/>
              </a:rPr>
              <a:t>GPU Video RAM (VRAM) is the #1 hardware bottleneck in AI image generation. Your checkpoint model (UNet + CLIP + VAE) and latent denoising tensors must fit inside this 16 GB VRAM ceiling—otherwise Colab crashes with a CUDA Out-Of-Memory (OOM) error.</a:t>
            </a:r>
          </a:p>
        </p:txBody>
      </p:sp>
      <p:sp>
        <p:nvSpPr>
          <p:cNvPr id="9" name="TextBox 8">
            <a:extLst>
              <a:ext uri="{FF2B5EF4-FFF2-40B4-BE49-F238E27FC236}">
                <a16:creationId xmlns:a16="http://schemas.microsoft.com/office/drawing/2014/main" id="{A732C495-BD10-C992-097C-BDC1D39DC395}"/>
              </a:ext>
            </a:extLst>
          </p:cNvPr>
          <p:cNvSpPr txBox="1"/>
          <p:nvPr/>
        </p:nvSpPr>
        <p:spPr>
          <a:xfrm>
            <a:off x="548640" y="2674842"/>
            <a:ext cx="6675120" cy="320040"/>
          </a:xfrm>
          <a:prstGeom prst="rect">
            <a:avLst/>
          </a:prstGeom>
          <a:noFill/>
        </p:spPr>
        <p:txBody>
          <a:bodyPr wrap="none">
            <a:spAutoFit/>
          </a:bodyPr>
          <a:lstStyle/>
          <a:p>
            <a:pPr>
              <a:defRPr sz="1300" b="1">
                <a:solidFill>
                  <a:srgbClr val="2ED5B7"/>
                </a:solidFill>
                <a:latin typeface="Segoe UI"/>
              </a:defRPr>
            </a:pPr>
            <a:r>
              <a:t>How Different Models Fit on Our 16 GB VRAM Colab T4 Runtime:</a:t>
            </a:r>
          </a:p>
        </p:txBody>
      </p:sp>
      <p:graphicFrame>
        <p:nvGraphicFramePr>
          <p:cNvPr id="10" name="Table 9">
            <a:extLst>
              <a:ext uri="{FF2B5EF4-FFF2-40B4-BE49-F238E27FC236}">
                <a16:creationId xmlns:a16="http://schemas.microsoft.com/office/drawing/2014/main" id="{AF4BF4DB-0B06-3350-DE10-2EE4B66B135D}"/>
              </a:ext>
            </a:extLst>
          </p:cNvPr>
          <p:cNvGraphicFramePr>
            <a:graphicFrameLocks noGrp="1"/>
          </p:cNvGraphicFramePr>
          <p:nvPr>
            <p:extLst>
              <p:ext uri="{D42A27DB-BD31-4B8C-83A1-F6EECF244321}">
                <p14:modId xmlns:p14="http://schemas.microsoft.com/office/powerpoint/2010/main" val="4088635008"/>
              </p:ext>
            </p:extLst>
          </p:nvPr>
        </p:nvGraphicFramePr>
        <p:xfrm>
          <a:off x="548640" y="3013170"/>
          <a:ext cx="6812280" cy="384048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960120">
                <a:tc>
                  <a:txBody>
                    <a:bodyPr/>
                    <a:lstStyle/>
                    <a:p>
                      <a:pPr>
                        <a:defRPr sz="1100" b="1">
                          <a:solidFill>
                            <a:srgbClr val="141821"/>
                          </a:solidFill>
                          <a:latin typeface="Segoe UI"/>
                        </a:defRPr>
                      </a:pPr>
                      <a:r>
                        <a:t>Model Family</a:t>
                      </a:r>
                    </a:p>
                  </a:txBody>
                  <a:tcPr marT="54864" marB="54864" anchor="ctr">
                    <a:solidFill>
                      <a:srgbClr val="2ED5B7"/>
                    </a:solidFill>
                  </a:tcPr>
                </a:tc>
                <a:tc>
                  <a:txBody>
                    <a:bodyPr/>
                    <a:lstStyle/>
                    <a:p>
                      <a:pPr>
                        <a:defRPr sz="1100" b="1">
                          <a:solidFill>
                            <a:srgbClr val="141821"/>
                          </a:solidFill>
                          <a:latin typeface="Segoe UI"/>
                        </a:defRPr>
                      </a:pPr>
                      <a:r>
                        <a:t>Checkpoint Size</a:t>
                      </a:r>
                    </a:p>
                  </a:txBody>
                  <a:tcPr marT="54864" marB="54864" anchor="ctr">
                    <a:solidFill>
                      <a:srgbClr val="2ED5B7"/>
                    </a:solidFill>
                  </a:tcPr>
                </a:tc>
                <a:tc>
                  <a:txBody>
                    <a:bodyPr/>
                    <a:lstStyle/>
                    <a:p>
                      <a:pPr>
                        <a:defRPr sz="1100" b="1">
                          <a:solidFill>
                            <a:srgbClr val="141821"/>
                          </a:solidFill>
                          <a:latin typeface="Segoe UI"/>
                        </a:defRPr>
                      </a:pPr>
                      <a:r>
                        <a:t>Peak VRAM</a:t>
                      </a:r>
                    </a:p>
                  </a:txBody>
                  <a:tcPr marT="54864" marB="54864" anchor="ctr">
                    <a:solidFill>
                      <a:srgbClr val="2ED5B7"/>
                    </a:solidFill>
                  </a:tcPr>
                </a:tc>
                <a:tc>
                  <a:txBody>
                    <a:bodyPr/>
                    <a:lstStyle/>
                    <a:p>
                      <a:pPr>
                        <a:defRPr sz="1100" b="1">
                          <a:solidFill>
                            <a:srgbClr val="141821"/>
                          </a:solidFill>
                          <a:latin typeface="Segoe UI"/>
                        </a:defRPr>
                      </a:pPr>
                      <a:r>
                        <a:t>Performance on Colab T4 (16GB VRAM)</a:t>
                      </a:r>
                    </a:p>
                  </a:txBody>
                  <a:tcPr marT="54864" marB="54864" anchor="ctr">
                    <a:solidFill>
                      <a:srgbClr val="2ED5B7"/>
                    </a:solidFill>
                  </a:tcPr>
                </a:tc>
                <a:extLst>
                  <a:ext uri="{0D108BD9-81ED-4DB2-BD59-A6C34878D82A}">
                    <a16:rowId xmlns:a16="http://schemas.microsoft.com/office/drawing/2014/main" val="10000"/>
                  </a:ext>
                </a:extLst>
              </a:tr>
              <a:tr h="960120">
                <a:tc>
                  <a:txBody>
                    <a:bodyPr/>
                    <a:lstStyle/>
                    <a:p>
                      <a:pPr>
                        <a:defRPr sz="1050" b="1">
                          <a:solidFill>
                            <a:srgbClr val="F5F7FA"/>
                          </a:solidFill>
                          <a:latin typeface="Segoe UI"/>
                        </a:defRPr>
                      </a:pPr>
                      <a:r>
                        <a:t>SD 1.5 (fp16)</a:t>
                      </a:r>
                      <a:br/>
                      <a:r>
                        <a:t>[Workshop Choice]</a:t>
                      </a:r>
                    </a:p>
                  </a:txBody>
                  <a:tcPr marT="54864" marB="54864" anchor="ctr">
                    <a:solidFill>
                      <a:srgbClr val="1C2230"/>
                    </a:solidFill>
                  </a:tcPr>
                </a:tc>
                <a:tc>
                  <a:txBody>
                    <a:bodyPr/>
                    <a:lstStyle/>
                    <a:p>
                      <a:pPr>
                        <a:defRPr sz="1050" b="1">
                          <a:solidFill>
                            <a:srgbClr val="F5F7FA"/>
                          </a:solidFill>
                          <a:latin typeface="Segoe UI"/>
                        </a:defRPr>
                      </a:pPr>
                      <a:r>
                        <a:t>~4.0 GB</a:t>
                      </a:r>
                      <a:br/>
                      <a:r>
                        <a:t>(safetensors)</a:t>
                      </a:r>
                    </a:p>
                  </a:txBody>
                  <a:tcPr marT="54864" marB="54864" anchor="ctr">
                    <a:solidFill>
                      <a:srgbClr val="1C2230"/>
                    </a:solidFill>
                  </a:tcPr>
                </a:tc>
                <a:tc>
                  <a:txBody>
                    <a:bodyPr/>
                    <a:lstStyle/>
                    <a:p>
                      <a:pPr>
                        <a:defRPr sz="1050" b="1">
                          <a:solidFill>
                            <a:srgbClr val="F5F7FA"/>
                          </a:solidFill>
                          <a:latin typeface="Segoe UI"/>
                        </a:defRPr>
                      </a:pPr>
                      <a:r>
                        <a:t>~5 – 6 GB</a:t>
                      </a:r>
                    </a:p>
                  </a:txBody>
                  <a:tcPr marT="54864" marB="54864" anchor="ctr">
                    <a:solidFill>
                      <a:srgbClr val="1C2230"/>
                    </a:solidFill>
                  </a:tcPr>
                </a:tc>
                <a:tc>
                  <a:txBody>
                    <a:bodyPr/>
                    <a:lstStyle/>
                    <a:p>
                      <a:pPr>
                        <a:defRPr sz="1050" b="1">
                          <a:solidFill>
                            <a:srgbClr val="48CF85"/>
                          </a:solidFill>
                          <a:latin typeface="Segoe UI"/>
                        </a:defRPr>
                      </a:pPr>
                      <a:r>
                        <a:t>✓ IDEAL: Leaves ~10 GB free VRAM headroom! Fast (~3–4s/img), supports batching, LoRAs &amp; ControlNet.</a:t>
                      </a:r>
                    </a:p>
                  </a:txBody>
                  <a:tcPr marT="54864" marB="54864" anchor="ctr">
                    <a:solidFill>
                      <a:srgbClr val="1C2230"/>
                    </a:solidFill>
                  </a:tcPr>
                </a:tc>
                <a:extLst>
                  <a:ext uri="{0D108BD9-81ED-4DB2-BD59-A6C34878D82A}">
                    <a16:rowId xmlns:a16="http://schemas.microsoft.com/office/drawing/2014/main" val="10001"/>
                  </a:ext>
                </a:extLst>
              </a:tr>
              <a:tr h="960120">
                <a:tc>
                  <a:txBody>
                    <a:bodyPr/>
                    <a:lstStyle/>
                    <a:p>
                      <a:pPr>
                        <a:defRPr sz="1050" b="1">
                          <a:solidFill>
                            <a:srgbClr val="A8B3CF"/>
                          </a:solidFill>
                          <a:latin typeface="Segoe UI"/>
                        </a:defRPr>
                      </a:pPr>
                      <a:r>
                        <a:t>SDXL 1.0 (fp16)</a:t>
                      </a:r>
                    </a:p>
                  </a:txBody>
                  <a:tcPr marT="54864" marB="54864" anchor="ctr">
                    <a:solidFill>
                      <a:srgbClr val="242C3E"/>
                    </a:solidFill>
                  </a:tcPr>
                </a:tc>
                <a:tc>
                  <a:txBody>
                    <a:bodyPr/>
                    <a:lstStyle/>
                    <a:p>
                      <a:pPr>
                        <a:defRPr sz="1050" b="0">
                          <a:solidFill>
                            <a:srgbClr val="A8B3CF"/>
                          </a:solidFill>
                          <a:latin typeface="Segoe UI"/>
                        </a:defRPr>
                      </a:pPr>
                      <a:r>
                        <a:t>~6.5 GB</a:t>
                      </a:r>
                    </a:p>
                  </a:txBody>
                  <a:tcPr marT="54864" marB="54864" anchor="ctr">
                    <a:solidFill>
                      <a:srgbClr val="242C3E"/>
                    </a:solidFill>
                  </a:tcPr>
                </a:tc>
                <a:tc>
                  <a:txBody>
                    <a:bodyPr/>
                    <a:lstStyle/>
                    <a:p>
                      <a:pPr>
                        <a:defRPr sz="1050" b="0">
                          <a:solidFill>
                            <a:srgbClr val="A8B3CF"/>
                          </a:solidFill>
                          <a:latin typeface="Segoe UI"/>
                        </a:defRPr>
                      </a:pPr>
                      <a:r>
                        <a:t>~10 – 12 GB</a:t>
                      </a:r>
                    </a:p>
                  </a:txBody>
                  <a:tcPr marT="54864" marB="54864" anchor="ctr">
                    <a:solidFill>
                      <a:srgbClr val="242C3E"/>
                    </a:solidFill>
                  </a:tcPr>
                </a:tc>
                <a:tc>
                  <a:txBody>
                    <a:bodyPr/>
                    <a:lstStyle/>
                    <a:p>
                      <a:pPr>
                        <a:defRPr sz="1050" b="0">
                          <a:solidFill>
                            <a:srgbClr val="FFCC4D"/>
                          </a:solidFill>
                          <a:latin typeface="Segoe UI"/>
                        </a:defRPr>
                      </a:pPr>
                      <a:r>
                        <a:t>⚠ MODERATE: Runs at 1024×1024, but slower on T4; adding ControlNet or large batches risks OOM.</a:t>
                      </a:r>
                    </a:p>
                  </a:txBody>
                  <a:tcPr marT="54864" marB="54864" anchor="ctr">
                    <a:solidFill>
                      <a:srgbClr val="242C3E"/>
                    </a:solidFill>
                  </a:tcPr>
                </a:tc>
                <a:extLst>
                  <a:ext uri="{0D108BD9-81ED-4DB2-BD59-A6C34878D82A}">
                    <a16:rowId xmlns:a16="http://schemas.microsoft.com/office/drawing/2014/main" val="10002"/>
                  </a:ext>
                </a:extLst>
              </a:tr>
              <a:tr h="960120">
                <a:tc>
                  <a:txBody>
                    <a:bodyPr/>
                    <a:lstStyle/>
                    <a:p>
                      <a:pPr>
                        <a:defRPr sz="1050" b="1">
                          <a:solidFill>
                            <a:srgbClr val="A8B3CF"/>
                          </a:solidFill>
                          <a:latin typeface="Segoe UI"/>
                        </a:defRPr>
                      </a:pPr>
                      <a:r>
                        <a:t>SD3 / Flux.1</a:t>
                      </a:r>
                      <a:br/>
                      <a:r>
                        <a:t>(fp16 / fp8)</a:t>
                      </a:r>
                    </a:p>
                  </a:txBody>
                  <a:tcPr marT="54864" marB="54864" anchor="ctr">
                    <a:solidFill>
                      <a:srgbClr val="1C2230"/>
                    </a:solidFill>
                  </a:tcPr>
                </a:tc>
                <a:tc>
                  <a:txBody>
                    <a:bodyPr/>
                    <a:lstStyle/>
                    <a:p>
                      <a:pPr>
                        <a:defRPr sz="1050" b="0">
                          <a:solidFill>
                            <a:srgbClr val="A8B3CF"/>
                          </a:solidFill>
                          <a:latin typeface="Segoe UI"/>
                        </a:defRPr>
                      </a:pPr>
                      <a:r>
                        <a:t>~12 – 24 GB</a:t>
                      </a:r>
                    </a:p>
                  </a:txBody>
                  <a:tcPr marT="54864" marB="54864" anchor="ctr">
                    <a:solidFill>
                      <a:srgbClr val="1C2230"/>
                    </a:solidFill>
                  </a:tcPr>
                </a:tc>
                <a:tc>
                  <a:txBody>
                    <a:bodyPr/>
                    <a:lstStyle/>
                    <a:p>
                      <a:pPr>
                        <a:defRPr sz="1050" b="0">
                          <a:solidFill>
                            <a:srgbClr val="A8B3CF"/>
                          </a:solidFill>
                          <a:latin typeface="Segoe UI"/>
                        </a:defRPr>
                      </a:pPr>
                      <a:r>
                        <a:t>16 – 24+ GB</a:t>
                      </a:r>
                    </a:p>
                  </a:txBody>
                  <a:tcPr marT="54864" marB="54864" anchor="ctr">
                    <a:solidFill>
                      <a:srgbClr val="1C2230"/>
                    </a:solidFill>
                  </a:tcPr>
                </a:tc>
                <a:tc>
                  <a:txBody>
                    <a:bodyPr/>
                    <a:lstStyle/>
                    <a:p>
                      <a:pPr>
                        <a:defRPr sz="1050" b="0">
                          <a:solidFill>
                            <a:srgbClr val="FF5C5C"/>
                          </a:solidFill>
                          <a:latin typeface="Segoe UI"/>
                        </a:defRPr>
                      </a:pPr>
                      <a:r>
                        <a:t>✖ TIGHT / OOM: Exceeds or maxes out 16GB T4 VRAM; requires heavy quantization, CPU offload &amp; slow swaps.</a:t>
                      </a:r>
                    </a:p>
                  </a:txBody>
                  <a:tcPr marT="54864" marB="54864" anchor="ctr">
                    <a:solidFill>
                      <a:srgbClr val="1C2230"/>
                    </a:solidFill>
                  </a:tcPr>
                </a:tc>
                <a:extLst>
                  <a:ext uri="{0D108BD9-81ED-4DB2-BD59-A6C34878D82A}">
                    <a16:rowId xmlns:a16="http://schemas.microsoft.com/office/drawing/2014/main" val="10003"/>
                  </a:ext>
                </a:extLst>
              </a:tr>
            </a:tbl>
          </a:graphicData>
        </a:graphic>
      </p:graphicFrame>
      <p:sp>
        <p:nvSpPr>
          <p:cNvPr id="11" name="Rounded Rectangle 8">
            <a:extLst>
              <a:ext uri="{FF2B5EF4-FFF2-40B4-BE49-F238E27FC236}">
                <a16:creationId xmlns:a16="http://schemas.microsoft.com/office/drawing/2014/main" id="{F823198F-D07A-2A09-52D0-F3634BC5711D}"/>
              </a:ext>
            </a:extLst>
          </p:cNvPr>
          <p:cNvSpPr/>
          <p:nvPr/>
        </p:nvSpPr>
        <p:spPr>
          <a:xfrm>
            <a:off x="7543800" y="2702274"/>
            <a:ext cx="4096512" cy="4151376"/>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9">
            <a:extLst>
              <a:ext uri="{FF2B5EF4-FFF2-40B4-BE49-F238E27FC236}">
                <a16:creationId xmlns:a16="http://schemas.microsoft.com/office/drawing/2014/main" id="{641F6162-5F46-A5CE-D64E-D5CD8FD2565C}"/>
              </a:ext>
            </a:extLst>
          </p:cNvPr>
          <p:cNvSpPr/>
          <p:nvPr/>
        </p:nvSpPr>
        <p:spPr>
          <a:xfrm>
            <a:off x="7543800" y="2702274"/>
            <a:ext cx="4096512" cy="411480"/>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defRPr sz="1250" b="1">
                <a:solidFill>
                  <a:srgbClr val="141821"/>
                </a:solidFill>
                <a:latin typeface="Segoe UI"/>
              </a:defRPr>
            </a:pPr>
            <a:r>
              <a:t>VRAM Breakdown &amp; Colab T4 Tips</a:t>
            </a:r>
          </a:p>
        </p:txBody>
      </p:sp>
      <p:sp>
        <p:nvSpPr>
          <p:cNvPr id="13" name="TextBox 12">
            <a:extLst>
              <a:ext uri="{FF2B5EF4-FFF2-40B4-BE49-F238E27FC236}">
                <a16:creationId xmlns:a16="http://schemas.microsoft.com/office/drawing/2014/main" id="{8291683E-B5E2-6764-8D46-331167DB5337}"/>
              </a:ext>
            </a:extLst>
          </p:cNvPr>
          <p:cNvSpPr txBox="1"/>
          <p:nvPr/>
        </p:nvSpPr>
        <p:spPr>
          <a:xfrm>
            <a:off x="7726679" y="3250914"/>
            <a:ext cx="3749039" cy="3474720"/>
          </a:xfrm>
          <a:prstGeom prst="rect">
            <a:avLst/>
          </a:prstGeom>
          <a:noFill/>
        </p:spPr>
        <p:txBody>
          <a:bodyPr wrap="square" lIns="0" tIns="0" rIns="0" bIns="0">
            <a:spAutoFit/>
          </a:bodyPr>
          <a:lstStyle/>
          <a:p>
            <a:pPr>
              <a:spcAft>
                <a:spcPts val="800"/>
              </a:spcAft>
            </a:pPr>
            <a:r>
              <a:rPr sz="1150" b="1">
                <a:solidFill>
                  <a:srgbClr val="A582FF"/>
                </a:solidFill>
                <a:latin typeface="Segoe UI"/>
              </a:rPr>
              <a:t>▸ 1. Model Weights (~4 GB): </a:t>
            </a:r>
            <a:r>
              <a:rPr sz="1150">
                <a:solidFill>
                  <a:srgbClr val="F5F7FA"/>
                </a:solidFill>
                <a:latin typeface="Segoe UI"/>
              </a:rPr>
              <a:t>v1-5-pruned-emaonly-fp16.safetensors uses 16-bit half precision (fp16), cutting VRAM usage in half compared to fp32.</a:t>
            </a:r>
          </a:p>
          <a:p>
            <a:pPr>
              <a:spcAft>
                <a:spcPts val="800"/>
              </a:spcAft>
            </a:pPr>
            <a:r>
              <a:rPr sz="1150" b="1">
                <a:solidFill>
                  <a:srgbClr val="FF6BB5"/>
                </a:solidFill>
                <a:latin typeface="Segoe UI"/>
              </a:rPr>
              <a:t>▸ 2. Latent Resolution Scaling: </a:t>
            </a:r>
            <a:r>
              <a:rPr sz="1150">
                <a:solidFill>
                  <a:srgbClr val="F5F7FA"/>
                </a:solidFill>
                <a:latin typeface="Segoe UI"/>
              </a:rPr>
              <a:t>KSampler &amp; Empty Latent Image memory scales quadratically with resolution. Keep SD1.5 at 512×512 first!</a:t>
            </a:r>
          </a:p>
          <a:p>
            <a:pPr>
              <a:spcAft>
                <a:spcPts val="800"/>
              </a:spcAft>
            </a:pPr>
            <a:r>
              <a:rPr sz="1150" b="1">
                <a:solidFill>
                  <a:srgbClr val="FF5C5C"/>
                </a:solidFill>
                <a:latin typeface="Segoe UI"/>
              </a:rPr>
              <a:t>▸ 3. VAE Decode Peak Spike: </a:t>
            </a:r>
            <a:r>
              <a:rPr sz="1150">
                <a:solidFill>
                  <a:srgbClr val="F5F7FA"/>
                </a:solidFill>
                <a:latin typeface="Segoe UI"/>
              </a:rPr>
              <a:t>Converting latent features back to Pixel Space causes the highest brief VRAM spike in the workflow.</a:t>
            </a:r>
          </a:p>
          <a:p>
            <a:pPr>
              <a:spcAft>
                <a:spcPts val="800"/>
              </a:spcAft>
            </a:pPr>
            <a:r>
              <a:rPr sz="1150" b="1">
                <a:solidFill>
                  <a:srgbClr val="48CF85"/>
                </a:solidFill>
                <a:latin typeface="Segoe UI"/>
              </a:rPr>
              <a:t>▸ 4. Extra Add-on Nodes: </a:t>
            </a:r>
            <a:r>
              <a:rPr sz="1150">
                <a:solidFill>
                  <a:srgbClr val="F5F7FA"/>
                </a:solidFill>
                <a:latin typeface="Segoe UI"/>
              </a:rPr>
              <a:t>Having ~10 GB free VRAM on our 16GB T4 lets us safely stack LoRAs, ControlNet, and Upscalers later.</a:t>
            </a:r>
          </a:p>
          <a:p>
            <a:pPr>
              <a:spcAft>
                <a:spcPts val="800"/>
              </a:spcAft>
            </a:pPr>
            <a:r>
              <a:rPr sz="1150" b="1">
                <a:solidFill>
                  <a:srgbClr val="FFCC4D"/>
                </a:solidFill>
                <a:latin typeface="Segoe UI"/>
              </a:rPr>
              <a:t>▸ Colab Verification: </a:t>
            </a:r>
            <a:r>
              <a:rPr sz="1150">
                <a:solidFill>
                  <a:srgbClr val="F5F7FA"/>
                </a:solidFill>
                <a:latin typeface="Segoe UI"/>
              </a:rPr>
              <a:t>In Google Colab, verify via Runtime -&gt; Change runtime type -&gt; T4 GPU, or run !nvidia-smi to confirm 16384 MiB VRAM.</a:t>
            </a:r>
          </a:p>
        </p:txBody>
      </p:sp>
    </p:spTree>
    <p:extLst>
      <p:ext uri="{BB962C8B-B14F-4D97-AF65-F5344CB8AC3E}">
        <p14:creationId xmlns:p14="http://schemas.microsoft.com/office/powerpoint/2010/main" val="1893405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439B8A-3D03-CC0A-3A0F-3602721228E3}"/>
              </a:ext>
            </a:extLst>
          </p:cNvPr>
          <p:cNvSpPr>
            <a:spLocks noGrp="1"/>
          </p:cNvSpPr>
          <p:nvPr>
            <p:ph type="sldNum" sz="quarter" idx="12"/>
          </p:nvPr>
        </p:nvSpPr>
        <p:spPr>
          <a:xfrm>
            <a:off x="9443512" y="6559903"/>
            <a:ext cx="2743200" cy="297633"/>
          </a:xfrm>
        </p:spPr>
        <p:txBody>
          <a:bodyPr/>
          <a:lstStyle/>
          <a:p>
            <a:fld id="{2B7B873C-A46E-4878-A014-BF36A57BE664}" type="slidenum">
              <a:rPr lang="en-US" smtClean="0"/>
              <a:pPr/>
              <a:t>23</a:t>
            </a:fld>
            <a:endParaRPr lang="en-US" dirty="0"/>
          </a:p>
        </p:txBody>
      </p:sp>
      <p:sp>
        <p:nvSpPr>
          <p:cNvPr id="4" name="Title 3">
            <a:extLst>
              <a:ext uri="{FF2B5EF4-FFF2-40B4-BE49-F238E27FC236}">
                <a16:creationId xmlns:a16="http://schemas.microsoft.com/office/drawing/2014/main" id="{7511387B-6F74-7653-CC0D-79976FD82BFD}"/>
              </a:ext>
            </a:extLst>
          </p:cNvPr>
          <p:cNvSpPr>
            <a:spLocks noGrp="1"/>
          </p:cNvSpPr>
          <p:nvPr>
            <p:ph type="title"/>
          </p:nvPr>
        </p:nvSpPr>
        <p:spPr/>
        <p:txBody>
          <a:bodyPr/>
          <a:lstStyle/>
          <a:p>
            <a:r>
              <a:rPr lang="en-HK" dirty="0" err="1"/>
              <a:t>ComfyUI</a:t>
            </a:r>
            <a:r>
              <a:rPr lang="en-HK" dirty="0"/>
              <a:t> – Text to Image Workflow</a:t>
            </a:r>
          </a:p>
        </p:txBody>
      </p:sp>
      <p:pic>
        <p:nvPicPr>
          <p:cNvPr id="6" name="Picture 5">
            <a:extLst>
              <a:ext uri="{FF2B5EF4-FFF2-40B4-BE49-F238E27FC236}">
                <a16:creationId xmlns:a16="http://schemas.microsoft.com/office/drawing/2014/main" id="{C3A84CB5-AF04-6D91-3A24-10BDF2F8C80A}"/>
              </a:ext>
            </a:extLst>
          </p:cNvPr>
          <p:cNvPicPr>
            <a:picLocks noChangeAspect="1"/>
          </p:cNvPicPr>
          <p:nvPr/>
        </p:nvPicPr>
        <p:blipFill>
          <a:blip r:embed="rId2"/>
          <a:srcRect r="25254"/>
          <a:stretch/>
        </p:blipFill>
        <p:spPr>
          <a:xfrm>
            <a:off x="58083" y="1819987"/>
            <a:ext cx="12034274" cy="4739915"/>
          </a:xfrm>
          <a:prstGeom prst="rect">
            <a:avLst/>
          </a:prstGeom>
        </p:spPr>
      </p:pic>
      <p:sp>
        <p:nvSpPr>
          <p:cNvPr id="9" name="TextBox 8">
            <a:extLst>
              <a:ext uri="{FF2B5EF4-FFF2-40B4-BE49-F238E27FC236}">
                <a16:creationId xmlns:a16="http://schemas.microsoft.com/office/drawing/2014/main" id="{E7079D72-C266-B842-DFCD-6AF0C39C69D1}"/>
              </a:ext>
            </a:extLst>
          </p:cNvPr>
          <p:cNvSpPr txBox="1"/>
          <p:nvPr/>
        </p:nvSpPr>
        <p:spPr>
          <a:xfrm>
            <a:off x="548640" y="1145435"/>
            <a:ext cx="11064240" cy="384721"/>
          </a:xfrm>
          <a:prstGeom prst="rect">
            <a:avLst/>
          </a:prstGeom>
          <a:noFill/>
        </p:spPr>
        <p:txBody>
          <a:bodyPr wrap="square" lIns="0" tIns="0" rIns="0" bIns="0">
            <a:spAutoFit/>
          </a:bodyPr>
          <a:lstStyle/>
          <a:p>
            <a:pPr>
              <a:defRPr sz="2500" b="1">
                <a:solidFill>
                  <a:srgbClr val="F5F7FA"/>
                </a:solidFill>
                <a:latin typeface="Segoe UI"/>
              </a:defRPr>
            </a:pPr>
            <a:r>
              <a:rPr lang="en-HK" dirty="0">
                <a:solidFill>
                  <a:schemeClr val="tx1">
                    <a:lumMod val="95000"/>
                    <a:lumOff val="5000"/>
                  </a:schemeClr>
                </a:solidFill>
              </a:rPr>
              <a:t>Text to Image Workflow Diagram</a:t>
            </a:r>
            <a:endParaRPr dirty="0">
              <a:solidFill>
                <a:schemeClr val="tx1">
                  <a:lumMod val="95000"/>
                  <a:lumOff val="5000"/>
                </a:schemeClr>
              </a:solidFill>
            </a:endParaRPr>
          </a:p>
        </p:txBody>
      </p:sp>
      <p:sp>
        <p:nvSpPr>
          <p:cNvPr id="10" name="Arrow: Down 9">
            <a:extLst>
              <a:ext uri="{FF2B5EF4-FFF2-40B4-BE49-F238E27FC236}">
                <a16:creationId xmlns:a16="http://schemas.microsoft.com/office/drawing/2014/main" id="{59FCAC66-B5C7-1F1C-78D8-D3E5CBDEE6C4}"/>
              </a:ext>
            </a:extLst>
          </p:cNvPr>
          <p:cNvSpPr/>
          <p:nvPr/>
        </p:nvSpPr>
        <p:spPr>
          <a:xfrm>
            <a:off x="1118418" y="3211536"/>
            <a:ext cx="484632" cy="978408"/>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HK"/>
          </a:p>
        </p:txBody>
      </p:sp>
      <p:sp>
        <p:nvSpPr>
          <p:cNvPr id="11" name="TextBox 10">
            <a:extLst>
              <a:ext uri="{FF2B5EF4-FFF2-40B4-BE49-F238E27FC236}">
                <a16:creationId xmlns:a16="http://schemas.microsoft.com/office/drawing/2014/main" id="{FF05432A-C592-08C4-7823-3A9542FCA5FC}"/>
              </a:ext>
            </a:extLst>
          </p:cNvPr>
          <p:cNvSpPr txBox="1"/>
          <p:nvPr/>
        </p:nvSpPr>
        <p:spPr>
          <a:xfrm>
            <a:off x="277036" y="2842203"/>
            <a:ext cx="1991699" cy="369332"/>
          </a:xfrm>
          <a:prstGeom prst="rect">
            <a:avLst/>
          </a:prstGeom>
          <a:noFill/>
        </p:spPr>
        <p:txBody>
          <a:bodyPr wrap="none" rtlCol="0">
            <a:spAutoFit/>
          </a:bodyPr>
          <a:lstStyle/>
          <a:p>
            <a:r>
              <a:rPr lang="en-HK" dirty="0">
                <a:solidFill>
                  <a:schemeClr val="bg1"/>
                </a:solidFill>
              </a:rPr>
              <a:t>Install SD.15 Model</a:t>
            </a:r>
          </a:p>
        </p:txBody>
      </p:sp>
      <p:pic>
        <p:nvPicPr>
          <p:cNvPr id="13" name="Picture 12">
            <a:extLst>
              <a:ext uri="{FF2B5EF4-FFF2-40B4-BE49-F238E27FC236}">
                <a16:creationId xmlns:a16="http://schemas.microsoft.com/office/drawing/2014/main" id="{409A4895-B7CD-8CA1-0897-6AFEFB4DDB1D}"/>
              </a:ext>
            </a:extLst>
          </p:cNvPr>
          <p:cNvPicPr>
            <a:picLocks noChangeAspect="1"/>
          </p:cNvPicPr>
          <p:nvPr/>
        </p:nvPicPr>
        <p:blipFill>
          <a:blip r:embed="rId3"/>
          <a:stretch>
            <a:fillRect/>
          </a:stretch>
        </p:blipFill>
        <p:spPr>
          <a:xfrm>
            <a:off x="9023082" y="987155"/>
            <a:ext cx="2257740" cy="362001"/>
          </a:xfrm>
          <a:prstGeom prst="rect">
            <a:avLst/>
          </a:prstGeom>
        </p:spPr>
      </p:pic>
      <p:sp>
        <p:nvSpPr>
          <p:cNvPr id="14" name="Rectangle: Rounded Corners 13">
            <a:extLst>
              <a:ext uri="{FF2B5EF4-FFF2-40B4-BE49-F238E27FC236}">
                <a16:creationId xmlns:a16="http://schemas.microsoft.com/office/drawing/2014/main" id="{E3D2EB70-E80A-89C4-408B-F7721164175B}"/>
              </a:ext>
            </a:extLst>
          </p:cNvPr>
          <p:cNvSpPr/>
          <p:nvPr/>
        </p:nvSpPr>
        <p:spPr>
          <a:xfrm>
            <a:off x="8862835" y="801817"/>
            <a:ext cx="2598851" cy="687236"/>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2218902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F84FFC-7613-EEA6-A157-8DADC861D095}"/>
              </a:ext>
            </a:extLst>
          </p:cNvPr>
          <p:cNvSpPr>
            <a:spLocks noGrp="1"/>
          </p:cNvSpPr>
          <p:nvPr>
            <p:ph type="sldNum" sz="quarter" idx="12"/>
          </p:nvPr>
        </p:nvSpPr>
        <p:spPr/>
        <p:txBody>
          <a:bodyPr/>
          <a:lstStyle/>
          <a:p>
            <a:fld id="{2B7B873C-A46E-4878-A014-BF36A57BE664}" type="slidenum">
              <a:rPr lang="en-US" smtClean="0"/>
              <a:pPr/>
              <a:t>24</a:t>
            </a:fld>
            <a:endParaRPr lang="en-US" dirty="0"/>
          </a:p>
        </p:txBody>
      </p:sp>
      <p:sp>
        <p:nvSpPr>
          <p:cNvPr id="4" name="Title 3">
            <a:extLst>
              <a:ext uri="{FF2B5EF4-FFF2-40B4-BE49-F238E27FC236}">
                <a16:creationId xmlns:a16="http://schemas.microsoft.com/office/drawing/2014/main" id="{D5444871-C7D6-239D-EDFC-16ADFC573438}"/>
              </a:ext>
            </a:extLst>
          </p:cNvPr>
          <p:cNvSpPr>
            <a:spLocks noGrp="1"/>
          </p:cNvSpPr>
          <p:nvPr>
            <p:ph type="title"/>
          </p:nvPr>
        </p:nvSpPr>
        <p:spPr/>
        <p:txBody>
          <a:bodyPr/>
          <a:lstStyle/>
          <a:p>
            <a:r>
              <a:rPr lang="en-HK" dirty="0" err="1"/>
              <a:t>ComfyUI</a:t>
            </a:r>
            <a:r>
              <a:rPr lang="en-HK" dirty="0"/>
              <a:t> – Model Manager &amp; Nodes Manger</a:t>
            </a:r>
          </a:p>
        </p:txBody>
      </p:sp>
      <p:pic>
        <p:nvPicPr>
          <p:cNvPr id="6" name="Picture 5">
            <a:extLst>
              <a:ext uri="{FF2B5EF4-FFF2-40B4-BE49-F238E27FC236}">
                <a16:creationId xmlns:a16="http://schemas.microsoft.com/office/drawing/2014/main" id="{C2BC4711-B065-4A1C-D7FB-AF44F831A0E1}"/>
              </a:ext>
            </a:extLst>
          </p:cNvPr>
          <p:cNvPicPr>
            <a:picLocks noChangeAspect="1"/>
          </p:cNvPicPr>
          <p:nvPr/>
        </p:nvPicPr>
        <p:blipFill>
          <a:blip r:embed="rId2"/>
          <a:stretch>
            <a:fillRect/>
          </a:stretch>
        </p:blipFill>
        <p:spPr>
          <a:xfrm>
            <a:off x="1232466" y="1197971"/>
            <a:ext cx="8816881" cy="5506263"/>
          </a:xfrm>
          <a:prstGeom prst="rect">
            <a:avLst/>
          </a:prstGeom>
        </p:spPr>
      </p:pic>
    </p:spTree>
    <p:extLst>
      <p:ext uri="{BB962C8B-B14F-4D97-AF65-F5344CB8AC3E}">
        <p14:creationId xmlns:p14="http://schemas.microsoft.com/office/powerpoint/2010/main" val="667438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25</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Rounded Rectangle 2">
            <a:extLst>
              <a:ext uri="{FF2B5EF4-FFF2-40B4-BE49-F238E27FC236}">
                <a16:creationId xmlns:a16="http://schemas.microsoft.com/office/drawing/2014/main" id="{53CF2660-C763-F668-342D-4B4FD34DC134}"/>
              </a:ext>
            </a:extLst>
          </p:cNvPr>
          <p:cNvSpPr/>
          <p:nvPr/>
        </p:nvSpPr>
        <p:spPr>
          <a:xfrm>
            <a:off x="548640" y="908961"/>
            <a:ext cx="6720840" cy="347472"/>
          </a:xfrm>
          <a:prstGeom prst="roundRect">
            <a:avLst>
              <a:gd name="adj" fmla="val 50000"/>
            </a:avLst>
          </a:prstGeom>
          <a:solidFill>
            <a:srgbClr val="242C3E"/>
          </a:solidFill>
          <a:ln>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ED5B7"/>
                </a:solidFill>
                <a:latin typeface="Segoe UI"/>
              </a:defRPr>
            </a:pPr>
            <a:r>
              <a:t>GEN AI 2ND MAJOR WORKSHOP • CLOUD GPU (COLAB/KAGGLE T4) + WAN 2.2 I2V</a:t>
            </a:r>
          </a:p>
        </p:txBody>
      </p:sp>
      <p:sp>
        <p:nvSpPr>
          <p:cNvPr id="6" name="TextBox 5">
            <a:extLst>
              <a:ext uri="{FF2B5EF4-FFF2-40B4-BE49-F238E27FC236}">
                <a16:creationId xmlns:a16="http://schemas.microsoft.com/office/drawing/2014/main" id="{1643C018-4AEE-A9F1-1764-7EAA8E6A64BD}"/>
              </a:ext>
            </a:extLst>
          </p:cNvPr>
          <p:cNvSpPr txBox="1"/>
          <p:nvPr/>
        </p:nvSpPr>
        <p:spPr>
          <a:xfrm>
            <a:off x="548640" y="1347873"/>
            <a:ext cx="6766560" cy="1107996"/>
          </a:xfrm>
          <a:prstGeom prst="rect">
            <a:avLst/>
          </a:prstGeom>
          <a:noFill/>
        </p:spPr>
        <p:txBody>
          <a:bodyPr wrap="square" lIns="0" tIns="0" rIns="0" bIns="0">
            <a:spAutoFit/>
          </a:bodyPr>
          <a:lstStyle/>
          <a:p>
            <a:pPr>
              <a:defRPr sz="3600" b="1">
                <a:solidFill>
                  <a:srgbClr val="F5F7FA"/>
                </a:solidFill>
                <a:latin typeface="Segoe UI"/>
              </a:defRPr>
            </a:pPr>
            <a:r>
              <a:rPr dirty="0" err="1">
                <a:solidFill>
                  <a:schemeClr val="tx1">
                    <a:lumMod val="95000"/>
                    <a:lumOff val="5000"/>
                  </a:schemeClr>
                </a:solidFill>
              </a:rPr>
              <a:t>ComfyUI</a:t>
            </a:r>
            <a:r>
              <a:rPr dirty="0">
                <a:solidFill>
                  <a:schemeClr val="tx1">
                    <a:lumMod val="95000"/>
                    <a:lumOff val="5000"/>
                  </a:schemeClr>
                </a:solidFill>
              </a:rPr>
              <a:t> Image-to-Video</a:t>
            </a:r>
            <a:br>
              <a:rPr dirty="0">
                <a:solidFill>
                  <a:schemeClr val="tx1">
                    <a:lumMod val="95000"/>
                    <a:lumOff val="5000"/>
                  </a:schemeClr>
                </a:solidFill>
              </a:rPr>
            </a:br>
            <a:r>
              <a:rPr dirty="0">
                <a:solidFill>
                  <a:schemeClr val="tx1">
                    <a:lumMod val="95000"/>
                    <a:lumOff val="5000"/>
                  </a:schemeClr>
                </a:solidFill>
              </a:rPr>
              <a:t>(I2V) Workflow Guide</a:t>
            </a:r>
          </a:p>
        </p:txBody>
      </p:sp>
      <p:sp>
        <p:nvSpPr>
          <p:cNvPr id="7" name="Rounded Rectangle 4">
            <a:extLst>
              <a:ext uri="{FF2B5EF4-FFF2-40B4-BE49-F238E27FC236}">
                <a16:creationId xmlns:a16="http://schemas.microsoft.com/office/drawing/2014/main" id="{B2F0AA93-84F7-8593-B712-0ECDA2B2A654}"/>
              </a:ext>
            </a:extLst>
          </p:cNvPr>
          <p:cNvSpPr/>
          <p:nvPr/>
        </p:nvSpPr>
        <p:spPr>
          <a:xfrm>
            <a:off x="548640" y="2756049"/>
            <a:ext cx="6720840" cy="2103120"/>
          </a:xfrm>
          <a:prstGeom prst="roundRect">
            <a:avLst>
              <a:gd name="adj" fmla="val 4000"/>
            </a:avLst>
          </a:prstGeom>
          <a:solidFill>
            <a:srgbClr val="242C3E"/>
          </a:solidFill>
          <a:ln w="15240">
            <a:solidFill>
              <a:srgbClr val="FFCC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284301BC-8A49-470A-DAEF-A79D0F636E36}"/>
              </a:ext>
            </a:extLst>
          </p:cNvPr>
          <p:cNvSpPr/>
          <p:nvPr/>
        </p:nvSpPr>
        <p:spPr>
          <a:xfrm>
            <a:off x="548640" y="2756049"/>
            <a:ext cx="6720840" cy="365760"/>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TODAY'S WORKSHOP AGENDA &amp; MISSION</a:t>
            </a:r>
          </a:p>
        </p:txBody>
      </p:sp>
      <p:sp>
        <p:nvSpPr>
          <p:cNvPr id="9" name="TextBox 8">
            <a:extLst>
              <a:ext uri="{FF2B5EF4-FFF2-40B4-BE49-F238E27FC236}">
                <a16:creationId xmlns:a16="http://schemas.microsoft.com/office/drawing/2014/main" id="{DD6AA37E-EE81-90CB-A894-98551D782900}"/>
              </a:ext>
            </a:extLst>
          </p:cNvPr>
          <p:cNvSpPr txBox="1"/>
          <p:nvPr/>
        </p:nvSpPr>
        <p:spPr>
          <a:xfrm>
            <a:off x="731520" y="3194961"/>
            <a:ext cx="6355080" cy="1572768"/>
          </a:xfrm>
          <a:prstGeom prst="rect">
            <a:avLst/>
          </a:prstGeom>
          <a:noFill/>
        </p:spPr>
        <p:txBody>
          <a:bodyPr wrap="square" lIns="0" tIns="0" rIns="0" bIns="0">
            <a:spAutoFit/>
          </a:bodyPr>
          <a:lstStyle/>
          <a:p>
            <a:pPr>
              <a:spcAft>
                <a:spcPts val="500"/>
              </a:spcAft>
            </a:pPr>
            <a:r>
              <a:rPr sz="1130" b="1">
                <a:solidFill>
                  <a:srgbClr val="FFCC4D"/>
                </a:solidFill>
                <a:latin typeface="Segoe UI"/>
              </a:rPr>
              <a:t>▸ 1. Cloud Runtime Environment: </a:t>
            </a:r>
            <a:r>
              <a:rPr sz="1130">
                <a:solidFill>
                  <a:srgbClr val="F5F7FA"/>
                </a:solidFill>
                <a:latin typeface="Segoe UI"/>
              </a:rPr>
              <a:t>Use Google Colab / Cloud T4 GPU (16GB VRAM) to execute ComfyUI and run a 14B-parameter Video AI model using GGUF 4-bit quantization.</a:t>
            </a:r>
          </a:p>
          <a:p>
            <a:pPr>
              <a:spcAft>
                <a:spcPts val="500"/>
              </a:spcAft>
            </a:pPr>
            <a:r>
              <a:rPr sz="1130" b="1">
                <a:solidFill>
                  <a:srgbClr val="2ED5B7"/>
                </a:solidFill>
                <a:latin typeface="Segoe UI"/>
              </a:rPr>
              <a:t>▸ 2. From Still Images to Motion (I2V): </a:t>
            </a:r>
            <a:r>
              <a:rPr sz="1130">
                <a:solidFill>
                  <a:srgbClr val="F5F7FA"/>
                </a:solidFill>
                <a:latin typeface="Segoe UI"/>
              </a:rPr>
              <a:t>Learn how Image-to-Video (I2V) extends Text-to-Image by turning a single starting photo (tiger.png) + a motion prompt into an 81-frame MP4 video.</a:t>
            </a:r>
          </a:p>
          <a:p>
            <a:pPr>
              <a:spcAft>
                <a:spcPts val="500"/>
              </a:spcAft>
            </a:pPr>
            <a:r>
              <a:rPr sz="1130" b="1">
                <a:solidFill>
                  <a:srgbClr val="48CF85"/>
                </a:solidFill>
                <a:latin typeface="Segoe UI"/>
              </a:rPr>
              <a:t>▸ 3. Build the Wan 2.2 Rapid I2V Workflow: </a:t>
            </a:r>
            <a:r>
              <a:rPr sz="1130">
                <a:solidFill>
                  <a:srgbClr val="F5F7FA"/>
                </a:solidFill>
                <a:latin typeface="Segoe UI"/>
              </a:rPr>
              <a:t>Master all 13 nodes in wan2.2-i2v-rapid-aio-gguf-fixed.json—generating 3.375s videos in just 4 denoising steps!</a:t>
            </a:r>
          </a:p>
        </p:txBody>
      </p:sp>
      <p:sp>
        <p:nvSpPr>
          <p:cNvPr id="10" name="Rounded Rectangle 7">
            <a:extLst>
              <a:ext uri="{FF2B5EF4-FFF2-40B4-BE49-F238E27FC236}">
                <a16:creationId xmlns:a16="http://schemas.microsoft.com/office/drawing/2014/main" id="{A4449A3B-7DE9-602D-CE0E-8F4F0DA16FD0}"/>
              </a:ext>
            </a:extLst>
          </p:cNvPr>
          <p:cNvSpPr/>
          <p:nvPr/>
        </p:nvSpPr>
        <p:spPr>
          <a:xfrm>
            <a:off x="7498079" y="908961"/>
            <a:ext cx="4142232" cy="3950208"/>
          </a:xfrm>
          <a:prstGeom prst="roundRect">
            <a:avLst>
              <a:gd name="adj" fmla="val 4000"/>
            </a:avLst>
          </a:prstGeom>
          <a:solidFill>
            <a:srgbClr val="242C3E"/>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B6DEA2A6-D92E-3B12-BCC6-00357F8A9CDA}"/>
              </a:ext>
            </a:extLst>
          </p:cNvPr>
          <p:cNvSpPr/>
          <p:nvPr/>
        </p:nvSpPr>
        <p:spPr>
          <a:xfrm>
            <a:off x="7498079" y="908961"/>
            <a:ext cx="4142232" cy="365760"/>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TODAY'S I2V EXECUTION STACK</a:t>
            </a:r>
          </a:p>
        </p:txBody>
      </p:sp>
      <p:sp>
        <p:nvSpPr>
          <p:cNvPr id="12" name="Rounded Rectangle 9">
            <a:extLst>
              <a:ext uri="{FF2B5EF4-FFF2-40B4-BE49-F238E27FC236}">
                <a16:creationId xmlns:a16="http://schemas.microsoft.com/office/drawing/2014/main" id="{3112DD8C-B76E-8CD1-0632-1A3FEFD31107}"/>
              </a:ext>
            </a:extLst>
          </p:cNvPr>
          <p:cNvSpPr/>
          <p:nvPr/>
        </p:nvSpPr>
        <p:spPr>
          <a:xfrm>
            <a:off x="7726679" y="1421025"/>
            <a:ext cx="3685032" cy="676656"/>
          </a:xfrm>
          <a:prstGeom prst="roundRect">
            <a:avLst/>
          </a:prstGeom>
          <a:solidFill>
            <a:srgbClr val="1C2230"/>
          </a:solidFill>
          <a:ln w="19050">
            <a:solidFill>
              <a:srgbClr val="FFCC4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FFCC4D"/>
                </a:solidFill>
                <a:latin typeface="Segoe UI"/>
              </a:defRPr>
            </a:pPr>
            <a:r>
              <a:t>1. Cloud GPU Runtime (16GB VRAM)</a:t>
            </a:r>
          </a:p>
          <a:p>
            <a:pPr algn="ctr">
              <a:defRPr sz="950">
                <a:solidFill>
                  <a:srgbClr val="A8B3CF"/>
                </a:solidFill>
                <a:latin typeface="Segoe UI"/>
              </a:defRPr>
            </a:pPr>
            <a:r>
              <a:t>Runs ComfyUI + GGUF / KJNodes / VHS plugins</a:t>
            </a:r>
          </a:p>
        </p:txBody>
      </p:sp>
      <p:sp>
        <p:nvSpPr>
          <p:cNvPr id="13" name="Rounded Rectangle 10">
            <a:extLst>
              <a:ext uri="{FF2B5EF4-FFF2-40B4-BE49-F238E27FC236}">
                <a16:creationId xmlns:a16="http://schemas.microsoft.com/office/drawing/2014/main" id="{9F7915BE-CB43-E8E3-8517-C0D310710C2F}"/>
              </a:ext>
            </a:extLst>
          </p:cNvPr>
          <p:cNvSpPr/>
          <p:nvPr/>
        </p:nvSpPr>
        <p:spPr>
          <a:xfrm>
            <a:off x="7726679" y="2225697"/>
            <a:ext cx="3685032" cy="676656"/>
          </a:xfrm>
          <a:prstGeom prst="roundRect">
            <a:avLst/>
          </a:prstGeom>
          <a:solidFill>
            <a:srgbClr val="1C2230"/>
          </a:solidFill>
          <a:ln w="19050">
            <a:solidFill>
              <a:srgbClr val="A58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A582FF"/>
                </a:solidFill>
                <a:latin typeface="Segoe UI"/>
              </a:defRPr>
            </a:pPr>
            <a:r>
              <a:t>2. Load Split Models (Wan 2.2 Q4_K)</a:t>
            </a:r>
          </a:p>
          <a:p>
            <a:pPr algn="ctr">
              <a:defRPr sz="950">
                <a:solidFill>
                  <a:srgbClr val="A8B3CF"/>
                </a:solidFill>
                <a:latin typeface="Segoe UI"/>
              </a:defRPr>
            </a:pPr>
            <a:r>
              <a:t>GGUF UNet + FP8 UMT5-XXL + CLIP Vision + VAE</a:t>
            </a:r>
          </a:p>
        </p:txBody>
      </p:sp>
      <p:sp>
        <p:nvSpPr>
          <p:cNvPr id="14" name="Rounded Rectangle 11">
            <a:extLst>
              <a:ext uri="{FF2B5EF4-FFF2-40B4-BE49-F238E27FC236}">
                <a16:creationId xmlns:a16="http://schemas.microsoft.com/office/drawing/2014/main" id="{B210225A-34F9-D7E0-AFA7-17BAD8E77A5B}"/>
              </a:ext>
            </a:extLst>
          </p:cNvPr>
          <p:cNvSpPr/>
          <p:nvPr/>
        </p:nvSpPr>
        <p:spPr>
          <a:xfrm>
            <a:off x="7726679" y="3030369"/>
            <a:ext cx="3685032" cy="676656"/>
          </a:xfrm>
          <a:prstGeom prst="roundRect">
            <a:avLst/>
          </a:prstGeom>
          <a:solidFill>
            <a:srgbClr val="1C2230"/>
          </a:solidFill>
          <a:ln w="19050">
            <a:solidFill>
              <a:srgbClr val="2ED5B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2ED5B7"/>
                </a:solidFill>
                <a:latin typeface="Segoe UI"/>
              </a:defRPr>
            </a:pPr>
            <a:r>
              <a:t>3. Dual Condition (Image + Text)</a:t>
            </a:r>
          </a:p>
          <a:p>
            <a:pPr algn="ctr">
              <a:defRPr sz="950">
                <a:solidFill>
                  <a:srgbClr val="A8B3CF"/>
                </a:solidFill>
                <a:latin typeface="Segoe UI"/>
              </a:defRPr>
            </a:pPr>
            <a:r>
              <a:t>512×512 Start Image + Motion Prompt ➔ 81 Frames</a:t>
            </a:r>
          </a:p>
        </p:txBody>
      </p:sp>
      <p:sp>
        <p:nvSpPr>
          <p:cNvPr id="15" name="Rounded Rectangle 12">
            <a:extLst>
              <a:ext uri="{FF2B5EF4-FFF2-40B4-BE49-F238E27FC236}">
                <a16:creationId xmlns:a16="http://schemas.microsoft.com/office/drawing/2014/main" id="{1FD6E12A-2517-5612-9C79-F334FD8ED1BF}"/>
              </a:ext>
            </a:extLst>
          </p:cNvPr>
          <p:cNvSpPr/>
          <p:nvPr/>
        </p:nvSpPr>
        <p:spPr>
          <a:xfrm>
            <a:off x="7726679" y="3835041"/>
            <a:ext cx="3685032" cy="676656"/>
          </a:xfrm>
          <a:prstGeom prst="roundRect">
            <a:avLst/>
          </a:prstGeom>
          <a:solidFill>
            <a:srgbClr val="1C2230"/>
          </a:solidFill>
          <a:ln w="19050">
            <a:solidFill>
              <a:srgbClr val="48CF8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48CF85"/>
                </a:solidFill>
                <a:latin typeface="Segoe UI"/>
              </a:defRPr>
            </a:pPr>
            <a:r>
              <a:t>4. 4-Step Rapid Sample &amp; MP4 Export</a:t>
            </a:r>
          </a:p>
          <a:p>
            <a:pPr algn="ctr">
              <a:defRPr sz="950">
                <a:solidFill>
                  <a:srgbClr val="A8B3CF"/>
                </a:solidFill>
                <a:latin typeface="Segoe UI"/>
              </a:defRPr>
            </a:pPr>
            <a:r>
              <a:t>KSampler (4 steps, CFG 1) ➔ 24fps H.264 Video</a:t>
            </a:r>
          </a:p>
        </p:txBody>
      </p:sp>
      <p:sp>
        <p:nvSpPr>
          <p:cNvPr id="16" name="Rounded Rectangle 13">
            <a:extLst>
              <a:ext uri="{FF2B5EF4-FFF2-40B4-BE49-F238E27FC236}">
                <a16:creationId xmlns:a16="http://schemas.microsoft.com/office/drawing/2014/main" id="{0E057644-37D2-43FC-7336-D8531A55A2E8}"/>
              </a:ext>
            </a:extLst>
          </p:cNvPr>
          <p:cNvSpPr/>
          <p:nvPr/>
        </p:nvSpPr>
        <p:spPr>
          <a:xfrm>
            <a:off x="548640" y="5069481"/>
            <a:ext cx="2651760" cy="1783080"/>
          </a:xfrm>
          <a:prstGeom prst="roundRect">
            <a:avLst>
              <a:gd name="adj" fmla="val 4000"/>
            </a:avLst>
          </a:prstGeom>
          <a:solidFill>
            <a:srgbClr val="1C2230"/>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32A3EEBF-DD28-4C5E-7135-41C91C7D5375}"/>
              </a:ext>
            </a:extLst>
          </p:cNvPr>
          <p:cNvSpPr txBox="1"/>
          <p:nvPr/>
        </p:nvSpPr>
        <p:spPr>
          <a:xfrm>
            <a:off x="713232" y="5206641"/>
            <a:ext cx="2322576" cy="1508760"/>
          </a:xfrm>
          <a:prstGeom prst="rect">
            <a:avLst/>
          </a:prstGeom>
          <a:noFill/>
        </p:spPr>
        <p:txBody>
          <a:bodyPr wrap="square">
            <a:spAutoFit/>
          </a:bodyPr>
          <a:lstStyle/>
          <a:p>
            <a:pPr>
              <a:defRPr sz="1500" b="1">
                <a:solidFill>
                  <a:srgbClr val="4C9AFF"/>
                </a:solidFill>
                <a:latin typeface="Consolas"/>
              </a:defRPr>
            </a:pPr>
            <a:r>
              <a:t>PART 01</a:t>
            </a:r>
          </a:p>
          <a:p>
            <a:pPr>
              <a:spcBef>
                <a:spcPts val="400"/>
              </a:spcBef>
              <a:defRPr sz="1350" b="1">
                <a:solidFill>
                  <a:srgbClr val="F5F7FA"/>
                </a:solidFill>
                <a:latin typeface="Segoe UI"/>
              </a:defRPr>
            </a:pPr>
            <a:r>
              <a:t>Why ComfyUI for Video?</a:t>
            </a:r>
          </a:p>
          <a:p>
            <a:pPr>
              <a:spcBef>
                <a:spcPts val="400"/>
              </a:spcBef>
              <a:defRPr sz="1100">
                <a:solidFill>
                  <a:srgbClr val="A8B3CF"/>
                </a:solidFill>
                <a:latin typeface="Segoe UI"/>
              </a:defRPr>
            </a:pPr>
            <a:r>
              <a:t>T2I vs. I2V &amp; visual pipelines for non-CS majors</a:t>
            </a:r>
          </a:p>
        </p:txBody>
      </p:sp>
      <p:sp>
        <p:nvSpPr>
          <p:cNvPr id="18" name="Rounded Rectangle 15">
            <a:extLst>
              <a:ext uri="{FF2B5EF4-FFF2-40B4-BE49-F238E27FC236}">
                <a16:creationId xmlns:a16="http://schemas.microsoft.com/office/drawing/2014/main" id="{B03EF342-AC3C-ABBC-C610-CE66F225F667}"/>
              </a:ext>
            </a:extLst>
          </p:cNvPr>
          <p:cNvSpPr/>
          <p:nvPr/>
        </p:nvSpPr>
        <p:spPr>
          <a:xfrm>
            <a:off x="3364992" y="5069481"/>
            <a:ext cx="2651760" cy="1783080"/>
          </a:xfrm>
          <a:prstGeom prst="roundRect">
            <a:avLst>
              <a:gd name="adj" fmla="val 4000"/>
            </a:avLst>
          </a:prstGeom>
          <a:solidFill>
            <a:srgbClr val="1C2230"/>
          </a:solidFill>
          <a:ln w="15240">
            <a:solidFill>
              <a:srgbClr val="A5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EECE9590-FF28-828A-F501-7789AB29D461}"/>
              </a:ext>
            </a:extLst>
          </p:cNvPr>
          <p:cNvSpPr txBox="1"/>
          <p:nvPr/>
        </p:nvSpPr>
        <p:spPr>
          <a:xfrm>
            <a:off x="3529584" y="5206641"/>
            <a:ext cx="2322576" cy="1508760"/>
          </a:xfrm>
          <a:prstGeom prst="rect">
            <a:avLst/>
          </a:prstGeom>
          <a:noFill/>
        </p:spPr>
        <p:txBody>
          <a:bodyPr wrap="square">
            <a:spAutoFit/>
          </a:bodyPr>
          <a:lstStyle/>
          <a:p>
            <a:pPr>
              <a:defRPr sz="1500" b="1">
                <a:solidFill>
                  <a:srgbClr val="A582FF"/>
                </a:solidFill>
                <a:latin typeface="Consolas"/>
              </a:defRPr>
            </a:pPr>
            <a:r>
              <a:t>PART 02</a:t>
            </a:r>
          </a:p>
          <a:p>
            <a:pPr>
              <a:spcBef>
                <a:spcPts val="400"/>
              </a:spcBef>
              <a:defRPr sz="1350" b="1">
                <a:solidFill>
                  <a:srgbClr val="F5F7FA"/>
                </a:solidFill>
                <a:latin typeface="Segoe UI"/>
              </a:defRPr>
            </a:pPr>
            <a:r>
              <a:t>I2V Theory &amp; GGUF</a:t>
            </a:r>
          </a:p>
          <a:p>
            <a:pPr>
              <a:spcBef>
                <a:spcPts val="400"/>
              </a:spcBef>
              <a:defRPr sz="1100">
                <a:solidFill>
                  <a:srgbClr val="A8B3CF"/>
                </a:solidFill>
                <a:latin typeface="Segoe UI"/>
              </a:defRPr>
            </a:pPr>
            <a:r>
              <a:t>3D Video Latents (81 frames) &amp; 4-bit VRAM compression</a:t>
            </a:r>
          </a:p>
        </p:txBody>
      </p:sp>
      <p:sp>
        <p:nvSpPr>
          <p:cNvPr id="20" name="Rounded Rectangle 17">
            <a:extLst>
              <a:ext uri="{FF2B5EF4-FFF2-40B4-BE49-F238E27FC236}">
                <a16:creationId xmlns:a16="http://schemas.microsoft.com/office/drawing/2014/main" id="{86137614-C2CA-AB79-12D1-108D19D7FD89}"/>
              </a:ext>
            </a:extLst>
          </p:cNvPr>
          <p:cNvSpPr/>
          <p:nvPr/>
        </p:nvSpPr>
        <p:spPr>
          <a:xfrm>
            <a:off x="6181344" y="5069481"/>
            <a:ext cx="2651760" cy="1783080"/>
          </a:xfrm>
          <a:prstGeom prst="roundRect">
            <a:avLst>
              <a:gd name="adj" fmla="val 4000"/>
            </a:avLst>
          </a:prstGeom>
          <a:solidFill>
            <a:srgbClr val="1C2230"/>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D2DF9E63-7330-7737-8602-4A5477734EBB}"/>
              </a:ext>
            </a:extLst>
          </p:cNvPr>
          <p:cNvSpPr txBox="1"/>
          <p:nvPr/>
        </p:nvSpPr>
        <p:spPr>
          <a:xfrm>
            <a:off x="6345936" y="5206641"/>
            <a:ext cx="2322576" cy="1508760"/>
          </a:xfrm>
          <a:prstGeom prst="rect">
            <a:avLst/>
          </a:prstGeom>
          <a:noFill/>
        </p:spPr>
        <p:txBody>
          <a:bodyPr wrap="square">
            <a:spAutoFit/>
          </a:bodyPr>
          <a:lstStyle/>
          <a:p>
            <a:pPr>
              <a:defRPr sz="1500" b="1">
                <a:solidFill>
                  <a:srgbClr val="2ED5B7"/>
                </a:solidFill>
                <a:latin typeface="Consolas"/>
              </a:defRPr>
            </a:pPr>
            <a:r>
              <a:t>PART 03</a:t>
            </a:r>
          </a:p>
          <a:p>
            <a:pPr>
              <a:spcBef>
                <a:spcPts val="400"/>
              </a:spcBef>
              <a:defRPr sz="1350" b="1">
                <a:solidFill>
                  <a:srgbClr val="F5F7FA"/>
                </a:solidFill>
                <a:latin typeface="Segoe UI"/>
              </a:defRPr>
            </a:pPr>
            <a:r>
              <a:t>13-Node Graph Deep Dive</a:t>
            </a:r>
          </a:p>
          <a:p>
            <a:pPr>
              <a:spcBef>
                <a:spcPts val="400"/>
              </a:spcBef>
              <a:defRPr sz="1100">
                <a:solidFill>
                  <a:srgbClr val="A8B3CF"/>
                </a:solidFill>
                <a:latin typeface="Segoe UI"/>
              </a:defRPr>
            </a:pPr>
            <a:r>
              <a:t>Loaders, Resize, CLIP Vision, WanImageToVideo &amp; VHS</a:t>
            </a:r>
          </a:p>
        </p:txBody>
      </p:sp>
      <p:sp>
        <p:nvSpPr>
          <p:cNvPr id="22" name="Rounded Rectangle 19">
            <a:extLst>
              <a:ext uri="{FF2B5EF4-FFF2-40B4-BE49-F238E27FC236}">
                <a16:creationId xmlns:a16="http://schemas.microsoft.com/office/drawing/2014/main" id="{88E582EF-6F27-116C-2998-61C553A0FB91}"/>
              </a:ext>
            </a:extLst>
          </p:cNvPr>
          <p:cNvSpPr/>
          <p:nvPr/>
        </p:nvSpPr>
        <p:spPr>
          <a:xfrm>
            <a:off x="8997696" y="5069481"/>
            <a:ext cx="2651760" cy="1783080"/>
          </a:xfrm>
          <a:prstGeom prst="roundRect">
            <a:avLst>
              <a:gd name="adj" fmla="val 4000"/>
            </a:avLst>
          </a:prstGeom>
          <a:solidFill>
            <a:srgbClr val="1C2230"/>
          </a:solidFill>
          <a:ln w="15240">
            <a:solidFill>
              <a:srgbClr val="48CF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988B5A51-FDB1-C6B3-86E7-933A57F4F9C5}"/>
              </a:ext>
            </a:extLst>
          </p:cNvPr>
          <p:cNvSpPr txBox="1"/>
          <p:nvPr/>
        </p:nvSpPr>
        <p:spPr>
          <a:xfrm>
            <a:off x="9162288" y="5206641"/>
            <a:ext cx="2322576" cy="1508760"/>
          </a:xfrm>
          <a:prstGeom prst="rect">
            <a:avLst/>
          </a:prstGeom>
          <a:noFill/>
        </p:spPr>
        <p:txBody>
          <a:bodyPr wrap="square">
            <a:spAutoFit/>
          </a:bodyPr>
          <a:lstStyle/>
          <a:p>
            <a:pPr>
              <a:defRPr sz="1500" b="1">
                <a:solidFill>
                  <a:srgbClr val="48CF85"/>
                </a:solidFill>
                <a:latin typeface="Consolas"/>
              </a:defRPr>
            </a:pPr>
            <a:r>
              <a:t>PART 04</a:t>
            </a:r>
          </a:p>
          <a:p>
            <a:pPr>
              <a:spcBef>
                <a:spcPts val="400"/>
              </a:spcBef>
              <a:defRPr sz="1350" b="1">
                <a:solidFill>
                  <a:srgbClr val="F5F7FA"/>
                </a:solidFill>
                <a:latin typeface="Segoe UI"/>
              </a:defRPr>
            </a:pPr>
            <a:r>
              <a:t>Hands-On &amp; Motion Prompts</a:t>
            </a:r>
          </a:p>
          <a:p>
            <a:pPr>
              <a:spcBef>
                <a:spcPts val="400"/>
              </a:spcBef>
              <a:defRPr sz="1100">
                <a:solidFill>
                  <a:srgbClr val="A8B3CF"/>
                </a:solidFill>
                <a:latin typeface="Segoe UI"/>
              </a:defRPr>
            </a:pPr>
            <a:r>
              <a:t>4-step Rapid sampling &amp; writing motion-first prompts</a:t>
            </a:r>
          </a:p>
        </p:txBody>
      </p:sp>
    </p:spTree>
    <p:extLst>
      <p:ext uri="{BB962C8B-B14F-4D97-AF65-F5344CB8AC3E}">
        <p14:creationId xmlns:p14="http://schemas.microsoft.com/office/powerpoint/2010/main" val="2149199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26</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7E71D032-DF79-A229-9F21-95281AD6A232}"/>
              </a:ext>
            </a:extLst>
          </p:cNvPr>
          <p:cNvSpPr txBox="1"/>
          <p:nvPr/>
        </p:nvSpPr>
        <p:spPr>
          <a:xfrm>
            <a:off x="548640" y="835079"/>
            <a:ext cx="10972800" cy="274320"/>
          </a:xfrm>
          <a:prstGeom prst="rect">
            <a:avLst/>
          </a:prstGeom>
          <a:noFill/>
        </p:spPr>
        <p:txBody>
          <a:bodyPr wrap="square" lIns="0" tIns="0" rIns="0" bIns="0">
            <a:spAutoFit/>
          </a:bodyPr>
          <a:lstStyle/>
          <a:p>
            <a:pPr>
              <a:defRPr sz="1000" b="1">
                <a:solidFill>
                  <a:srgbClr val="4C9AFF"/>
                </a:solidFill>
                <a:latin typeface="Segoe UI"/>
              </a:defRPr>
            </a:pPr>
            <a:r>
              <a:rPr dirty="0"/>
              <a:t>EMPOWERING NON-COMPUTING &amp; GEN AI 2ND-MAJOR STUDENTS</a:t>
            </a:r>
          </a:p>
        </p:txBody>
      </p:sp>
      <p:sp>
        <p:nvSpPr>
          <p:cNvPr id="6" name="TextBox 5">
            <a:extLst>
              <a:ext uri="{FF2B5EF4-FFF2-40B4-BE49-F238E27FC236}">
                <a16:creationId xmlns:a16="http://schemas.microsoft.com/office/drawing/2014/main" id="{FC4E3B64-9A01-92DC-34A9-F8C5CA463E96}"/>
              </a:ext>
            </a:extLst>
          </p:cNvPr>
          <p:cNvSpPr txBox="1"/>
          <p:nvPr/>
        </p:nvSpPr>
        <p:spPr>
          <a:xfrm>
            <a:off x="548640" y="1054718"/>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From Text-to-Image to Image-to-Video — Why Use </a:t>
            </a:r>
            <a:r>
              <a:rPr dirty="0" err="1">
                <a:solidFill>
                  <a:schemeClr val="tx1">
                    <a:lumMod val="95000"/>
                    <a:lumOff val="5000"/>
                  </a:schemeClr>
                </a:solidFill>
              </a:rPr>
              <a:t>ComfyUI</a:t>
            </a:r>
            <a:r>
              <a:rPr dirty="0">
                <a:solidFill>
                  <a:schemeClr val="tx1">
                    <a:lumMod val="95000"/>
                    <a:lumOff val="5000"/>
                  </a:schemeClr>
                </a:solidFill>
              </a:rPr>
              <a:t>?</a:t>
            </a:r>
          </a:p>
        </p:txBody>
      </p:sp>
      <p:sp>
        <p:nvSpPr>
          <p:cNvPr id="7" name="Rounded Rectangle 4">
            <a:extLst>
              <a:ext uri="{FF2B5EF4-FFF2-40B4-BE49-F238E27FC236}">
                <a16:creationId xmlns:a16="http://schemas.microsoft.com/office/drawing/2014/main" id="{FA7E097B-016E-BF73-D25C-866C41C99A9A}"/>
              </a:ext>
            </a:extLst>
          </p:cNvPr>
          <p:cNvSpPr/>
          <p:nvPr/>
        </p:nvSpPr>
        <p:spPr>
          <a:xfrm>
            <a:off x="548640" y="1550396"/>
            <a:ext cx="11091672" cy="960120"/>
          </a:xfrm>
          <a:prstGeom prst="roundRect">
            <a:avLst>
              <a:gd name="adj" fmla="val 4000"/>
            </a:avLst>
          </a:prstGeom>
          <a:solidFill>
            <a:srgbClr val="242C3E"/>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0DC0A90-3381-D7A1-CDBB-E7D846AD798E}"/>
              </a:ext>
            </a:extLst>
          </p:cNvPr>
          <p:cNvSpPr txBox="1"/>
          <p:nvPr/>
        </p:nvSpPr>
        <p:spPr>
          <a:xfrm>
            <a:off x="731520" y="1614404"/>
            <a:ext cx="10744200" cy="822960"/>
          </a:xfrm>
          <a:prstGeom prst="rect">
            <a:avLst/>
          </a:prstGeom>
          <a:noFill/>
        </p:spPr>
        <p:txBody>
          <a:bodyPr wrap="square">
            <a:spAutoFit/>
          </a:bodyPr>
          <a:lstStyle/>
          <a:p>
            <a:pPr>
              <a:defRPr sz="1350" b="1">
                <a:solidFill>
                  <a:srgbClr val="4C9AFF"/>
                </a:solidFill>
                <a:latin typeface="Segoe UI"/>
              </a:defRPr>
            </a:pPr>
            <a:r>
              <a:t>Why Use ComfyUI Instead of Raw Python Code for Image-to-Video (I2V)?</a:t>
            </a:r>
          </a:p>
          <a:p>
            <a:pPr>
              <a:spcBef>
                <a:spcPts val="300"/>
              </a:spcBef>
            </a:pPr>
            <a:r>
              <a:rPr sz="1180">
                <a:solidFill>
                  <a:srgbClr val="F5F7FA"/>
                </a:solidFill>
                <a:latin typeface="Segoe UI"/>
              </a:rPr>
              <a:t>In Python, building a video pipeline requires juggling 4 separate neural networks, custom GGUF quantization loaders, aspect-ratio tensor cropping, 3D spatiotemporal latents, and FFmpeg video encoding. ComfyUI turns this complex engineering into 13 visual Lego blocks—so students from any major can direct AI videos without writing a single line of code.</a:t>
            </a:r>
          </a:p>
        </p:txBody>
      </p:sp>
      <p:sp>
        <p:nvSpPr>
          <p:cNvPr id="9" name="TextBox 8">
            <a:extLst>
              <a:ext uri="{FF2B5EF4-FFF2-40B4-BE49-F238E27FC236}">
                <a16:creationId xmlns:a16="http://schemas.microsoft.com/office/drawing/2014/main" id="{05D418E1-DF05-66EC-5560-137F7E2B8543}"/>
              </a:ext>
            </a:extLst>
          </p:cNvPr>
          <p:cNvSpPr txBox="1"/>
          <p:nvPr/>
        </p:nvSpPr>
        <p:spPr>
          <a:xfrm>
            <a:off x="548640" y="2620244"/>
            <a:ext cx="11064240" cy="320040"/>
          </a:xfrm>
          <a:prstGeom prst="rect">
            <a:avLst/>
          </a:prstGeom>
          <a:noFill/>
        </p:spPr>
        <p:txBody>
          <a:bodyPr wrap="none">
            <a:spAutoFit/>
          </a:bodyPr>
          <a:lstStyle/>
          <a:p>
            <a:pPr>
              <a:defRPr sz="1300" b="1">
                <a:solidFill>
                  <a:srgbClr val="2ED5B7"/>
                </a:solidFill>
                <a:latin typeface="Segoe UI"/>
              </a:defRPr>
            </a:pPr>
            <a:r>
              <a:t>What Changed from Our Text-to-Image (T2I) Workflow to Today's Image-to-Video (I2V) Workflow?</a:t>
            </a:r>
          </a:p>
        </p:txBody>
      </p:sp>
      <p:graphicFrame>
        <p:nvGraphicFramePr>
          <p:cNvPr id="10" name="Table 9">
            <a:extLst>
              <a:ext uri="{FF2B5EF4-FFF2-40B4-BE49-F238E27FC236}">
                <a16:creationId xmlns:a16="http://schemas.microsoft.com/office/drawing/2014/main" id="{095E86A8-55B9-C175-9B7A-9D00F783DB8D}"/>
              </a:ext>
            </a:extLst>
          </p:cNvPr>
          <p:cNvGraphicFramePr>
            <a:graphicFrameLocks noGrp="1"/>
          </p:cNvGraphicFramePr>
          <p:nvPr>
            <p:extLst>
              <p:ext uri="{D42A27DB-BD31-4B8C-83A1-F6EECF244321}">
                <p14:modId xmlns:p14="http://schemas.microsoft.com/office/powerpoint/2010/main" val="112881511"/>
              </p:ext>
            </p:extLst>
          </p:nvPr>
        </p:nvGraphicFramePr>
        <p:xfrm>
          <a:off x="548640" y="2967716"/>
          <a:ext cx="11091672" cy="2651760"/>
        </p:xfrm>
        <a:graphic>
          <a:graphicData uri="http://schemas.openxmlformats.org/drawingml/2006/table">
            <a:tbl>
              <a:tblPr firstRow="1" bandRow="1">
                <a:tableStyleId>{5C22544A-7EE6-4342-B048-85BDC9FD1C3A}</a:tableStyleId>
              </a:tblPr>
              <a:tblGrid>
                <a:gridCol w="2313432">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41960">
                <a:tc>
                  <a:txBody>
                    <a:bodyPr/>
                    <a:lstStyle/>
                    <a:p>
                      <a:pPr>
                        <a:defRPr sz="1150" b="1">
                          <a:solidFill>
                            <a:srgbClr val="141821"/>
                          </a:solidFill>
                          <a:latin typeface="Segoe UI"/>
                        </a:defRPr>
                      </a:pPr>
                      <a:r>
                        <a:t>Workflow Dimension</a:t>
                      </a:r>
                    </a:p>
                  </a:txBody>
                  <a:tcPr marL="109728" marR="109728" anchor="ctr">
                    <a:solidFill>
                      <a:srgbClr val="2ED5B7"/>
                    </a:solidFill>
                  </a:tcPr>
                </a:tc>
                <a:tc>
                  <a:txBody>
                    <a:bodyPr/>
                    <a:lstStyle/>
                    <a:p>
                      <a:pPr>
                        <a:defRPr sz="1150" b="1">
                          <a:solidFill>
                            <a:srgbClr val="141821"/>
                          </a:solidFill>
                          <a:latin typeface="Segoe UI"/>
                        </a:defRPr>
                      </a:pPr>
                      <a:r>
                        <a:t>Previous Workshop: Text-to-Image (SD 1.5)</a:t>
                      </a:r>
                    </a:p>
                  </a:txBody>
                  <a:tcPr marL="109728" marR="109728" anchor="ctr">
                    <a:solidFill>
                      <a:srgbClr val="2ED5B7"/>
                    </a:solidFill>
                  </a:tcPr>
                </a:tc>
                <a:tc>
                  <a:txBody>
                    <a:bodyPr/>
                    <a:lstStyle/>
                    <a:p>
                      <a:pPr>
                        <a:defRPr sz="1150" b="1">
                          <a:solidFill>
                            <a:srgbClr val="141821"/>
                          </a:solidFill>
                          <a:latin typeface="Segoe UI"/>
                        </a:defRPr>
                      </a:pPr>
                      <a:r>
                        <a:t>Today's Workshop: Image-to-Video (Wan 2.2 Rapid AIO)</a:t>
                      </a:r>
                    </a:p>
                  </a:txBody>
                  <a:tcPr marL="109728" marR="109728" anchor="ctr">
                    <a:solidFill>
                      <a:srgbClr val="2ED5B7"/>
                    </a:solidFill>
                  </a:tcPr>
                </a:tc>
                <a:extLst>
                  <a:ext uri="{0D108BD9-81ED-4DB2-BD59-A6C34878D82A}">
                    <a16:rowId xmlns:a16="http://schemas.microsoft.com/office/drawing/2014/main" val="10000"/>
                  </a:ext>
                </a:extLst>
              </a:tr>
              <a:tr h="441960">
                <a:tc>
                  <a:txBody>
                    <a:bodyPr/>
                    <a:lstStyle/>
                    <a:p>
                      <a:pPr>
                        <a:defRPr sz="1100" b="1">
                          <a:solidFill>
                            <a:srgbClr val="2ED5B7"/>
                          </a:solidFill>
                          <a:latin typeface="Segoe UI"/>
                        </a:defRPr>
                      </a:pPr>
                      <a:r>
                        <a:t>Creative Starting Point</a:t>
                      </a:r>
                    </a:p>
                  </a:txBody>
                  <a:tcPr marL="109728" marR="109728" anchor="ctr">
                    <a:solidFill>
                      <a:srgbClr val="1C2230"/>
                    </a:solidFill>
                  </a:tcPr>
                </a:tc>
                <a:tc>
                  <a:txBody>
                    <a:bodyPr/>
                    <a:lstStyle/>
                    <a:p>
                      <a:pPr>
                        <a:defRPr sz="1100" b="0">
                          <a:solidFill>
                            <a:srgbClr val="A8B3CF"/>
                          </a:solidFill>
                          <a:latin typeface="Segoe UI"/>
                        </a:defRPr>
                      </a:pPr>
                      <a:r>
                        <a:t>Blank noise canvas + Text description only</a:t>
                      </a:r>
                    </a:p>
                  </a:txBody>
                  <a:tcPr marL="109728" marR="109728" anchor="ctr">
                    <a:solidFill>
                      <a:srgbClr val="1C2230"/>
                    </a:solidFill>
                  </a:tcPr>
                </a:tc>
                <a:tc>
                  <a:txBody>
                    <a:bodyPr/>
                    <a:lstStyle/>
                    <a:p>
                      <a:pPr>
                        <a:defRPr sz="1100" b="1">
                          <a:solidFill>
                            <a:srgbClr val="48CF85"/>
                          </a:solidFill>
                          <a:latin typeface="Segoe UI"/>
                        </a:defRPr>
                      </a:pPr>
                      <a:r>
                        <a:t>Reference Still Image (tiger.png) + Motion Text Prompt</a:t>
                      </a:r>
                    </a:p>
                  </a:txBody>
                  <a:tcPr marL="109728" marR="109728" anchor="ctr">
                    <a:solidFill>
                      <a:srgbClr val="1C2230"/>
                    </a:solidFill>
                  </a:tcPr>
                </a:tc>
                <a:extLst>
                  <a:ext uri="{0D108BD9-81ED-4DB2-BD59-A6C34878D82A}">
                    <a16:rowId xmlns:a16="http://schemas.microsoft.com/office/drawing/2014/main" val="10001"/>
                  </a:ext>
                </a:extLst>
              </a:tr>
              <a:tr h="441960">
                <a:tc>
                  <a:txBody>
                    <a:bodyPr/>
                    <a:lstStyle/>
                    <a:p>
                      <a:pPr>
                        <a:defRPr sz="1100" b="1">
                          <a:solidFill>
                            <a:srgbClr val="2ED5B7"/>
                          </a:solidFill>
                          <a:latin typeface="Segoe UI"/>
                        </a:defRPr>
                      </a:pPr>
                      <a:r>
                        <a:t>Model Loading Style</a:t>
                      </a:r>
                    </a:p>
                  </a:txBody>
                  <a:tcPr marL="109728" marR="109728" anchor="ctr">
                    <a:solidFill>
                      <a:srgbClr val="242C3E"/>
                    </a:solidFill>
                  </a:tcPr>
                </a:tc>
                <a:tc>
                  <a:txBody>
                    <a:bodyPr/>
                    <a:lstStyle/>
                    <a:p>
                      <a:pPr>
                        <a:defRPr sz="1100" b="0">
                          <a:solidFill>
                            <a:srgbClr val="A8B3CF"/>
                          </a:solidFill>
                          <a:latin typeface="Segoe UI"/>
                        </a:defRPr>
                      </a:pPr>
                      <a:r>
                        <a:t>1 All-in-One node (Load Checkpoint: ~4 GB)</a:t>
                      </a:r>
                    </a:p>
                  </a:txBody>
                  <a:tcPr marL="109728" marR="109728" anchor="ctr">
                    <a:solidFill>
                      <a:srgbClr val="242C3E"/>
                    </a:solidFill>
                  </a:tcPr>
                </a:tc>
                <a:tc>
                  <a:txBody>
                    <a:bodyPr/>
                    <a:lstStyle/>
                    <a:p>
                      <a:pPr>
                        <a:defRPr sz="1100" b="1">
                          <a:solidFill>
                            <a:srgbClr val="48CF85"/>
                          </a:solidFill>
                          <a:latin typeface="Segoe UI"/>
                        </a:defRPr>
                      </a:pPr>
                      <a:r>
                        <a:t>4 Modular Loaders (GGUF UNet + FP8 CLIP + CLIP Vision + VAE)</a:t>
                      </a:r>
                    </a:p>
                  </a:txBody>
                  <a:tcPr marL="109728" marR="109728" anchor="ctr">
                    <a:solidFill>
                      <a:srgbClr val="242C3E"/>
                    </a:solidFill>
                  </a:tcPr>
                </a:tc>
                <a:extLst>
                  <a:ext uri="{0D108BD9-81ED-4DB2-BD59-A6C34878D82A}">
                    <a16:rowId xmlns:a16="http://schemas.microsoft.com/office/drawing/2014/main" val="10002"/>
                  </a:ext>
                </a:extLst>
              </a:tr>
              <a:tr h="441960">
                <a:tc>
                  <a:txBody>
                    <a:bodyPr/>
                    <a:lstStyle/>
                    <a:p>
                      <a:pPr>
                        <a:defRPr sz="1100" b="1">
                          <a:solidFill>
                            <a:srgbClr val="2ED5B7"/>
                          </a:solidFill>
                          <a:latin typeface="Segoe UI"/>
                        </a:defRPr>
                      </a:pPr>
                      <a:r>
                        <a:t>Latent Canvas Shape</a:t>
                      </a:r>
                    </a:p>
                  </a:txBody>
                  <a:tcPr marL="109728" marR="109728" anchor="ctr">
                    <a:solidFill>
                      <a:srgbClr val="1C2230"/>
                    </a:solidFill>
                  </a:tcPr>
                </a:tc>
                <a:tc>
                  <a:txBody>
                    <a:bodyPr/>
                    <a:lstStyle/>
                    <a:p>
                      <a:pPr>
                        <a:defRPr sz="1100" b="0">
                          <a:solidFill>
                            <a:srgbClr val="A8B3CF"/>
                          </a:solidFill>
                          <a:latin typeface="Segoe UI"/>
                        </a:defRPr>
                      </a:pPr>
                      <a:r>
                        <a:t>2D Flat Image Canvas (512 × 512 × 1 frame)</a:t>
                      </a:r>
                    </a:p>
                  </a:txBody>
                  <a:tcPr marL="109728" marR="109728" anchor="ctr">
                    <a:solidFill>
                      <a:srgbClr val="1C2230"/>
                    </a:solidFill>
                  </a:tcPr>
                </a:tc>
                <a:tc>
                  <a:txBody>
                    <a:bodyPr/>
                    <a:lstStyle/>
                    <a:p>
                      <a:pPr>
                        <a:defRPr sz="1100" b="1">
                          <a:solidFill>
                            <a:srgbClr val="48CF85"/>
                          </a:solidFill>
                          <a:latin typeface="Segoe UI"/>
                        </a:defRPr>
                      </a:pPr>
                      <a:r>
                        <a:t>3D Spatiotemporal Video Canvas (512 × 512 × 81 frames)</a:t>
                      </a:r>
                    </a:p>
                  </a:txBody>
                  <a:tcPr marL="109728" marR="109728" anchor="ctr">
                    <a:solidFill>
                      <a:srgbClr val="1C2230"/>
                    </a:solidFill>
                  </a:tcPr>
                </a:tc>
                <a:extLst>
                  <a:ext uri="{0D108BD9-81ED-4DB2-BD59-A6C34878D82A}">
                    <a16:rowId xmlns:a16="http://schemas.microsoft.com/office/drawing/2014/main" val="10003"/>
                  </a:ext>
                </a:extLst>
              </a:tr>
              <a:tr h="441960">
                <a:tc>
                  <a:txBody>
                    <a:bodyPr/>
                    <a:lstStyle/>
                    <a:p>
                      <a:pPr>
                        <a:defRPr sz="1100" b="1">
                          <a:solidFill>
                            <a:srgbClr val="2ED5B7"/>
                          </a:solidFill>
                          <a:latin typeface="Segoe UI"/>
                        </a:defRPr>
                      </a:pPr>
                      <a:r>
                        <a:t>KSampler Settings</a:t>
                      </a:r>
                    </a:p>
                  </a:txBody>
                  <a:tcPr marL="109728" marR="109728" anchor="ctr">
                    <a:solidFill>
                      <a:srgbClr val="242C3E"/>
                    </a:solidFill>
                  </a:tcPr>
                </a:tc>
                <a:tc>
                  <a:txBody>
                    <a:bodyPr/>
                    <a:lstStyle/>
                    <a:p>
                      <a:pPr>
                        <a:defRPr sz="1100" b="0">
                          <a:solidFill>
                            <a:srgbClr val="A8B3CF"/>
                          </a:solidFill>
                          <a:latin typeface="Segoe UI"/>
                        </a:defRPr>
                      </a:pPr>
                      <a:r>
                        <a:t>20 Steps | CFG = 8.0 | Needs Negative Prompt</a:t>
                      </a:r>
                    </a:p>
                  </a:txBody>
                  <a:tcPr marL="109728" marR="109728" anchor="ctr">
                    <a:solidFill>
                      <a:srgbClr val="242C3E"/>
                    </a:solidFill>
                  </a:tcPr>
                </a:tc>
                <a:tc>
                  <a:txBody>
                    <a:bodyPr/>
                    <a:lstStyle/>
                    <a:p>
                      <a:pPr>
                        <a:defRPr sz="1100" b="1">
                          <a:solidFill>
                            <a:srgbClr val="48CF85"/>
                          </a:solidFill>
                          <a:latin typeface="Segoe UI"/>
                        </a:defRPr>
                      </a:pPr>
                      <a:r>
                        <a:t>Only 4 Steps! | CFG = 1.0 | Blank Negative Prompt (Rapid Distilled)</a:t>
                      </a:r>
                    </a:p>
                  </a:txBody>
                  <a:tcPr marL="109728" marR="109728" anchor="ctr">
                    <a:solidFill>
                      <a:srgbClr val="242C3E"/>
                    </a:solidFill>
                  </a:tcPr>
                </a:tc>
                <a:extLst>
                  <a:ext uri="{0D108BD9-81ED-4DB2-BD59-A6C34878D82A}">
                    <a16:rowId xmlns:a16="http://schemas.microsoft.com/office/drawing/2014/main" val="10004"/>
                  </a:ext>
                </a:extLst>
              </a:tr>
              <a:tr h="441960">
                <a:tc>
                  <a:txBody>
                    <a:bodyPr/>
                    <a:lstStyle/>
                    <a:p>
                      <a:pPr>
                        <a:defRPr sz="1100" b="1">
                          <a:solidFill>
                            <a:srgbClr val="2ED5B7"/>
                          </a:solidFill>
                          <a:latin typeface="Segoe UI"/>
                        </a:defRPr>
                      </a:pPr>
                      <a:r>
                        <a:t>Final Output Node</a:t>
                      </a:r>
                    </a:p>
                  </a:txBody>
                  <a:tcPr marL="109728" marR="109728" anchor="ctr">
                    <a:solidFill>
                      <a:srgbClr val="1C2230"/>
                    </a:solidFill>
                  </a:tcPr>
                </a:tc>
                <a:tc>
                  <a:txBody>
                    <a:bodyPr/>
                    <a:lstStyle/>
                    <a:p>
                      <a:pPr>
                        <a:defRPr sz="1100" b="0">
                          <a:solidFill>
                            <a:srgbClr val="A8B3CF"/>
                          </a:solidFill>
                          <a:latin typeface="Segoe UI"/>
                        </a:defRPr>
                      </a:pPr>
                      <a:r>
                        <a:t>Save Image ➔ Single static .PNG file</a:t>
                      </a:r>
                    </a:p>
                  </a:txBody>
                  <a:tcPr marL="109728" marR="109728" anchor="ctr">
                    <a:solidFill>
                      <a:srgbClr val="1C2230"/>
                    </a:solidFill>
                  </a:tcPr>
                </a:tc>
                <a:tc>
                  <a:txBody>
                    <a:bodyPr/>
                    <a:lstStyle/>
                    <a:p>
                      <a:pPr>
                        <a:defRPr sz="1100" b="1">
                          <a:solidFill>
                            <a:srgbClr val="48CF85"/>
                          </a:solidFill>
                          <a:latin typeface="Segoe UI"/>
                        </a:defRPr>
                      </a:pPr>
                      <a:r>
                        <a:t>VHS_VideoCombine ➔ 81 frames @ 24fps = 3.375s .MP4 Video</a:t>
                      </a:r>
                    </a:p>
                  </a:txBody>
                  <a:tcPr marL="109728" marR="109728" anchor="ctr">
                    <a:solidFill>
                      <a:srgbClr val="1C2230"/>
                    </a:solidFill>
                  </a:tcPr>
                </a:tc>
                <a:extLst>
                  <a:ext uri="{0D108BD9-81ED-4DB2-BD59-A6C34878D82A}">
                    <a16:rowId xmlns:a16="http://schemas.microsoft.com/office/drawing/2014/main" val="10005"/>
                  </a:ext>
                </a:extLst>
              </a:tr>
            </a:tbl>
          </a:graphicData>
        </a:graphic>
      </p:graphicFrame>
      <p:sp>
        <p:nvSpPr>
          <p:cNvPr id="11" name="Rounded Rectangle 8">
            <a:extLst>
              <a:ext uri="{FF2B5EF4-FFF2-40B4-BE49-F238E27FC236}">
                <a16:creationId xmlns:a16="http://schemas.microsoft.com/office/drawing/2014/main" id="{3992A4AE-890C-4C14-5FAE-032E02021BA7}"/>
              </a:ext>
            </a:extLst>
          </p:cNvPr>
          <p:cNvSpPr/>
          <p:nvPr/>
        </p:nvSpPr>
        <p:spPr>
          <a:xfrm>
            <a:off x="548640" y="5784068"/>
            <a:ext cx="3520440" cy="1051560"/>
          </a:xfrm>
          <a:prstGeom prst="roundRect">
            <a:avLst>
              <a:gd name="adj" fmla="val 4000"/>
            </a:avLst>
          </a:prstGeom>
          <a:solidFill>
            <a:srgbClr val="1C2230"/>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2F429FB-A425-2BE2-63AE-AE9084F62142}"/>
              </a:ext>
            </a:extLst>
          </p:cNvPr>
          <p:cNvSpPr txBox="1"/>
          <p:nvPr/>
        </p:nvSpPr>
        <p:spPr>
          <a:xfrm>
            <a:off x="694944" y="5857220"/>
            <a:ext cx="3227832" cy="896112"/>
          </a:xfrm>
          <a:prstGeom prst="rect">
            <a:avLst/>
          </a:prstGeom>
          <a:noFill/>
        </p:spPr>
        <p:txBody>
          <a:bodyPr wrap="square">
            <a:spAutoFit/>
          </a:bodyPr>
          <a:lstStyle/>
          <a:p>
            <a:pPr>
              <a:defRPr sz="1200" b="1">
                <a:solidFill>
                  <a:srgbClr val="4C9AFF"/>
                </a:solidFill>
                <a:latin typeface="Segoe UI"/>
              </a:defRPr>
            </a:pPr>
            <a:r>
              <a:t>★ Visual Resolution Wiring</a:t>
            </a:r>
          </a:p>
          <a:p>
            <a:pPr>
              <a:spcBef>
                <a:spcPts val="300"/>
              </a:spcBef>
              <a:defRPr sz="1050">
                <a:solidFill>
                  <a:srgbClr val="F5F7FA"/>
                </a:solidFill>
                <a:latin typeface="Segoe UI"/>
              </a:defRPr>
            </a:pPr>
            <a:r>
              <a:t>Resize node automatically wires width &amp; height (512×512) to the video generator—no manual math!</a:t>
            </a:r>
          </a:p>
        </p:txBody>
      </p:sp>
      <p:sp>
        <p:nvSpPr>
          <p:cNvPr id="13" name="Rounded Rectangle 10">
            <a:extLst>
              <a:ext uri="{FF2B5EF4-FFF2-40B4-BE49-F238E27FC236}">
                <a16:creationId xmlns:a16="http://schemas.microsoft.com/office/drawing/2014/main" id="{52CC3F08-9F07-F3A0-AC65-B5A1A7655E20}"/>
              </a:ext>
            </a:extLst>
          </p:cNvPr>
          <p:cNvSpPr/>
          <p:nvPr/>
        </p:nvSpPr>
        <p:spPr>
          <a:xfrm>
            <a:off x="4334255" y="5784068"/>
            <a:ext cx="3520440" cy="1051560"/>
          </a:xfrm>
          <a:prstGeom prst="roundRect">
            <a:avLst>
              <a:gd name="adj" fmla="val 4000"/>
            </a:avLst>
          </a:prstGeom>
          <a:solidFill>
            <a:srgbClr val="1C2230"/>
          </a:solidFill>
          <a:ln w="15240">
            <a:solidFill>
              <a:srgbClr val="A5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C3A7686-8B94-0AD6-2421-5EDF9B9785D0}"/>
              </a:ext>
            </a:extLst>
          </p:cNvPr>
          <p:cNvSpPr txBox="1"/>
          <p:nvPr/>
        </p:nvSpPr>
        <p:spPr>
          <a:xfrm>
            <a:off x="4480559" y="5857220"/>
            <a:ext cx="3227832" cy="896112"/>
          </a:xfrm>
          <a:prstGeom prst="rect">
            <a:avLst/>
          </a:prstGeom>
          <a:noFill/>
        </p:spPr>
        <p:txBody>
          <a:bodyPr wrap="square">
            <a:spAutoFit/>
          </a:bodyPr>
          <a:lstStyle/>
          <a:p>
            <a:pPr>
              <a:defRPr sz="1200" b="1">
                <a:solidFill>
                  <a:srgbClr val="A582FF"/>
                </a:solidFill>
                <a:latin typeface="Segoe UI"/>
              </a:defRPr>
            </a:pPr>
            <a:r>
              <a:t>★ Smart VRAM Offloading</a:t>
            </a:r>
          </a:p>
          <a:p>
            <a:pPr>
              <a:spcBef>
                <a:spcPts val="300"/>
              </a:spcBef>
              <a:defRPr sz="1050">
                <a:solidFill>
                  <a:srgbClr val="F5F7FA"/>
                </a:solidFill>
                <a:latin typeface="Segoe UI"/>
              </a:defRPr>
            </a:pPr>
            <a:r>
              <a:t>ComfyUI automatically swaps the Text Encoder, Vision Encoder, and UNet in and out of 16GB GPU memory.</a:t>
            </a:r>
          </a:p>
        </p:txBody>
      </p:sp>
      <p:sp>
        <p:nvSpPr>
          <p:cNvPr id="15" name="Rounded Rectangle 12">
            <a:extLst>
              <a:ext uri="{FF2B5EF4-FFF2-40B4-BE49-F238E27FC236}">
                <a16:creationId xmlns:a16="http://schemas.microsoft.com/office/drawing/2014/main" id="{8550DB2B-5E7B-B22F-69B2-91408CC275DB}"/>
              </a:ext>
            </a:extLst>
          </p:cNvPr>
          <p:cNvSpPr/>
          <p:nvPr/>
        </p:nvSpPr>
        <p:spPr>
          <a:xfrm>
            <a:off x="8119871" y="5784068"/>
            <a:ext cx="3520440" cy="1051560"/>
          </a:xfrm>
          <a:prstGeom prst="roundRect">
            <a:avLst>
              <a:gd name="adj" fmla="val 4000"/>
            </a:avLst>
          </a:prstGeom>
          <a:solidFill>
            <a:srgbClr val="1C2230"/>
          </a:solidFill>
          <a:ln w="15240">
            <a:solidFill>
              <a:srgbClr val="FFCC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9A3D96A8-38CE-2F79-3A3D-88EC687A64BB}"/>
              </a:ext>
            </a:extLst>
          </p:cNvPr>
          <p:cNvSpPr txBox="1"/>
          <p:nvPr/>
        </p:nvSpPr>
        <p:spPr>
          <a:xfrm>
            <a:off x="8266175" y="5857220"/>
            <a:ext cx="3227832" cy="896112"/>
          </a:xfrm>
          <a:prstGeom prst="rect">
            <a:avLst/>
          </a:prstGeom>
          <a:noFill/>
        </p:spPr>
        <p:txBody>
          <a:bodyPr wrap="square">
            <a:spAutoFit/>
          </a:bodyPr>
          <a:lstStyle/>
          <a:p>
            <a:pPr>
              <a:defRPr sz="1200" b="1">
                <a:solidFill>
                  <a:srgbClr val="FFCC4D"/>
                </a:solidFill>
                <a:latin typeface="Segoe UI"/>
              </a:defRPr>
            </a:pPr>
            <a:r>
              <a:t>★ Instant In-Browser Preview</a:t>
            </a:r>
          </a:p>
          <a:p>
            <a:pPr>
              <a:spcBef>
                <a:spcPts val="300"/>
              </a:spcBef>
              <a:defRPr sz="1050">
                <a:solidFill>
                  <a:srgbClr val="F5F7FA"/>
                </a:solidFill>
                <a:latin typeface="Segoe UI"/>
              </a:defRPr>
            </a:pPr>
            <a:r>
              <a:t>VHS_VideoCombine plays your generated MP4 directly inside the node canvas so you can iterate fast.</a:t>
            </a:r>
          </a:p>
        </p:txBody>
      </p:sp>
    </p:spTree>
    <p:extLst>
      <p:ext uri="{BB962C8B-B14F-4D97-AF65-F5344CB8AC3E}">
        <p14:creationId xmlns:p14="http://schemas.microsoft.com/office/powerpoint/2010/main" val="1158176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27</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D58BFB83-E617-EEF7-4C67-21B9D04C8C16}"/>
              </a:ext>
            </a:extLst>
          </p:cNvPr>
          <p:cNvSpPr txBox="1"/>
          <p:nvPr/>
        </p:nvSpPr>
        <p:spPr>
          <a:xfrm>
            <a:off x="548640" y="871296"/>
            <a:ext cx="10972800" cy="274320"/>
          </a:xfrm>
          <a:prstGeom prst="rect">
            <a:avLst/>
          </a:prstGeom>
          <a:noFill/>
        </p:spPr>
        <p:txBody>
          <a:bodyPr wrap="square" lIns="0" tIns="0" rIns="0" bIns="0">
            <a:spAutoFit/>
          </a:bodyPr>
          <a:lstStyle/>
          <a:p>
            <a:pPr>
              <a:defRPr sz="1000" b="1">
                <a:solidFill>
                  <a:srgbClr val="2ED5B7"/>
                </a:solidFill>
                <a:latin typeface="Segoe UI"/>
              </a:defRPr>
            </a:pPr>
            <a:r>
              <a:rPr dirty="0"/>
              <a:t>CONCEPTUAL FOUNDATION</a:t>
            </a:r>
          </a:p>
        </p:txBody>
      </p:sp>
      <p:sp>
        <p:nvSpPr>
          <p:cNvPr id="6" name="TextBox 5">
            <a:extLst>
              <a:ext uri="{FF2B5EF4-FFF2-40B4-BE49-F238E27FC236}">
                <a16:creationId xmlns:a16="http://schemas.microsoft.com/office/drawing/2014/main" id="{A58BCB75-8B9D-A76E-1814-47199F5D24DE}"/>
              </a:ext>
            </a:extLst>
          </p:cNvPr>
          <p:cNvSpPr txBox="1"/>
          <p:nvPr/>
        </p:nvSpPr>
        <p:spPr>
          <a:xfrm>
            <a:off x="548640" y="1127150"/>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What is Image-to-Video (I2V)? The Film Director Analogy</a:t>
            </a:r>
          </a:p>
        </p:txBody>
      </p:sp>
      <p:sp>
        <p:nvSpPr>
          <p:cNvPr id="7" name="Rounded Rectangle 4">
            <a:extLst>
              <a:ext uri="{FF2B5EF4-FFF2-40B4-BE49-F238E27FC236}">
                <a16:creationId xmlns:a16="http://schemas.microsoft.com/office/drawing/2014/main" id="{EDFDC1E5-073E-AB15-C9A5-38871D3969BE}"/>
              </a:ext>
            </a:extLst>
          </p:cNvPr>
          <p:cNvSpPr/>
          <p:nvPr/>
        </p:nvSpPr>
        <p:spPr>
          <a:xfrm>
            <a:off x="548640" y="1587068"/>
            <a:ext cx="11091672" cy="960120"/>
          </a:xfrm>
          <a:prstGeom prst="roundRect">
            <a:avLst>
              <a:gd name="adj" fmla="val 4000"/>
            </a:avLst>
          </a:prstGeom>
          <a:solidFill>
            <a:srgbClr val="242C3E"/>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9EC8DF0-1A4F-48E0-2C1A-D410964511B7}"/>
              </a:ext>
            </a:extLst>
          </p:cNvPr>
          <p:cNvSpPr txBox="1"/>
          <p:nvPr/>
        </p:nvSpPr>
        <p:spPr>
          <a:xfrm>
            <a:off x="777240" y="1678508"/>
            <a:ext cx="10607040" cy="777240"/>
          </a:xfrm>
          <a:prstGeom prst="rect">
            <a:avLst/>
          </a:prstGeom>
          <a:noFill/>
        </p:spPr>
        <p:txBody>
          <a:bodyPr wrap="square">
            <a:spAutoFit/>
          </a:bodyPr>
          <a:lstStyle/>
          <a:p>
            <a:pPr>
              <a:defRPr sz="1550" b="1">
                <a:solidFill>
                  <a:srgbClr val="2ED5B7"/>
                </a:solidFill>
                <a:latin typeface="Segoe UI"/>
              </a:defRPr>
            </a:pPr>
            <a:r>
              <a:t>Core Concept: </a:t>
            </a:r>
            <a:r>
              <a:rPr sz="1400" b="0">
                <a:solidFill>
                  <a:srgbClr val="F5F7FA"/>
                </a:solidFill>
                <a:latin typeface="Segoe UI"/>
              </a:rPr>
              <a:t>In Text-to-Image, you commissioned a painter to create a still picture from scratch. In Image-to-Video (I2V), you are a Film Director: you hand the AI an Opening Keyframe Photo (Frame #1) and an Action Script (Prompt), and the AI animates the next 80 frames to create a seamless video clip!</a:t>
            </a:r>
          </a:p>
        </p:txBody>
      </p:sp>
      <p:sp>
        <p:nvSpPr>
          <p:cNvPr id="9" name="Rounded Rectangle 6">
            <a:extLst>
              <a:ext uri="{FF2B5EF4-FFF2-40B4-BE49-F238E27FC236}">
                <a16:creationId xmlns:a16="http://schemas.microsoft.com/office/drawing/2014/main" id="{14C22738-EBBD-C9DE-4ED7-F8B8FAB580EC}"/>
              </a:ext>
            </a:extLst>
          </p:cNvPr>
          <p:cNvSpPr/>
          <p:nvPr/>
        </p:nvSpPr>
        <p:spPr>
          <a:xfrm>
            <a:off x="548640" y="2757500"/>
            <a:ext cx="2651760" cy="40690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7">
            <a:extLst>
              <a:ext uri="{FF2B5EF4-FFF2-40B4-BE49-F238E27FC236}">
                <a16:creationId xmlns:a16="http://schemas.microsoft.com/office/drawing/2014/main" id="{59B2130B-1502-F9D1-CCCF-8ACE66F52CE3}"/>
              </a:ext>
            </a:extLst>
          </p:cNvPr>
          <p:cNvSpPr/>
          <p:nvPr/>
        </p:nvSpPr>
        <p:spPr>
          <a:xfrm>
            <a:off x="548640" y="2757500"/>
            <a:ext cx="2651760" cy="384048"/>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 OPENING KEYFRAME</a:t>
            </a:r>
          </a:p>
        </p:txBody>
      </p:sp>
      <p:sp>
        <p:nvSpPr>
          <p:cNvPr id="11" name="TextBox 10">
            <a:extLst>
              <a:ext uri="{FF2B5EF4-FFF2-40B4-BE49-F238E27FC236}">
                <a16:creationId xmlns:a16="http://schemas.microsoft.com/office/drawing/2014/main" id="{D25FB2DB-E2DC-9F04-C3B8-8BA9F34C4F1C}"/>
              </a:ext>
            </a:extLst>
          </p:cNvPr>
          <p:cNvSpPr txBox="1"/>
          <p:nvPr/>
        </p:nvSpPr>
        <p:spPr>
          <a:xfrm>
            <a:off x="694944" y="3251276"/>
            <a:ext cx="2359152" cy="777240"/>
          </a:xfrm>
          <a:prstGeom prst="rect">
            <a:avLst/>
          </a:prstGeom>
          <a:noFill/>
        </p:spPr>
        <p:txBody>
          <a:bodyPr wrap="square">
            <a:spAutoFit/>
          </a:bodyPr>
          <a:lstStyle/>
          <a:p>
            <a:pPr>
              <a:defRPr sz="1600" b="1">
                <a:solidFill>
                  <a:srgbClr val="F5F7FA"/>
                </a:solidFill>
                <a:latin typeface="Segoe UI"/>
              </a:defRPr>
            </a:pPr>
            <a:r>
              <a:t>The Starting Image</a:t>
            </a:r>
          </a:p>
          <a:p>
            <a:pPr>
              <a:spcBef>
                <a:spcPts val="300"/>
              </a:spcBef>
              <a:defRPr sz="950">
                <a:solidFill>
                  <a:srgbClr val="4C9AFF"/>
                </a:solidFill>
                <a:latin typeface="Consolas"/>
              </a:defRPr>
            </a:pPr>
            <a:r>
              <a:t>Nodes: LoadImage + ImageResizeKJv2</a:t>
            </a:r>
          </a:p>
        </p:txBody>
      </p:sp>
      <p:sp>
        <p:nvSpPr>
          <p:cNvPr id="12" name="TextBox 11">
            <a:extLst>
              <a:ext uri="{FF2B5EF4-FFF2-40B4-BE49-F238E27FC236}">
                <a16:creationId xmlns:a16="http://schemas.microsoft.com/office/drawing/2014/main" id="{6FFC9033-5938-0289-A868-BAF974D1F403}"/>
              </a:ext>
            </a:extLst>
          </p:cNvPr>
          <p:cNvSpPr txBox="1"/>
          <p:nvPr/>
        </p:nvSpPr>
        <p:spPr>
          <a:xfrm>
            <a:off x="694944" y="4055948"/>
            <a:ext cx="2359152" cy="2606040"/>
          </a:xfrm>
          <a:prstGeom prst="rect">
            <a:avLst/>
          </a:prstGeom>
          <a:noFill/>
        </p:spPr>
        <p:txBody>
          <a:bodyPr wrap="square" lIns="0" tIns="0" rIns="0" bIns="0">
            <a:spAutoFit/>
          </a:bodyPr>
          <a:lstStyle/>
          <a:p>
            <a:pPr>
              <a:spcAft>
                <a:spcPts val="800"/>
              </a:spcAft>
            </a:pPr>
            <a:r>
              <a:rPr sz="1120" b="1">
                <a:solidFill>
                  <a:srgbClr val="4C9AFF"/>
                </a:solidFill>
                <a:latin typeface="Segoe UI"/>
              </a:rPr>
              <a:t>▸ Role: </a:t>
            </a:r>
            <a:r>
              <a:rPr sz="1120">
                <a:solidFill>
                  <a:srgbClr val="F5F7FA"/>
                </a:solidFill>
                <a:latin typeface="Segoe UI"/>
              </a:rPr>
              <a:t>Provides the exact subject appearance, lighting, color palette, and scene composition for Frame #1.</a:t>
            </a:r>
          </a:p>
          <a:p>
            <a:pPr>
              <a:spcAft>
                <a:spcPts val="800"/>
              </a:spcAft>
            </a:pPr>
            <a:r>
              <a:rPr sz="1120" b="1">
                <a:solidFill>
                  <a:srgbClr val="4C9AFF"/>
                </a:solidFill>
                <a:latin typeface="Segoe UI"/>
              </a:rPr>
              <a:t>▸ In Our Workflow: </a:t>
            </a:r>
            <a:r>
              <a:rPr sz="1120">
                <a:solidFill>
                  <a:srgbClr val="F5F7FA"/>
                </a:solidFill>
                <a:latin typeface="Segoe UI"/>
              </a:rPr>
              <a:t>Loads 'tiger.png' and center-crops/resizes it to 512×512 pixels.</a:t>
            </a:r>
          </a:p>
          <a:p>
            <a:pPr>
              <a:spcAft>
                <a:spcPts val="800"/>
              </a:spcAft>
            </a:pPr>
            <a:r>
              <a:rPr sz="1120" b="1">
                <a:solidFill>
                  <a:srgbClr val="4C9AFF"/>
                </a:solidFill>
                <a:latin typeface="Segoe UI"/>
              </a:rPr>
              <a:t>▸ Analogy: </a:t>
            </a:r>
            <a:r>
              <a:rPr sz="1120">
                <a:solidFill>
                  <a:srgbClr val="F5F7FA"/>
                </a:solidFill>
                <a:latin typeface="Segoe UI"/>
              </a:rPr>
              <a:t>The storyboard's first photograph before the director yells 'Action!'</a:t>
            </a:r>
          </a:p>
        </p:txBody>
      </p:sp>
      <p:sp>
        <p:nvSpPr>
          <p:cNvPr id="13" name="Rounded Rectangle 10">
            <a:extLst>
              <a:ext uri="{FF2B5EF4-FFF2-40B4-BE49-F238E27FC236}">
                <a16:creationId xmlns:a16="http://schemas.microsoft.com/office/drawing/2014/main" id="{6AC089B3-E12F-6A1C-B657-42A294041BDE}"/>
              </a:ext>
            </a:extLst>
          </p:cNvPr>
          <p:cNvSpPr/>
          <p:nvPr/>
        </p:nvSpPr>
        <p:spPr>
          <a:xfrm>
            <a:off x="3364992" y="2757500"/>
            <a:ext cx="2651760" cy="40690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5434433A-ED7C-4650-C1CE-708DBB33F8D0}"/>
              </a:ext>
            </a:extLst>
          </p:cNvPr>
          <p:cNvSpPr/>
          <p:nvPr/>
        </p:nvSpPr>
        <p:spPr>
          <a:xfrm>
            <a:off x="3364992" y="2757500"/>
            <a:ext cx="2651760" cy="38404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2. ACTION SCRIPT</a:t>
            </a:r>
          </a:p>
        </p:txBody>
      </p:sp>
      <p:sp>
        <p:nvSpPr>
          <p:cNvPr id="15" name="TextBox 14">
            <a:extLst>
              <a:ext uri="{FF2B5EF4-FFF2-40B4-BE49-F238E27FC236}">
                <a16:creationId xmlns:a16="http://schemas.microsoft.com/office/drawing/2014/main" id="{31A0B344-E21C-2C0D-3DFB-8B139CF7F2A5}"/>
              </a:ext>
            </a:extLst>
          </p:cNvPr>
          <p:cNvSpPr txBox="1"/>
          <p:nvPr/>
        </p:nvSpPr>
        <p:spPr>
          <a:xfrm>
            <a:off x="3511296" y="3251276"/>
            <a:ext cx="2359152" cy="777240"/>
          </a:xfrm>
          <a:prstGeom prst="rect">
            <a:avLst/>
          </a:prstGeom>
          <a:noFill/>
        </p:spPr>
        <p:txBody>
          <a:bodyPr wrap="square">
            <a:spAutoFit/>
          </a:bodyPr>
          <a:lstStyle/>
          <a:p>
            <a:pPr>
              <a:defRPr sz="1600" b="1">
                <a:solidFill>
                  <a:srgbClr val="F5F7FA"/>
                </a:solidFill>
                <a:latin typeface="Segoe UI"/>
              </a:defRPr>
            </a:pPr>
            <a:r>
              <a:t>Motion Text Prompt</a:t>
            </a:r>
          </a:p>
          <a:p>
            <a:pPr>
              <a:spcBef>
                <a:spcPts val="300"/>
              </a:spcBef>
              <a:defRPr sz="950">
                <a:solidFill>
                  <a:srgbClr val="FFCC4D"/>
                </a:solidFill>
                <a:latin typeface="Consolas"/>
              </a:defRPr>
            </a:pPr>
            <a:r>
              <a:t>Nodes: CLIPLoader + CLIPTextEncode</a:t>
            </a:r>
          </a:p>
        </p:txBody>
      </p:sp>
      <p:sp>
        <p:nvSpPr>
          <p:cNvPr id="16" name="TextBox 15">
            <a:extLst>
              <a:ext uri="{FF2B5EF4-FFF2-40B4-BE49-F238E27FC236}">
                <a16:creationId xmlns:a16="http://schemas.microsoft.com/office/drawing/2014/main" id="{EFB35DD6-99F6-1495-A22B-A3F0594735A8}"/>
              </a:ext>
            </a:extLst>
          </p:cNvPr>
          <p:cNvSpPr txBox="1"/>
          <p:nvPr/>
        </p:nvSpPr>
        <p:spPr>
          <a:xfrm>
            <a:off x="3511296" y="4055948"/>
            <a:ext cx="2359152" cy="2606040"/>
          </a:xfrm>
          <a:prstGeom prst="rect">
            <a:avLst/>
          </a:prstGeom>
          <a:noFill/>
        </p:spPr>
        <p:txBody>
          <a:bodyPr wrap="square" lIns="0" tIns="0" rIns="0" bIns="0">
            <a:spAutoFit/>
          </a:bodyPr>
          <a:lstStyle/>
          <a:p>
            <a:pPr>
              <a:spcAft>
                <a:spcPts val="800"/>
              </a:spcAft>
            </a:pPr>
            <a:r>
              <a:rPr sz="1120" b="1">
                <a:solidFill>
                  <a:srgbClr val="FFCC4D"/>
                </a:solidFill>
                <a:latin typeface="Segoe UI"/>
              </a:rPr>
              <a:t>▸ Role: </a:t>
            </a:r>
            <a:r>
              <a:rPr sz="1120">
                <a:solidFill>
                  <a:srgbClr val="F5F7FA"/>
                </a:solidFill>
                <a:latin typeface="Segoe UI"/>
              </a:rPr>
              <a:t>Tells the AI HOW the subject and camera should move over time.</a:t>
            </a:r>
          </a:p>
          <a:p>
            <a:pPr>
              <a:spcAft>
                <a:spcPts val="800"/>
              </a:spcAft>
            </a:pPr>
            <a:r>
              <a:rPr sz="1120" b="1">
                <a:solidFill>
                  <a:srgbClr val="48CF85"/>
                </a:solidFill>
                <a:latin typeface="Segoe UI"/>
              </a:rPr>
              <a:t>▸ In Our Workflow: </a:t>
            </a:r>
            <a:r>
              <a:rPr sz="1120">
                <a:solidFill>
                  <a:srgbClr val="F5F7FA"/>
                </a:solidFill>
                <a:latin typeface="Segoe UI"/>
              </a:rPr>
              <a:t>Positive prompt: 'The tiger across the road'. Negative prompt is left blank.</a:t>
            </a:r>
          </a:p>
          <a:p>
            <a:pPr>
              <a:spcAft>
                <a:spcPts val="800"/>
              </a:spcAft>
            </a:pPr>
            <a:r>
              <a:rPr sz="1120" b="1">
                <a:solidFill>
                  <a:srgbClr val="FFCC4D"/>
                </a:solidFill>
                <a:latin typeface="Segoe UI"/>
              </a:rPr>
              <a:t>▸ Analogy: </a:t>
            </a:r>
            <a:r>
              <a:rPr sz="1120">
                <a:solidFill>
                  <a:srgbClr val="F5F7FA"/>
                </a:solidFill>
                <a:latin typeface="Segoe UI"/>
              </a:rPr>
              <a:t>The director's stage instructions guiding the actor's movement.</a:t>
            </a:r>
          </a:p>
        </p:txBody>
      </p:sp>
      <p:sp>
        <p:nvSpPr>
          <p:cNvPr id="17" name="Rounded Rectangle 14">
            <a:extLst>
              <a:ext uri="{FF2B5EF4-FFF2-40B4-BE49-F238E27FC236}">
                <a16:creationId xmlns:a16="http://schemas.microsoft.com/office/drawing/2014/main" id="{F60CBA9C-C1CE-8624-D73D-F11465342010}"/>
              </a:ext>
            </a:extLst>
          </p:cNvPr>
          <p:cNvSpPr/>
          <p:nvPr/>
        </p:nvSpPr>
        <p:spPr>
          <a:xfrm>
            <a:off x="6181344" y="2757500"/>
            <a:ext cx="2651760" cy="40690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5">
            <a:extLst>
              <a:ext uri="{FF2B5EF4-FFF2-40B4-BE49-F238E27FC236}">
                <a16:creationId xmlns:a16="http://schemas.microsoft.com/office/drawing/2014/main" id="{7B93B5AF-D9D8-2554-9171-DB5D09DEC518}"/>
              </a:ext>
            </a:extLst>
          </p:cNvPr>
          <p:cNvSpPr/>
          <p:nvPr/>
        </p:nvSpPr>
        <p:spPr>
          <a:xfrm>
            <a:off x="6181344" y="2757500"/>
            <a:ext cx="2651760" cy="384048"/>
          </a:xfrm>
          <a:prstGeom prst="roundRect">
            <a:avLst>
              <a:gd name="adj" fmla="val 8000"/>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3. THE FILM REEL</a:t>
            </a:r>
          </a:p>
        </p:txBody>
      </p:sp>
      <p:sp>
        <p:nvSpPr>
          <p:cNvPr id="19" name="TextBox 18">
            <a:extLst>
              <a:ext uri="{FF2B5EF4-FFF2-40B4-BE49-F238E27FC236}">
                <a16:creationId xmlns:a16="http://schemas.microsoft.com/office/drawing/2014/main" id="{5A2E2ED0-347B-D04C-D682-C74F067FD8DF}"/>
              </a:ext>
            </a:extLst>
          </p:cNvPr>
          <p:cNvSpPr txBox="1"/>
          <p:nvPr/>
        </p:nvSpPr>
        <p:spPr>
          <a:xfrm>
            <a:off x="6327648" y="3251276"/>
            <a:ext cx="2359152" cy="777240"/>
          </a:xfrm>
          <a:prstGeom prst="rect">
            <a:avLst/>
          </a:prstGeom>
          <a:noFill/>
        </p:spPr>
        <p:txBody>
          <a:bodyPr wrap="square">
            <a:spAutoFit/>
          </a:bodyPr>
          <a:lstStyle/>
          <a:p>
            <a:pPr>
              <a:defRPr sz="1600" b="1">
                <a:solidFill>
                  <a:srgbClr val="F5F7FA"/>
                </a:solidFill>
                <a:latin typeface="Segoe UI"/>
              </a:defRPr>
            </a:pPr>
            <a:r>
              <a:t>3D Video Latent Space</a:t>
            </a:r>
          </a:p>
          <a:p>
            <a:pPr>
              <a:spcBef>
                <a:spcPts val="300"/>
              </a:spcBef>
              <a:defRPr sz="950">
                <a:solidFill>
                  <a:srgbClr val="FF6BB5"/>
                </a:solidFill>
                <a:latin typeface="Consolas"/>
              </a:defRPr>
            </a:pPr>
            <a:r>
              <a:t>Node: WanImageToVideo</a:t>
            </a:r>
          </a:p>
        </p:txBody>
      </p:sp>
      <p:sp>
        <p:nvSpPr>
          <p:cNvPr id="20" name="TextBox 19">
            <a:extLst>
              <a:ext uri="{FF2B5EF4-FFF2-40B4-BE49-F238E27FC236}">
                <a16:creationId xmlns:a16="http://schemas.microsoft.com/office/drawing/2014/main" id="{818CA23B-B263-5B68-2EBE-FABFD481F7C4}"/>
              </a:ext>
            </a:extLst>
          </p:cNvPr>
          <p:cNvSpPr txBox="1"/>
          <p:nvPr/>
        </p:nvSpPr>
        <p:spPr>
          <a:xfrm>
            <a:off x="6327648" y="4055948"/>
            <a:ext cx="2359152" cy="2606040"/>
          </a:xfrm>
          <a:prstGeom prst="rect">
            <a:avLst/>
          </a:prstGeom>
          <a:noFill/>
        </p:spPr>
        <p:txBody>
          <a:bodyPr wrap="square" lIns="0" tIns="0" rIns="0" bIns="0">
            <a:spAutoFit/>
          </a:bodyPr>
          <a:lstStyle/>
          <a:p>
            <a:pPr>
              <a:spcAft>
                <a:spcPts val="800"/>
              </a:spcAft>
            </a:pPr>
            <a:r>
              <a:rPr sz="1120" b="1">
                <a:solidFill>
                  <a:srgbClr val="FF6BB5"/>
                </a:solidFill>
                <a:latin typeface="Segoe UI"/>
              </a:rPr>
              <a:t>▸ Role: </a:t>
            </a:r>
            <a:r>
              <a:rPr sz="1120">
                <a:solidFill>
                  <a:srgbClr val="F5F7FA"/>
                </a:solidFill>
                <a:latin typeface="Segoe UI"/>
              </a:rPr>
              <a:t>Combines the start image, visual features, and text prompt into a multi-frame noisy video canvas.</a:t>
            </a:r>
          </a:p>
          <a:p>
            <a:pPr>
              <a:spcAft>
                <a:spcPts val="800"/>
              </a:spcAft>
            </a:pPr>
            <a:r>
              <a:rPr sz="1120" b="1">
                <a:solidFill>
                  <a:srgbClr val="FF6BB5"/>
                </a:solidFill>
                <a:latin typeface="Segoe UI"/>
              </a:rPr>
              <a:t>▸ In Our Workflow: </a:t>
            </a:r>
            <a:r>
              <a:rPr sz="1120">
                <a:solidFill>
                  <a:srgbClr val="F5F7FA"/>
                </a:solidFill>
                <a:latin typeface="Segoe UI"/>
              </a:rPr>
              <a:t>Creates an 81-frame latent sequence at 512×512 resolution.</a:t>
            </a:r>
          </a:p>
          <a:p>
            <a:pPr>
              <a:spcAft>
                <a:spcPts val="800"/>
              </a:spcAft>
            </a:pPr>
            <a:r>
              <a:rPr sz="1120" b="1">
                <a:solidFill>
                  <a:srgbClr val="FF6BB5"/>
                </a:solidFill>
                <a:latin typeface="Segoe UI"/>
              </a:rPr>
              <a:t>▸ Analogy: </a:t>
            </a:r>
            <a:r>
              <a:rPr sz="1120">
                <a:solidFill>
                  <a:srgbClr val="F5F7FA"/>
                </a:solidFill>
                <a:latin typeface="Segoe UI"/>
              </a:rPr>
              <a:t>An 81-frame strip of unexposed cinema film ready to be developed.</a:t>
            </a:r>
          </a:p>
        </p:txBody>
      </p:sp>
      <p:sp>
        <p:nvSpPr>
          <p:cNvPr id="21" name="Rounded Rectangle 18">
            <a:extLst>
              <a:ext uri="{FF2B5EF4-FFF2-40B4-BE49-F238E27FC236}">
                <a16:creationId xmlns:a16="http://schemas.microsoft.com/office/drawing/2014/main" id="{F56981DC-31D9-6CF8-DAAA-8232BFB1B534}"/>
              </a:ext>
            </a:extLst>
          </p:cNvPr>
          <p:cNvSpPr/>
          <p:nvPr/>
        </p:nvSpPr>
        <p:spPr>
          <a:xfrm>
            <a:off x="8997696" y="2757500"/>
            <a:ext cx="2651760" cy="40690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9">
            <a:extLst>
              <a:ext uri="{FF2B5EF4-FFF2-40B4-BE49-F238E27FC236}">
                <a16:creationId xmlns:a16="http://schemas.microsoft.com/office/drawing/2014/main" id="{8A46AD96-9E37-AAAC-7C3C-9CFAF046F69F}"/>
              </a:ext>
            </a:extLst>
          </p:cNvPr>
          <p:cNvSpPr/>
          <p:nvPr/>
        </p:nvSpPr>
        <p:spPr>
          <a:xfrm>
            <a:off x="8997696" y="2757500"/>
            <a:ext cx="2651760" cy="384048"/>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4. THE ANIMATOR</a:t>
            </a:r>
          </a:p>
        </p:txBody>
      </p:sp>
      <p:sp>
        <p:nvSpPr>
          <p:cNvPr id="23" name="TextBox 22">
            <a:extLst>
              <a:ext uri="{FF2B5EF4-FFF2-40B4-BE49-F238E27FC236}">
                <a16:creationId xmlns:a16="http://schemas.microsoft.com/office/drawing/2014/main" id="{DB66121C-01C9-7E9E-B5BE-868C0F382D84}"/>
              </a:ext>
            </a:extLst>
          </p:cNvPr>
          <p:cNvSpPr txBox="1"/>
          <p:nvPr/>
        </p:nvSpPr>
        <p:spPr>
          <a:xfrm>
            <a:off x="9144000" y="3251276"/>
            <a:ext cx="2359152" cy="777240"/>
          </a:xfrm>
          <a:prstGeom prst="rect">
            <a:avLst/>
          </a:prstGeom>
          <a:noFill/>
        </p:spPr>
        <p:txBody>
          <a:bodyPr wrap="square">
            <a:spAutoFit/>
          </a:bodyPr>
          <a:lstStyle/>
          <a:p>
            <a:pPr>
              <a:defRPr sz="1600" b="1">
                <a:solidFill>
                  <a:srgbClr val="F5F7FA"/>
                </a:solidFill>
                <a:latin typeface="Segoe UI"/>
              </a:defRPr>
            </a:pPr>
            <a:r>
              <a:t>Video Diffusion Model</a:t>
            </a:r>
          </a:p>
          <a:p>
            <a:pPr>
              <a:spcBef>
                <a:spcPts val="300"/>
              </a:spcBef>
              <a:defRPr sz="950">
                <a:solidFill>
                  <a:srgbClr val="A582FF"/>
                </a:solidFill>
                <a:latin typeface="Consolas"/>
              </a:defRPr>
            </a:pPr>
            <a:r>
              <a:t>Nodes: UnetLoaderGGUF + KSampler</a:t>
            </a:r>
          </a:p>
        </p:txBody>
      </p:sp>
      <p:sp>
        <p:nvSpPr>
          <p:cNvPr id="24" name="TextBox 23">
            <a:extLst>
              <a:ext uri="{FF2B5EF4-FFF2-40B4-BE49-F238E27FC236}">
                <a16:creationId xmlns:a16="http://schemas.microsoft.com/office/drawing/2014/main" id="{AE5E63C7-FEB0-3C1A-ED85-091523E0E150}"/>
              </a:ext>
            </a:extLst>
          </p:cNvPr>
          <p:cNvSpPr txBox="1"/>
          <p:nvPr/>
        </p:nvSpPr>
        <p:spPr>
          <a:xfrm>
            <a:off x="9144000" y="4055948"/>
            <a:ext cx="2359152" cy="2606040"/>
          </a:xfrm>
          <a:prstGeom prst="rect">
            <a:avLst/>
          </a:prstGeom>
          <a:noFill/>
        </p:spPr>
        <p:txBody>
          <a:bodyPr wrap="square" lIns="0" tIns="0" rIns="0" bIns="0">
            <a:spAutoFit/>
          </a:bodyPr>
          <a:lstStyle/>
          <a:p>
            <a:pPr>
              <a:spcAft>
                <a:spcPts val="800"/>
              </a:spcAft>
            </a:pPr>
            <a:r>
              <a:rPr sz="1120" b="1">
                <a:solidFill>
                  <a:srgbClr val="A582FF"/>
                </a:solidFill>
                <a:latin typeface="Segoe UI"/>
              </a:rPr>
              <a:t>▸ Role: </a:t>
            </a:r>
            <a:r>
              <a:rPr sz="1120">
                <a:solidFill>
                  <a:srgbClr val="F5F7FA"/>
                </a:solidFill>
                <a:latin typeface="Segoe UI"/>
              </a:rPr>
              <a:t>Predicts smooth, physically plausible motion across all 81 frames simultaneously.</a:t>
            </a:r>
          </a:p>
          <a:p>
            <a:pPr>
              <a:spcAft>
                <a:spcPts val="800"/>
              </a:spcAft>
            </a:pPr>
            <a:r>
              <a:rPr sz="1120" b="1">
                <a:solidFill>
                  <a:srgbClr val="2ED5B7"/>
                </a:solidFill>
                <a:latin typeface="Segoe UI"/>
              </a:rPr>
              <a:t>▸ In Our Workflow: </a:t>
            </a:r>
            <a:r>
              <a:rPr sz="1120">
                <a:solidFill>
                  <a:srgbClr val="F5F7FA"/>
                </a:solidFill>
                <a:latin typeface="Segoe UI"/>
              </a:rPr>
              <a:t>Wan 2.2 Rapid AIO GGUF denoises the entire video in just 4 steps!</a:t>
            </a:r>
          </a:p>
          <a:p>
            <a:pPr>
              <a:spcAft>
                <a:spcPts val="800"/>
              </a:spcAft>
            </a:pPr>
            <a:r>
              <a:rPr sz="1120" b="1">
                <a:solidFill>
                  <a:srgbClr val="A582FF"/>
                </a:solidFill>
                <a:latin typeface="Segoe UI"/>
              </a:rPr>
              <a:t>▸ Analogy: </a:t>
            </a:r>
            <a:r>
              <a:rPr sz="1120">
                <a:solidFill>
                  <a:srgbClr val="F5F7FA"/>
                </a:solidFill>
                <a:latin typeface="Segoe UI"/>
              </a:rPr>
              <a:t>The master animator drawing consistent motion across every frame.</a:t>
            </a:r>
          </a:p>
        </p:txBody>
      </p:sp>
    </p:spTree>
    <p:extLst>
      <p:ext uri="{BB962C8B-B14F-4D97-AF65-F5344CB8AC3E}">
        <p14:creationId xmlns:p14="http://schemas.microsoft.com/office/powerpoint/2010/main" val="2112630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28</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A0CED184-4D17-9FAE-3046-F2FDD8A6D8F8}"/>
              </a:ext>
            </a:extLst>
          </p:cNvPr>
          <p:cNvSpPr txBox="1"/>
          <p:nvPr/>
        </p:nvSpPr>
        <p:spPr>
          <a:xfrm>
            <a:off x="548640" y="844139"/>
            <a:ext cx="10972800" cy="274320"/>
          </a:xfrm>
          <a:prstGeom prst="rect">
            <a:avLst/>
          </a:prstGeom>
          <a:noFill/>
        </p:spPr>
        <p:txBody>
          <a:bodyPr wrap="square" lIns="0" tIns="0" rIns="0" bIns="0">
            <a:spAutoFit/>
          </a:bodyPr>
          <a:lstStyle/>
          <a:p>
            <a:pPr>
              <a:defRPr sz="1000" b="1">
                <a:solidFill>
                  <a:srgbClr val="FF6BB5"/>
                </a:solidFill>
                <a:latin typeface="Segoe UI"/>
              </a:defRPr>
            </a:pPr>
            <a:r>
              <a:rPr dirty="0"/>
              <a:t>THEORY &amp; ARCHITECTURE</a:t>
            </a:r>
          </a:p>
        </p:txBody>
      </p:sp>
      <p:sp>
        <p:nvSpPr>
          <p:cNvPr id="6" name="TextBox 5">
            <a:extLst>
              <a:ext uri="{FF2B5EF4-FFF2-40B4-BE49-F238E27FC236}">
                <a16:creationId xmlns:a16="http://schemas.microsoft.com/office/drawing/2014/main" id="{C77B4404-1A3D-960B-75A3-6FC627256A84}"/>
              </a:ext>
            </a:extLst>
          </p:cNvPr>
          <p:cNvSpPr txBox="1"/>
          <p:nvPr/>
        </p:nvSpPr>
        <p:spPr>
          <a:xfrm>
            <a:off x="548640" y="1072830"/>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How Does Image-to-Video Work? (Dual Image Conditioning &amp; 3D </a:t>
            </a:r>
            <a:r>
              <a:rPr dirty="0" err="1">
                <a:solidFill>
                  <a:schemeClr val="tx1">
                    <a:lumMod val="95000"/>
                    <a:lumOff val="5000"/>
                  </a:schemeClr>
                </a:solidFill>
              </a:rPr>
              <a:t>Latents</a:t>
            </a:r>
            <a:r>
              <a:rPr dirty="0">
                <a:solidFill>
                  <a:schemeClr val="tx1">
                    <a:lumMod val="95000"/>
                    <a:lumOff val="5000"/>
                  </a:schemeClr>
                </a:solidFill>
              </a:rPr>
              <a:t>)</a:t>
            </a:r>
          </a:p>
        </p:txBody>
      </p:sp>
      <p:sp>
        <p:nvSpPr>
          <p:cNvPr id="7" name="Rounded Rectangle 4">
            <a:extLst>
              <a:ext uri="{FF2B5EF4-FFF2-40B4-BE49-F238E27FC236}">
                <a16:creationId xmlns:a16="http://schemas.microsoft.com/office/drawing/2014/main" id="{9BE71E94-0FD3-5F69-9D29-848DFAC8454A}"/>
              </a:ext>
            </a:extLst>
          </p:cNvPr>
          <p:cNvSpPr/>
          <p:nvPr/>
        </p:nvSpPr>
        <p:spPr>
          <a:xfrm>
            <a:off x="548640" y="1587250"/>
            <a:ext cx="11091672" cy="2331720"/>
          </a:xfrm>
          <a:prstGeom prst="roundRect">
            <a:avLst>
              <a:gd name="adj" fmla="val 4000"/>
            </a:avLst>
          </a:prstGeom>
          <a:solidFill>
            <a:srgbClr val="1C2230"/>
          </a:solidFill>
          <a:ln w="15240">
            <a:solidFill>
              <a:srgbClr val="66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7997CAD2-81F2-0A3A-AACB-68DC3DAF870B}"/>
              </a:ext>
            </a:extLst>
          </p:cNvPr>
          <p:cNvSpPr/>
          <p:nvPr/>
        </p:nvSpPr>
        <p:spPr>
          <a:xfrm>
            <a:off x="548640" y="1587250"/>
            <a:ext cx="11091672" cy="384048"/>
          </a:xfrm>
          <a:prstGeom prst="roundRect">
            <a:avLst>
              <a:gd name="adj" fmla="val 8000"/>
            </a:avLst>
          </a:prstGeom>
          <a:solidFill>
            <a:srgbClr val="66D9E8"/>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KEY INSIGHT #1: WHY YOUR INPUT IMAGE SPLITS INTO TWO PATHS (DUAL IMAGE CONDITIONING)</a:t>
            </a:r>
          </a:p>
        </p:txBody>
      </p:sp>
      <p:sp>
        <p:nvSpPr>
          <p:cNvPr id="9" name="Rounded Rectangle 6">
            <a:extLst>
              <a:ext uri="{FF2B5EF4-FFF2-40B4-BE49-F238E27FC236}">
                <a16:creationId xmlns:a16="http://schemas.microsoft.com/office/drawing/2014/main" id="{B36CD42D-DD12-FE3F-EA01-AE33C2C5797A}"/>
              </a:ext>
            </a:extLst>
          </p:cNvPr>
          <p:cNvSpPr/>
          <p:nvPr/>
        </p:nvSpPr>
        <p:spPr>
          <a:xfrm>
            <a:off x="777240" y="2117602"/>
            <a:ext cx="5166360" cy="1627632"/>
          </a:xfrm>
          <a:prstGeom prst="roundRect">
            <a:avLst>
              <a:gd name="adj" fmla="val 4000"/>
            </a:avLst>
          </a:prstGeom>
          <a:solidFill>
            <a:srgbClr val="242C3E"/>
          </a:solidFill>
          <a:ln w="15240">
            <a:solidFill>
              <a:srgbClr val="66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F8A60966-8CF6-C3EA-3CB5-B797DBBD70E0}"/>
              </a:ext>
            </a:extLst>
          </p:cNvPr>
          <p:cNvSpPr txBox="1"/>
          <p:nvPr/>
        </p:nvSpPr>
        <p:spPr>
          <a:xfrm>
            <a:off x="932688" y="2190754"/>
            <a:ext cx="4846320" cy="1463040"/>
          </a:xfrm>
          <a:prstGeom prst="rect">
            <a:avLst/>
          </a:prstGeom>
          <a:noFill/>
        </p:spPr>
        <p:txBody>
          <a:bodyPr wrap="square">
            <a:spAutoFit/>
          </a:bodyPr>
          <a:lstStyle/>
          <a:p>
            <a:pPr>
              <a:defRPr sz="1300" b="1">
                <a:solidFill>
                  <a:srgbClr val="66D9E8"/>
                </a:solidFill>
                <a:latin typeface="Segoe UI"/>
              </a:defRPr>
            </a:pPr>
            <a:r>
              <a:rPr dirty="0"/>
              <a:t>Path A: Semantic Identity (</a:t>
            </a:r>
            <a:r>
              <a:rPr dirty="0" err="1"/>
              <a:t>ImageResize</a:t>
            </a:r>
            <a:r>
              <a:rPr dirty="0"/>
              <a:t> ➔ </a:t>
            </a:r>
            <a:r>
              <a:rPr dirty="0" err="1"/>
              <a:t>CLIPVisionEncode</a:t>
            </a:r>
            <a:r>
              <a:rPr dirty="0"/>
              <a:t>)</a:t>
            </a:r>
          </a:p>
        </p:txBody>
      </p:sp>
      <p:sp>
        <p:nvSpPr>
          <p:cNvPr id="11" name="TextBox 10">
            <a:extLst>
              <a:ext uri="{FF2B5EF4-FFF2-40B4-BE49-F238E27FC236}">
                <a16:creationId xmlns:a16="http://schemas.microsoft.com/office/drawing/2014/main" id="{D9675CA1-2F0D-298E-C3E2-5409669BDBD7}"/>
              </a:ext>
            </a:extLst>
          </p:cNvPr>
          <p:cNvSpPr txBox="1"/>
          <p:nvPr/>
        </p:nvSpPr>
        <p:spPr>
          <a:xfrm>
            <a:off x="932688" y="2730250"/>
            <a:ext cx="4846320" cy="1143000"/>
          </a:xfrm>
          <a:prstGeom prst="rect">
            <a:avLst/>
          </a:prstGeom>
          <a:noFill/>
        </p:spPr>
        <p:txBody>
          <a:bodyPr wrap="square" lIns="0" tIns="0" rIns="0" bIns="0">
            <a:spAutoFit/>
          </a:bodyPr>
          <a:lstStyle/>
          <a:p>
            <a:pPr>
              <a:spcAft>
                <a:spcPts val="500"/>
              </a:spcAft>
            </a:pPr>
            <a:r>
              <a:rPr sz="1150" b="1" dirty="0">
                <a:solidFill>
                  <a:srgbClr val="66D9E8"/>
                </a:solidFill>
                <a:latin typeface="Segoe UI"/>
              </a:rPr>
              <a:t>▸ What It Extracts: </a:t>
            </a:r>
            <a:r>
              <a:rPr sz="1150" dirty="0">
                <a:solidFill>
                  <a:srgbClr val="F5F7FA"/>
                </a:solidFill>
                <a:latin typeface="Segoe UI"/>
              </a:rPr>
              <a:t>High-level visual concepts ('what does this specific tiger look like?').</a:t>
            </a:r>
          </a:p>
          <a:p>
            <a:pPr>
              <a:spcAft>
                <a:spcPts val="500"/>
              </a:spcAft>
            </a:pPr>
            <a:r>
              <a:rPr sz="1150" b="1" dirty="0">
                <a:solidFill>
                  <a:srgbClr val="66D9E8"/>
                </a:solidFill>
                <a:latin typeface="Segoe UI"/>
              </a:rPr>
              <a:t>▸ Why It Matters: </a:t>
            </a:r>
            <a:r>
              <a:rPr sz="1150" dirty="0">
                <a:solidFill>
                  <a:srgbClr val="F5F7FA"/>
                </a:solidFill>
                <a:latin typeface="Segoe UI"/>
              </a:rPr>
              <a:t>Prevents the tiger from morphing into a different animal at Frame 40 or Frame 80.</a:t>
            </a:r>
          </a:p>
        </p:txBody>
      </p:sp>
      <p:sp>
        <p:nvSpPr>
          <p:cNvPr id="12" name="Rounded Rectangle 9">
            <a:extLst>
              <a:ext uri="{FF2B5EF4-FFF2-40B4-BE49-F238E27FC236}">
                <a16:creationId xmlns:a16="http://schemas.microsoft.com/office/drawing/2014/main" id="{E2A2DA89-E515-AF41-EDD6-50EED4B34121}"/>
              </a:ext>
            </a:extLst>
          </p:cNvPr>
          <p:cNvSpPr/>
          <p:nvPr/>
        </p:nvSpPr>
        <p:spPr>
          <a:xfrm>
            <a:off x="6217920" y="2117602"/>
            <a:ext cx="5193792" cy="1627632"/>
          </a:xfrm>
          <a:prstGeom prst="roundRect">
            <a:avLst>
              <a:gd name="adj" fmla="val 4000"/>
            </a:avLst>
          </a:prstGeom>
          <a:solidFill>
            <a:srgbClr val="242C3E"/>
          </a:solidFill>
          <a:ln w="1524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48A2686F-157D-B51A-9C4F-72864BFA948B}"/>
              </a:ext>
            </a:extLst>
          </p:cNvPr>
          <p:cNvSpPr txBox="1"/>
          <p:nvPr/>
        </p:nvSpPr>
        <p:spPr>
          <a:xfrm>
            <a:off x="6382512" y="2190754"/>
            <a:ext cx="4846320" cy="492443"/>
          </a:xfrm>
          <a:prstGeom prst="rect">
            <a:avLst/>
          </a:prstGeom>
          <a:noFill/>
        </p:spPr>
        <p:txBody>
          <a:bodyPr wrap="square">
            <a:spAutoFit/>
          </a:bodyPr>
          <a:lstStyle/>
          <a:p>
            <a:pPr>
              <a:defRPr sz="1300" b="1">
                <a:solidFill>
                  <a:srgbClr val="FF5C5C"/>
                </a:solidFill>
                <a:latin typeface="Segoe UI"/>
              </a:defRPr>
            </a:pPr>
            <a:r>
              <a:rPr dirty="0"/>
              <a:t>Path B: Pixel Anchor (</a:t>
            </a:r>
            <a:r>
              <a:rPr dirty="0" err="1"/>
              <a:t>ImageResize</a:t>
            </a:r>
            <a:r>
              <a:rPr dirty="0"/>
              <a:t> ➔ </a:t>
            </a:r>
            <a:r>
              <a:rPr dirty="0" err="1"/>
              <a:t>WanImageToVideo</a:t>
            </a:r>
            <a:r>
              <a:rPr dirty="0"/>
              <a:t> + VAE)</a:t>
            </a:r>
          </a:p>
        </p:txBody>
      </p:sp>
      <p:sp>
        <p:nvSpPr>
          <p:cNvPr id="14" name="TextBox 13">
            <a:extLst>
              <a:ext uri="{FF2B5EF4-FFF2-40B4-BE49-F238E27FC236}">
                <a16:creationId xmlns:a16="http://schemas.microsoft.com/office/drawing/2014/main" id="{DFB52F80-5A9C-9F3D-15B1-B778C964DAC3}"/>
              </a:ext>
            </a:extLst>
          </p:cNvPr>
          <p:cNvSpPr txBox="1"/>
          <p:nvPr/>
        </p:nvSpPr>
        <p:spPr>
          <a:xfrm>
            <a:off x="6382512" y="2684530"/>
            <a:ext cx="4846320" cy="1143000"/>
          </a:xfrm>
          <a:prstGeom prst="rect">
            <a:avLst/>
          </a:prstGeom>
          <a:noFill/>
        </p:spPr>
        <p:txBody>
          <a:bodyPr wrap="square" lIns="0" tIns="0" rIns="0" bIns="0">
            <a:spAutoFit/>
          </a:bodyPr>
          <a:lstStyle/>
          <a:p>
            <a:pPr>
              <a:spcAft>
                <a:spcPts val="500"/>
              </a:spcAft>
            </a:pPr>
            <a:r>
              <a:rPr sz="1150" b="1" dirty="0">
                <a:solidFill>
                  <a:srgbClr val="FF5C5C"/>
                </a:solidFill>
                <a:latin typeface="Segoe UI"/>
              </a:rPr>
              <a:t>▸ What It Extracts: </a:t>
            </a:r>
            <a:r>
              <a:rPr sz="1150" dirty="0">
                <a:solidFill>
                  <a:srgbClr val="F5F7FA"/>
                </a:solidFill>
                <a:latin typeface="Segoe UI"/>
              </a:rPr>
              <a:t>Encodes the exact pixel layout of 'tiger.png' via the VAE as Frame #1 (`</a:t>
            </a:r>
            <a:r>
              <a:rPr sz="1150" dirty="0" err="1">
                <a:solidFill>
                  <a:srgbClr val="F5F7FA"/>
                </a:solidFill>
                <a:latin typeface="Segoe UI"/>
              </a:rPr>
              <a:t>start_image</a:t>
            </a:r>
            <a:r>
              <a:rPr sz="1150" dirty="0">
                <a:solidFill>
                  <a:srgbClr val="F5F7FA"/>
                </a:solidFill>
                <a:latin typeface="Segoe UI"/>
              </a:rPr>
              <a:t>`).</a:t>
            </a:r>
          </a:p>
          <a:p>
            <a:pPr>
              <a:spcAft>
                <a:spcPts val="500"/>
              </a:spcAft>
            </a:pPr>
            <a:r>
              <a:rPr sz="1150" b="1" dirty="0">
                <a:solidFill>
                  <a:srgbClr val="FF5C5C"/>
                </a:solidFill>
                <a:latin typeface="Segoe UI"/>
              </a:rPr>
              <a:t>▸ Why It Matters: </a:t>
            </a:r>
            <a:r>
              <a:rPr sz="1150" dirty="0">
                <a:solidFill>
                  <a:srgbClr val="F5F7FA"/>
                </a:solidFill>
                <a:latin typeface="Segoe UI"/>
              </a:rPr>
              <a:t>Locks the opening frame of the video so the animation starts seamlessly from your photo.</a:t>
            </a:r>
          </a:p>
        </p:txBody>
      </p:sp>
      <p:sp>
        <p:nvSpPr>
          <p:cNvPr id="15" name="Rounded Rectangle 12">
            <a:extLst>
              <a:ext uri="{FF2B5EF4-FFF2-40B4-BE49-F238E27FC236}">
                <a16:creationId xmlns:a16="http://schemas.microsoft.com/office/drawing/2014/main" id="{C152AADB-AFFE-7245-E458-8397290D15C9}"/>
              </a:ext>
            </a:extLst>
          </p:cNvPr>
          <p:cNvSpPr/>
          <p:nvPr/>
        </p:nvSpPr>
        <p:spPr>
          <a:xfrm>
            <a:off x="548640" y="4129281"/>
            <a:ext cx="5623560" cy="26974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3">
            <a:extLst>
              <a:ext uri="{FF2B5EF4-FFF2-40B4-BE49-F238E27FC236}">
                <a16:creationId xmlns:a16="http://schemas.microsoft.com/office/drawing/2014/main" id="{6AF68075-701F-C272-A524-61217C77157C}"/>
              </a:ext>
            </a:extLst>
          </p:cNvPr>
          <p:cNvSpPr/>
          <p:nvPr/>
        </p:nvSpPr>
        <p:spPr>
          <a:xfrm>
            <a:off x="548640" y="4129281"/>
            <a:ext cx="5623560" cy="384048"/>
          </a:xfrm>
          <a:prstGeom prst="roundRect">
            <a:avLst>
              <a:gd name="adj" fmla="val 8000"/>
            </a:avLst>
          </a:prstGeom>
          <a:solidFill>
            <a:srgbClr val="FF6BB5"/>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KEY INSIGHT #2: 3D SPATIOTEMPORAL LATENT SPACE</a:t>
            </a:r>
          </a:p>
        </p:txBody>
      </p:sp>
      <p:sp>
        <p:nvSpPr>
          <p:cNvPr id="17" name="TextBox 16">
            <a:extLst>
              <a:ext uri="{FF2B5EF4-FFF2-40B4-BE49-F238E27FC236}">
                <a16:creationId xmlns:a16="http://schemas.microsoft.com/office/drawing/2014/main" id="{0C641E2F-1082-1CB9-307F-E82765A81FA9}"/>
              </a:ext>
            </a:extLst>
          </p:cNvPr>
          <p:cNvSpPr txBox="1"/>
          <p:nvPr/>
        </p:nvSpPr>
        <p:spPr>
          <a:xfrm>
            <a:off x="731520" y="4632202"/>
            <a:ext cx="5257800" cy="2057400"/>
          </a:xfrm>
          <a:prstGeom prst="rect">
            <a:avLst/>
          </a:prstGeom>
          <a:noFill/>
        </p:spPr>
        <p:txBody>
          <a:bodyPr wrap="square" lIns="0" tIns="0" rIns="0" bIns="0">
            <a:spAutoFit/>
          </a:bodyPr>
          <a:lstStyle/>
          <a:p>
            <a:pPr>
              <a:spcAft>
                <a:spcPts val="700"/>
              </a:spcAft>
            </a:pPr>
            <a:r>
              <a:rPr sz="1150" b="1">
                <a:solidFill>
                  <a:srgbClr val="FF6BB5"/>
                </a:solidFill>
                <a:latin typeface="Segoe UI"/>
              </a:rPr>
              <a:t>▸ From 2D to 3D Canvas: </a:t>
            </a:r>
            <a:r>
              <a:rPr sz="1150">
                <a:solidFill>
                  <a:srgbClr val="F5F7FA"/>
                </a:solidFill>
                <a:latin typeface="Segoe UI"/>
              </a:rPr>
              <a:t>Instead of a single flat 2D grid (Width × Height), video diffusion denoises a 3D volume: Width (512) × Height (512) × Time (81 frames).</a:t>
            </a:r>
          </a:p>
          <a:p>
            <a:pPr>
              <a:spcAft>
                <a:spcPts val="700"/>
              </a:spcAft>
            </a:pPr>
            <a:r>
              <a:rPr sz="1150" b="1">
                <a:solidFill>
                  <a:srgbClr val="2ED5B7"/>
                </a:solidFill>
                <a:latin typeface="Segoe UI"/>
              </a:rPr>
              <a:t>▸ Simultaneous Denoising: </a:t>
            </a:r>
            <a:r>
              <a:rPr sz="1150">
                <a:solidFill>
                  <a:srgbClr val="F5F7FA"/>
                </a:solidFill>
                <a:latin typeface="Segoe UI"/>
              </a:rPr>
              <a:t>KSampler does NOT generate Frame 1, then Frame 2, then Frame 3 separately—it denoises all 81 frames together so motion flows naturally!</a:t>
            </a:r>
          </a:p>
          <a:p>
            <a:pPr>
              <a:spcAft>
                <a:spcPts val="700"/>
              </a:spcAft>
            </a:pPr>
            <a:r>
              <a:rPr sz="1150" b="1">
                <a:solidFill>
                  <a:srgbClr val="FF5C5C"/>
                </a:solidFill>
                <a:latin typeface="Segoe UI"/>
              </a:rPr>
              <a:t>▸ 3D Video VAE: </a:t>
            </a:r>
            <a:r>
              <a:rPr sz="1150">
                <a:solidFill>
                  <a:srgbClr val="F5F7FA"/>
                </a:solidFill>
                <a:latin typeface="Segoe UI"/>
              </a:rPr>
              <a:t>The Wan 2.1 VAE compresses both space (8×8 pixels) and time (4× frames) into a compact latent blueprint.</a:t>
            </a:r>
          </a:p>
        </p:txBody>
      </p:sp>
      <p:sp>
        <p:nvSpPr>
          <p:cNvPr id="18" name="Rounded Rectangle 15">
            <a:extLst>
              <a:ext uri="{FF2B5EF4-FFF2-40B4-BE49-F238E27FC236}">
                <a16:creationId xmlns:a16="http://schemas.microsoft.com/office/drawing/2014/main" id="{54D6CC54-DD2F-FBF3-9A85-D04054D73455}"/>
              </a:ext>
            </a:extLst>
          </p:cNvPr>
          <p:cNvSpPr/>
          <p:nvPr/>
        </p:nvSpPr>
        <p:spPr>
          <a:xfrm>
            <a:off x="6400800" y="4129281"/>
            <a:ext cx="5239512" cy="269748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6">
            <a:extLst>
              <a:ext uri="{FF2B5EF4-FFF2-40B4-BE49-F238E27FC236}">
                <a16:creationId xmlns:a16="http://schemas.microsoft.com/office/drawing/2014/main" id="{4E1F2DEC-FA10-15FF-55C9-BE645E989798}"/>
              </a:ext>
            </a:extLst>
          </p:cNvPr>
          <p:cNvSpPr/>
          <p:nvPr/>
        </p:nvSpPr>
        <p:spPr>
          <a:xfrm>
            <a:off x="6400800" y="4129281"/>
            <a:ext cx="5239512" cy="38404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WHY LENGTH = 81 FRAMES? (THE 4k + 1 RULE)</a:t>
            </a:r>
          </a:p>
        </p:txBody>
      </p:sp>
      <p:sp>
        <p:nvSpPr>
          <p:cNvPr id="20" name="TextBox 19">
            <a:extLst>
              <a:ext uri="{FF2B5EF4-FFF2-40B4-BE49-F238E27FC236}">
                <a16:creationId xmlns:a16="http://schemas.microsoft.com/office/drawing/2014/main" id="{0CDAE511-9C5F-B824-810B-470B6E71782F}"/>
              </a:ext>
            </a:extLst>
          </p:cNvPr>
          <p:cNvSpPr txBox="1"/>
          <p:nvPr/>
        </p:nvSpPr>
        <p:spPr>
          <a:xfrm>
            <a:off x="6583680" y="4632202"/>
            <a:ext cx="4873752" cy="2057400"/>
          </a:xfrm>
          <a:prstGeom prst="rect">
            <a:avLst/>
          </a:prstGeom>
          <a:noFill/>
        </p:spPr>
        <p:txBody>
          <a:bodyPr wrap="square" lIns="0" tIns="0" rIns="0" bIns="0">
            <a:spAutoFit/>
          </a:bodyPr>
          <a:lstStyle/>
          <a:p>
            <a:pPr>
              <a:spcAft>
                <a:spcPts val="700"/>
              </a:spcAft>
            </a:pPr>
            <a:r>
              <a:rPr sz="1150" b="1">
                <a:solidFill>
                  <a:srgbClr val="FFCC4D"/>
                </a:solidFill>
                <a:latin typeface="Segoe UI"/>
              </a:rPr>
              <a:t>▸ The Math Behind 81 Frames: </a:t>
            </a:r>
            <a:r>
              <a:rPr sz="1150">
                <a:solidFill>
                  <a:srgbClr val="F5F7FA"/>
                </a:solidFill>
                <a:latin typeface="Segoe UI"/>
              </a:rPr>
              <a:t>In WanImageToVideo, length is set to 81. Why 81 instead of 80? Because Wan's 3D VAE keeps Frame #1 intact (+1) and compresses subsequent frames in groups of 4 (4 × 20 + 1 = 81)!</a:t>
            </a:r>
          </a:p>
          <a:p>
            <a:pPr>
              <a:spcAft>
                <a:spcPts val="700"/>
              </a:spcAft>
            </a:pPr>
            <a:r>
              <a:rPr sz="1150" b="1">
                <a:solidFill>
                  <a:srgbClr val="48CF85"/>
                </a:solidFill>
                <a:latin typeface="Segoe UI"/>
              </a:rPr>
              <a:t>▸ Valid Frame Counts: </a:t>
            </a:r>
            <a:r>
              <a:rPr sz="1150">
                <a:solidFill>
                  <a:srgbClr val="F5F7FA"/>
                </a:solidFill>
                <a:latin typeface="Segoe UI"/>
              </a:rPr>
              <a:t>Always use 4k + 1 values: 17, 33, 49, 65, or 81 frames.</a:t>
            </a:r>
          </a:p>
          <a:p>
            <a:pPr>
              <a:spcAft>
                <a:spcPts val="700"/>
              </a:spcAft>
            </a:pPr>
            <a:r>
              <a:rPr sz="1150" b="1">
                <a:solidFill>
                  <a:srgbClr val="4C9AFF"/>
                </a:solidFill>
                <a:latin typeface="Segoe UI"/>
              </a:rPr>
              <a:t>▸ Playback Duration: </a:t>
            </a:r>
            <a:r>
              <a:rPr sz="1150">
                <a:solidFill>
                  <a:srgbClr val="F5F7FA"/>
                </a:solidFill>
                <a:latin typeface="Segoe UI"/>
              </a:rPr>
              <a:t>In VHS_VideoCombine, 81 frames ÷ 24 frames/second = 3.375 seconds of smooth HD video.</a:t>
            </a:r>
          </a:p>
        </p:txBody>
      </p:sp>
    </p:spTree>
    <p:extLst>
      <p:ext uri="{BB962C8B-B14F-4D97-AF65-F5344CB8AC3E}">
        <p14:creationId xmlns:p14="http://schemas.microsoft.com/office/powerpoint/2010/main" val="2836604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29</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FF20D2C9-D9C6-B35E-E837-75B65CBA19FE}"/>
              </a:ext>
            </a:extLst>
          </p:cNvPr>
          <p:cNvSpPr txBox="1"/>
          <p:nvPr/>
        </p:nvSpPr>
        <p:spPr>
          <a:xfrm>
            <a:off x="548640" y="853182"/>
            <a:ext cx="10972800" cy="274320"/>
          </a:xfrm>
          <a:prstGeom prst="rect">
            <a:avLst/>
          </a:prstGeom>
          <a:noFill/>
        </p:spPr>
        <p:txBody>
          <a:bodyPr wrap="square" lIns="0" tIns="0" rIns="0" bIns="0">
            <a:spAutoFit/>
          </a:bodyPr>
          <a:lstStyle/>
          <a:p>
            <a:pPr>
              <a:defRPr sz="1000" b="1">
                <a:solidFill>
                  <a:srgbClr val="A582FF"/>
                </a:solidFill>
                <a:latin typeface="Segoe UI"/>
              </a:defRPr>
            </a:pPr>
            <a:r>
              <a:rPr dirty="0"/>
              <a:t>CLOUD GPU HARDWARE OPTIMIZATION</a:t>
            </a:r>
          </a:p>
        </p:txBody>
      </p:sp>
      <p:sp>
        <p:nvSpPr>
          <p:cNvPr id="6" name="TextBox 5">
            <a:extLst>
              <a:ext uri="{FF2B5EF4-FFF2-40B4-BE49-F238E27FC236}">
                <a16:creationId xmlns:a16="http://schemas.microsoft.com/office/drawing/2014/main" id="{CC996B92-3D74-045C-7421-61AE27F1C908}"/>
              </a:ext>
            </a:extLst>
          </p:cNvPr>
          <p:cNvSpPr txBox="1"/>
          <p:nvPr/>
        </p:nvSpPr>
        <p:spPr>
          <a:xfrm>
            <a:off x="548640" y="1118089"/>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Why 4 Split Loaders &amp; GGUF Quantization? (Fitting Video AI in 16GB VRAM)</a:t>
            </a:r>
          </a:p>
        </p:txBody>
      </p:sp>
      <p:sp>
        <p:nvSpPr>
          <p:cNvPr id="7" name="Rounded Rectangle 4">
            <a:extLst>
              <a:ext uri="{FF2B5EF4-FFF2-40B4-BE49-F238E27FC236}">
                <a16:creationId xmlns:a16="http://schemas.microsoft.com/office/drawing/2014/main" id="{8C4E447A-085B-4F3D-62DA-55F9545EACE6}"/>
              </a:ext>
            </a:extLst>
          </p:cNvPr>
          <p:cNvSpPr/>
          <p:nvPr/>
        </p:nvSpPr>
        <p:spPr>
          <a:xfrm>
            <a:off x="548640" y="1605170"/>
            <a:ext cx="11091672" cy="932688"/>
          </a:xfrm>
          <a:prstGeom prst="roundRect">
            <a:avLst>
              <a:gd name="adj" fmla="val 4000"/>
            </a:avLst>
          </a:prstGeom>
          <a:solidFill>
            <a:srgbClr val="242C3E"/>
          </a:solidFill>
          <a:ln w="15240">
            <a:solidFill>
              <a:srgbClr val="A5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A46665D-72BA-9308-0647-68C6953D90F6}"/>
              </a:ext>
            </a:extLst>
          </p:cNvPr>
          <p:cNvSpPr txBox="1"/>
          <p:nvPr/>
        </p:nvSpPr>
        <p:spPr>
          <a:xfrm>
            <a:off x="749808" y="1678322"/>
            <a:ext cx="10698480" cy="777240"/>
          </a:xfrm>
          <a:prstGeom prst="rect">
            <a:avLst/>
          </a:prstGeom>
          <a:noFill/>
        </p:spPr>
        <p:txBody>
          <a:bodyPr wrap="square">
            <a:spAutoFit/>
          </a:bodyPr>
          <a:lstStyle/>
          <a:p>
            <a:pPr>
              <a:defRPr sz="1400" b="1">
                <a:solidFill>
                  <a:srgbClr val="A582FF"/>
                </a:solidFill>
                <a:latin typeface="Segoe UI"/>
              </a:defRPr>
            </a:pPr>
            <a:r>
              <a:t>The Hardware Challenge: Video AI Models Are Massive!  </a:t>
            </a:r>
            <a:r>
              <a:rPr sz="1220" b="0">
                <a:solidFill>
                  <a:srgbClr val="F5F7FA"/>
                </a:solidFill>
                <a:latin typeface="Segoe UI"/>
              </a:rPr>
              <a:t>While SD 1.5 had 0.9 Billion parameters (~4 GB), Wan 2.2 has 14 Billion parameters (&gt;28 GB unquantized) plus a 10 GB UMT5-XXL text encoder. That would instantly crash a 16 GB Colab/Kaggle GPU! Here is how our workflow solves this using Split Loaders &amp; Quantization:</a:t>
            </a:r>
          </a:p>
        </p:txBody>
      </p:sp>
      <p:sp>
        <p:nvSpPr>
          <p:cNvPr id="9" name="Rounded Rectangle 6">
            <a:extLst>
              <a:ext uri="{FF2B5EF4-FFF2-40B4-BE49-F238E27FC236}">
                <a16:creationId xmlns:a16="http://schemas.microsoft.com/office/drawing/2014/main" id="{3D28E4CD-BF51-1D21-F039-C9F19A3406C7}"/>
              </a:ext>
            </a:extLst>
          </p:cNvPr>
          <p:cNvSpPr/>
          <p:nvPr/>
        </p:nvSpPr>
        <p:spPr>
          <a:xfrm>
            <a:off x="548640" y="2702450"/>
            <a:ext cx="5422392" cy="1993392"/>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7">
            <a:extLst>
              <a:ext uri="{FF2B5EF4-FFF2-40B4-BE49-F238E27FC236}">
                <a16:creationId xmlns:a16="http://schemas.microsoft.com/office/drawing/2014/main" id="{40FEB039-995A-90BD-16ED-D37F0CB22AAE}"/>
              </a:ext>
            </a:extLst>
          </p:cNvPr>
          <p:cNvSpPr/>
          <p:nvPr/>
        </p:nvSpPr>
        <p:spPr>
          <a:xfrm>
            <a:off x="548640" y="2702450"/>
            <a:ext cx="5422392" cy="347472"/>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 UnetLoaderGGUF (Node 13) — 4-Bit Quantized Video Brain</a:t>
            </a:r>
          </a:p>
        </p:txBody>
      </p:sp>
      <p:sp>
        <p:nvSpPr>
          <p:cNvPr id="11" name="TextBox 10">
            <a:extLst>
              <a:ext uri="{FF2B5EF4-FFF2-40B4-BE49-F238E27FC236}">
                <a16:creationId xmlns:a16="http://schemas.microsoft.com/office/drawing/2014/main" id="{8A46E696-C59E-F3A8-F6D2-824B54F29BD8}"/>
              </a:ext>
            </a:extLst>
          </p:cNvPr>
          <p:cNvSpPr txBox="1"/>
          <p:nvPr/>
        </p:nvSpPr>
        <p:spPr>
          <a:xfrm>
            <a:off x="713232" y="3086498"/>
            <a:ext cx="5074920" cy="274320"/>
          </a:xfrm>
          <a:prstGeom prst="rect">
            <a:avLst/>
          </a:prstGeom>
          <a:noFill/>
        </p:spPr>
        <p:txBody>
          <a:bodyPr wrap="none">
            <a:spAutoFit/>
          </a:bodyPr>
          <a:lstStyle/>
          <a:p>
            <a:pPr>
              <a:defRPr sz="1000" b="1">
                <a:solidFill>
                  <a:srgbClr val="A582FF"/>
                </a:solidFill>
                <a:latin typeface="Consolas"/>
              </a:defRPr>
            </a:pPr>
            <a:r>
              <a:t>File: wan2.2-i2v-rapid-aio-...-Q4_K.gguf</a:t>
            </a:r>
          </a:p>
        </p:txBody>
      </p:sp>
      <p:sp>
        <p:nvSpPr>
          <p:cNvPr id="12" name="TextBox 11">
            <a:extLst>
              <a:ext uri="{FF2B5EF4-FFF2-40B4-BE49-F238E27FC236}">
                <a16:creationId xmlns:a16="http://schemas.microsoft.com/office/drawing/2014/main" id="{3B7296F5-626E-7AB7-67A1-790C14C216FC}"/>
              </a:ext>
            </a:extLst>
          </p:cNvPr>
          <p:cNvSpPr txBox="1"/>
          <p:nvPr/>
        </p:nvSpPr>
        <p:spPr>
          <a:xfrm>
            <a:off x="713232" y="3360818"/>
            <a:ext cx="5074920" cy="1261872"/>
          </a:xfrm>
          <a:prstGeom prst="rect">
            <a:avLst/>
          </a:prstGeom>
          <a:noFill/>
        </p:spPr>
        <p:txBody>
          <a:bodyPr wrap="square" lIns="0" tIns="0" rIns="0" bIns="0">
            <a:spAutoFit/>
          </a:bodyPr>
          <a:lstStyle/>
          <a:p>
            <a:pPr>
              <a:spcAft>
                <a:spcPts val="400"/>
              </a:spcAft>
            </a:pPr>
            <a:r>
              <a:rPr sz="1100" b="1">
                <a:solidFill>
                  <a:srgbClr val="A582FF"/>
                </a:solidFill>
                <a:latin typeface="Segoe UI"/>
              </a:rPr>
              <a:t>▸ What is GGUF Q4_K?: </a:t>
            </a:r>
            <a:r>
              <a:rPr sz="1100">
                <a:solidFill>
                  <a:srgbClr val="F5F7FA"/>
                </a:solidFill>
                <a:latin typeface="Segoe UI"/>
              </a:rPr>
              <a:t>Compresses 16-bit model weights down to 4-bit precision—shrinking a ~28 GB model to ~8.5 GB with minimal quality loss!</a:t>
            </a:r>
          </a:p>
          <a:p>
            <a:pPr>
              <a:spcAft>
                <a:spcPts val="400"/>
              </a:spcAft>
            </a:pPr>
            <a:r>
              <a:rPr sz="1100" b="1">
                <a:solidFill>
                  <a:srgbClr val="48CF85"/>
                </a:solidFill>
                <a:latin typeface="Segoe UI"/>
              </a:rPr>
              <a:t>▸ Rapid AIO Baked In: </a:t>
            </a:r>
            <a:r>
              <a:rPr sz="1100">
                <a:solidFill>
                  <a:srgbClr val="F5F7FA"/>
                </a:solidFill>
                <a:latin typeface="Segoe UI"/>
              </a:rPr>
              <a:t>All-In-One (AIO) checkpoint already merges lightning-fast 4-step acceleration weights.</a:t>
            </a:r>
          </a:p>
        </p:txBody>
      </p:sp>
      <p:sp>
        <p:nvSpPr>
          <p:cNvPr id="13" name="Rounded Rectangle 10">
            <a:extLst>
              <a:ext uri="{FF2B5EF4-FFF2-40B4-BE49-F238E27FC236}">
                <a16:creationId xmlns:a16="http://schemas.microsoft.com/office/drawing/2014/main" id="{5F22610A-0C50-25AE-0847-80D2D09914CE}"/>
              </a:ext>
            </a:extLst>
          </p:cNvPr>
          <p:cNvSpPr/>
          <p:nvPr/>
        </p:nvSpPr>
        <p:spPr>
          <a:xfrm>
            <a:off x="6217920" y="2702450"/>
            <a:ext cx="5422392" cy="1993392"/>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67727CB6-82EB-C573-E47D-85BACDD1BDAD}"/>
              </a:ext>
            </a:extLst>
          </p:cNvPr>
          <p:cNvSpPr/>
          <p:nvPr/>
        </p:nvSpPr>
        <p:spPr>
          <a:xfrm>
            <a:off x="6217920" y="2702450"/>
            <a:ext cx="5422392" cy="347472"/>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2. CLIPLoader (Node 23) — FP8 Multilingual Text Brain</a:t>
            </a:r>
          </a:p>
        </p:txBody>
      </p:sp>
      <p:sp>
        <p:nvSpPr>
          <p:cNvPr id="15" name="TextBox 14">
            <a:extLst>
              <a:ext uri="{FF2B5EF4-FFF2-40B4-BE49-F238E27FC236}">
                <a16:creationId xmlns:a16="http://schemas.microsoft.com/office/drawing/2014/main" id="{4D4C22A5-F15F-90D9-CF0C-9028FCDD8991}"/>
              </a:ext>
            </a:extLst>
          </p:cNvPr>
          <p:cNvSpPr txBox="1"/>
          <p:nvPr/>
        </p:nvSpPr>
        <p:spPr>
          <a:xfrm>
            <a:off x="6382512" y="3086498"/>
            <a:ext cx="5074920" cy="274320"/>
          </a:xfrm>
          <a:prstGeom prst="rect">
            <a:avLst/>
          </a:prstGeom>
          <a:noFill/>
        </p:spPr>
        <p:txBody>
          <a:bodyPr wrap="none">
            <a:spAutoFit/>
          </a:bodyPr>
          <a:lstStyle/>
          <a:p>
            <a:pPr>
              <a:defRPr sz="1000" b="1">
                <a:solidFill>
                  <a:srgbClr val="FFCC4D"/>
                </a:solidFill>
                <a:latin typeface="Consolas"/>
              </a:defRPr>
            </a:pPr>
            <a:r>
              <a:t>File: umt5_xxl_fp8_e4m3fn_scaled.safetensors</a:t>
            </a:r>
          </a:p>
        </p:txBody>
      </p:sp>
      <p:sp>
        <p:nvSpPr>
          <p:cNvPr id="16" name="TextBox 15">
            <a:extLst>
              <a:ext uri="{FF2B5EF4-FFF2-40B4-BE49-F238E27FC236}">
                <a16:creationId xmlns:a16="http://schemas.microsoft.com/office/drawing/2014/main" id="{5CCDCBAF-631A-DF69-6C55-D22C2DA68E56}"/>
              </a:ext>
            </a:extLst>
          </p:cNvPr>
          <p:cNvSpPr txBox="1"/>
          <p:nvPr/>
        </p:nvSpPr>
        <p:spPr>
          <a:xfrm>
            <a:off x="6382512" y="3360818"/>
            <a:ext cx="5074920" cy="1261872"/>
          </a:xfrm>
          <a:prstGeom prst="rect">
            <a:avLst/>
          </a:prstGeom>
          <a:noFill/>
        </p:spPr>
        <p:txBody>
          <a:bodyPr wrap="square" lIns="0" tIns="0" rIns="0" bIns="0">
            <a:spAutoFit/>
          </a:bodyPr>
          <a:lstStyle/>
          <a:p>
            <a:pPr>
              <a:spcAft>
                <a:spcPts val="400"/>
              </a:spcAft>
            </a:pPr>
            <a:r>
              <a:rPr sz="1100" b="1">
                <a:solidFill>
                  <a:srgbClr val="FFCC4D"/>
                </a:solidFill>
                <a:latin typeface="Segoe UI"/>
              </a:rPr>
              <a:t>▸ Why UMT5-XXL?: </a:t>
            </a:r>
            <a:r>
              <a:rPr sz="1100">
                <a:solidFill>
                  <a:srgbClr val="F5F7FA"/>
                </a:solidFill>
                <a:latin typeface="Segoe UI"/>
              </a:rPr>
              <a:t>Wan uses Google's massive UMT5-XXL language model (type: 'wan') to understand complex motion prompts.</a:t>
            </a:r>
          </a:p>
          <a:p>
            <a:pPr>
              <a:spcAft>
                <a:spcPts val="400"/>
              </a:spcAft>
            </a:pPr>
            <a:r>
              <a:rPr sz="1100" b="1">
                <a:solidFill>
                  <a:srgbClr val="FFCC4D"/>
                </a:solidFill>
                <a:latin typeface="Segoe UI"/>
              </a:rPr>
              <a:t>▸ Why FP8 Scaled?: </a:t>
            </a:r>
            <a:r>
              <a:rPr sz="1100">
                <a:solidFill>
                  <a:srgbClr val="F5F7FA"/>
                </a:solidFill>
                <a:latin typeface="Segoe UI"/>
              </a:rPr>
              <a:t>8-bit floating point cuts text encoder memory in half (~5 GB instead of ~10 GB) and offloads to CPU once encoded.</a:t>
            </a:r>
          </a:p>
        </p:txBody>
      </p:sp>
      <p:sp>
        <p:nvSpPr>
          <p:cNvPr id="17" name="Rounded Rectangle 14">
            <a:extLst>
              <a:ext uri="{FF2B5EF4-FFF2-40B4-BE49-F238E27FC236}">
                <a16:creationId xmlns:a16="http://schemas.microsoft.com/office/drawing/2014/main" id="{C7C5C6E4-6AE1-A476-328A-A387BD8C70A1}"/>
              </a:ext>
            </a:extLst>
          </p:cNvPr>
          <p:cNvSpPr/>
          <p:nvPr/>
        </p:nvSpPr>
        <p:spPr>
          <a:xfrm>
            <a:off x="548640" y="4851290"/>
            <a:ext cx="5422392" cy="1993392"/>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5">
            <a:extLst>
              <a:ext uri="{FF2B5EF4-FFF2-40B4-BE49-F238E27FC236}">
                <a16:creationId xmlns:a16="http://schemas.microsoft.com/office/drawing/2014/main" id="{74F23B24-1FDD-5252-B82D-C526DF6A1C78}"/>
              </a:ext>
            </a:extLst>
          </p:cNvPr>
          <p:cNvSpPr/>
          <p:nvPr/>
        </p:nvSpPr>
        <p:spPr>
          <a:xfrm>
            <a:off x="548640" y="4851290"/>
            <a:ext cx="5422392" cy="347472"/>
          </a:xfrm>
          <a:prstGeom prst="roundRect">
            <a:avLst>
              <a:gd name="adj" fmla="val 8000"/>
            </a:avLst>
          </a:prstGeom>
          <a:solidFill>
            <a:srgbClr val="66D9E8"/>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3. CLIPVisionLoader (Node 12) — Visual Feature Extractor</a:t>
            </a:r>
          </a:p>
        </p:txBody>
      </p:sp>
      <p:sp>
        <p:nvSpPr>
          <p:cNvPr id="19" name="TextBox 18">
            <a:extLst>
              <a:ext uri="{FF2B5EF4-FFF2-40B4-BE49-F238E27FC236}">
                <a16:creationId xmlns:a16="http://schemas.microsoft.com/office/drawing/2014/main" id="{7AA0EE94-FFB7-BE7F-56EC-F8E89478EE73}"/>
              </a:ext>
            </a:extLst>
          </p:cNvPr>
          <p:cNvSpPr txBox="1"/>
          <p:nvPr/>
        </p:nvSpPr>
        <p:spPr>
          <a:xfrm>
            <a:off x="713232" y="5235338"/>
            <a:ext cx="5074920" cy="274320"/>
          </a:xfrm>
          <a:prstGeom prst="rect">
            <a:avLst/>
          </a:prstGeom>
          <a:noFill/>
        </p:spPr>
        <p:txBody>
          <a:bodyPr wrap="none">
            <a:spAutoFit/>
          </a:bodyPr>
          <a:lstStyle/>
          <a:p>
            <a:pPr>
              <a:defRPr sz="1000" b="1">
                <a:solidFill>
                  <a:srgbClr val="66D9E8"/>
                </a:solidFill>
                <a:latin typeface="Consolas"/>
              </a:defRPr>
            </a:pPr>
            <a:r>
              <a:t>File: clip_vision_h.safetensors</a:t>
            </a:r>
          </a:p>
        </p:txBody>
      </p:sp>
      <p:sp>
        <p:nvSpPr>
          <p:cNvPr id="20" name="TextBox 19">
            <a:extLst>
              <a:ext uri="{FF2B5EF4-FFF2-40B4-BE49-F238E27FC236}">
                <a16:creationId xmlns:a16="http://schemas.microsoft.com/office/drawing/2014/main" id="{8796F000-3ABB-5A96-0D3C-F4675B710DFA}"/>
              </a:ext>
            </a:extLst>
          </p:cNvPr>
          <p:cNvSpPr txBox="1"/>
          <p:nvPr/>
        </p:nvSpPr>
        <p:spPr>
          <a:xfrm>
            <a:off x="713232" y="5509657"/>
            <a:ext cx="5074920" cy="1261872"/>
          </a:xfrm>
          <a:prstGeom prst="rect">
            <a:avLst/>
          </a:prstGeom>
          <a:noFill/>
        </p:spPr>
        <p:txBody>
          <a:bodyPr wrap="square" lIns="0" tIns="0" rIns="0" bIns="0">
            <a:spAutoFit/>
          </a:bodyPr>
          <a:lstStyle/>
          <a:p>
            <a:pPr>
              <a:spcAft>
                <a:spcPts val="400"/>
              </a:spcAft>
            </a:pPr>
            <a:r>
              <a:rPr sz="1100" b="1">
                <a:solidFill>
                  <a:srgbClr val="66D9E8"/>
                </a:solidFill>
                <a:latin typeface="Segoe UI"/>
              </a:rPr>
              <a:t>▸ Dedicated Eye: </a:t>
            </a:r>
            <a:r>
              <a:rPr sz="1100">
                <a:solidFill>
                  <a:srgbClr val="F5F7FA"/>
                </a:solidFill>
                <a:latin typeface="Segoe UI"/>
              </a:rPr>
              <a:t>Loaded separately because Text-to-Video doesn't need it, while Image-to-Video requires it to inspect your starting photo.</a:t>
            </a:r>
          </a:p>
          <a:p>
            <a:pPr>
              <a:spcAft>
                <a:spcPts val="400"/>
              </a:spcAft>
            </a:pPr>
            <a:r>
              <a:rPr sz="1100" b="1">
                <a:solidFill>
                  <a:srgbClr val="66D9E8"/>
                </a:solidFill>
                <a:latin typeface="Segoe UI"/>
              </a:rPr>
              <a:t>▸ Modular Reuse: </a:t>
            </a:r>
            <a:r>
              <a:rPr sz="1100">
                <a:solidFill>
                  <a:srgbClr val="F5F7FA"/>
                </a:solidFill>
                <a:latin typeface="Segoe UI"/>
              </a:rPr>
              <a:t>Shared across many ComfyUI workflows without duplicating files on disk.</a:t>
            </a:r>
          </a:p>
        </p:txBody>
      </p:sp>
      <p:sp>
        <p:nvSpPr>
          <p:cNvPr id="21" name="Rounded Rectangle 18">
            <a:extLst>
              <a:ext uri="{FF2B5EF4-FFF2-40B4-BE49-F238E27FC236}">
                <a16:creationId xmlns:a16="http://schemas.microsoft.com/office/drawing/2014/main" id="{4BA3C770-26E1-1BAA-BE16-4B4E17BFFEE5}"/>
              </a:ext>
            </a:extLst>
          </p:cNvPr>
          <p:cNvSpPr/>
          <p:nvPr/>
        </p:nvSpPr>
        <p:spPr>
          <a:xfrm>
            <a:off x="6217920" y="4851290"/>
            <a:ext cx="5422392" cy="1993392"/>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9">
            <a:extLst>
              <a:ext uri="{FF2B5EF4-FFF2-40B4-BE49-F238E27FC236}">
                <a16:creationId xmlns:a16="http://schemas.microsoft.com/office/drawing/2014/main" id="{589E0EF6-103B-4126-A2D2-8AB341BF105C}"/>
              </a:ext>
            </a:extLst>
          </p:cNvPr>
          <p:cNvSpPr/>
          <p:nvPr/>
        </p:nvSpPr>
        <p:spPr>
          <a:xfrm>
            <a:off x="6217920" y="4851290"/>
            <a:ext cx="5422392" cy="347472"/>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4. VAELoader (Node 15) — 3D Video AutoEncoder</a:t>
            </a:r>
          </a:p>
        </p:txBody>
      </p:sp>
      <p:sp>
        <p:nvSpPr>
          <p:cNvPr id="23" name="TextBox 22">
            <a:extLst>
              <a:ext uri="{FF2B5EF4-FFF2-40B4-BE49-F238E27FC236}">
                <a16:creationId xmlns:a16="http://schemas.microsoft.com/office/drawing/2014/main" id="{69B69DC5-011A-C2B9-C334-9BA66A3F7E99}"/>
              </a:ext>
            </a:extLst>
          </p:cNvPr>
          <p:cNvSpPr txBox="1"/>
          <p:nvPr/>
        </p:nvSpPr>
        <p:spPr>
          <a:xfrm>
            <a:off x="6382512" y="5235338"/>
            <a:ext cx="5074920" cy="274320"/>
          </a:xfrm>
          <a:prstGeom prst="rect">
            <a:avLst/>
          </a:prstGeom>
          <a:noFill/>
        </p:spPr>
        <p:txBody>
          <a:bodyPr wrap="none">
            <a:spAutoFit/>
          </a:bodyPr>
          <a:lstStyle/>
          <a:p>
            <a:pPr>
              <a:defRPr sz="1000" b="1">
                <a:solidFill>
                  <a:srgbClr val="FF5C5C"/>
                </a:solidFill>
                <a:latin typeface="Consolas"/>
              </a:defRPr>
            </a:pPr>
            <a:r>
              <a:t>File: wan_2.1_vae.safetensors</a:t>
            </a:r>
          </a:p>
        </p:txBody>
      </p:sp>
      <p:sp>
        <p:nvSpPr>
          <p:cNvPr id="24" name="TextBox 23">
            <a:extLst>
              <a:ext uri="{FF2B5EF4-FFF2-40B4-BE49-F238E27FC236}">
                <a16:creationId xmlns:a16="http://schemas.microsoft.com/office/drawing/2014/main" id="{D588AA66-21C7-42AF-04F2-F8616111BA5A}"/>
              </a:ext>
            </a:extLst>
          </p:cNvPr>
          <p:cNvSpPr txBox="1"/>
          <p:nvPr/>
        </p:nvSpPr>
        <p:spPr>
          <a:xfrm>
            <a:off x="6382512" y="5509657"/>
            <a:ext cx="5074920" cy="1261872"/>
          </a:xfrm>
          <a:prstGeom prst="rect">
            <a:avLst/>
          </a:prstGeom>
          <a:noFill/>
        </p:spPr>
        <p:txBody>
          <a:bodyPr wrap="square" lIns="0" tIns="0" rIns="0" bIns="0">
            <a:spAutoFit/>
          </a:bodyPr>
          <a:lstStyle/>
          <a:p>
            <a:pPr>
              <a:spcAft>
                <a:spcPts val="400"/>
              </a:spcAft>
            </a:pPr>
            <a:r>
              <a:rPr sz="1100" b="1">
                <a:solidFill>
                  <a:srgbClr val="FF5C5C"/>
                </a:solidFill>
                <a:latin typeface="Segoe UI"/>
              </a:rPr>
              <a:t>▸ Dual Duty in JSON: </a:t>
            </a:r>
            <a:r>
              <a:rPr sz="1100">
                <a:solidFill>
                  <a:srgbClr val="F5F7FA"/>
                </a:solidFill>
                <a:latin typeface="Segoe UI"/>
              </a:rPr>
              <a:t>Wired to TWO nodes: encodes start_image in WanImageToVideo (link 25) and decodes final frames in VAEDecode (link 24).</a:t>
            </a:r>
          </a:p>
          <a:p>
            <a:pPr>
              <a:spcAft>
                <a:spcPts val="400"/>
              </a:spcAft>
            </a:pPr>
            <a:r>
              <a:rPr sz="1100" b="1">
                <a:solidFill>
                  <a:srgbClr val="FF5C5C"/>
                </a:solidFill>
                <a:latin typeface="Segoe UI"/>
              </a:rPr>
              <a:t>▸ Lightweight &amp; Fast: </a:t>
            </a:r>
            <a:r>
              <a:rPr sz="1100">
                <a:solidFill>
                  <a:srgbClr val="F5F7FA"/>
                </a:solidFill>
                <a:latin typeface="Segoe UI"/>
              </a:rPr>
              <a:t>Kept in full precision (~250 MB) so decoded video colors stay crisp and accurate.</a:t>
            </a:r>
          </a:p>
        </p:txBody>
      </p:sp>
    </p:spTree>
    <p:extLst>
      <p:ext uri="{BB962C8B-B14F-4D97-AF65-F5344CB8AC3E}">
        <p14:creationId xmlns:p14="http://schemas.microsoft.com/office/powerpoint/2010/main" val="982209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30</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79F70EEE-460E-01C2-8C46-4A7D8ABC54AC}"/>
              </a:ext>
            </a:extLst>
          </p:cNvPr>
          <p:cNvSpPr txBox="1"/>
          <p:nvPr/>
        </p:nvSpPr>
        <p:spPr>
          <a:xfrm>
            <a:off x="548640" y="853198"/>
            <a:ext cx="10972800" cy="274320"/>
          </a:xfrm>
          <a:prstGeom prst="rect">
            <a:avLst/>
          </a:prstGeom>
          <a:noFill/>
        </p:spPr>
        <p:txBody>
          <a:bodyPr wrap="square" lIns="0" tIns="0" rIns="0" bIns="0">
            <a:spAutoFit/>
          </a:bodyPr>
          <a:lstStyle/>
          <a:p>
            <a:pPr>
              <a:defRPr sz="1000" b="1">
                <a:solidFill>
                  <a:srgbClr val="2ED5B7"/>
                </a:solidFill>
                <a:latin typeface="Segoe UI"/>
              </a:defRPr>
            </a:pPr>
            <a:r>
              <a:t>VISUAL NODE GRAPH ARCHITECTURE</a:t>
            </a:r>
          </a:p>
        </p:txBody>
      </p:sp>
      <p:sp>
        <p:nvSpPr>
          <p:cNvPr id="6" name="TextBox 5">
            <a:extLst>
              <a:ext uri="{FF2B5EF4-FFF2-40B4-BE49-F238E27FC236}">
                <a16:creationId xmlns:a16="http://schemas.microsoft.com/office/drawing/2014/main" id="{3971CC02-6B81-6B3C-8541-E17362B00264}"/>
              </a:ext>
            </a:extLst>
          </p:cNvPr>
          <p:cNvSpPr txBox="1"/>
          <p:nvPr/>
        </p:nvSpPr>
        <p:spPr>
          <a:xfrm>
            <a:off x="548640" y="1127154"/>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Complete 13-Node I2V Workflow Topology (From JSON)</a:t>
            </a:r>
          </a:p>
        </p:txBody>
      </p:sp>
      <p:sp>
        <p:nvSpPr>
          <p:cNvPr id="7" name="TextBox 6">
            <a:extLst>
              <a:ext uri="{FF2B5EF4-FFF2-40B4-BE49-F238E27FC236}">
                <a16:creationId xmlns:a16="http://schemas.microsoft.com/office/drawing/2014/main" id="{EAE35A55-2173-9664-0AA7-1C989EF59F82}"/>
              </a:ext>
            </a:extLst>
          </p:cNvPr>
          <p:cNvSpPr txBox="1"/>
          <p:nvPr/>
        </p:nvSpPr>
        <p:spPr>
          <a:xfrm>
            <a:off x="548640" y="1531848"/>
            <a:ext cx="3117648" cy="284693"/>
          </a:xfrm>
          <a:prstGeom prst="rect">
            <a:avLst/>
          </a:prstGeom>
          <a:noFill/>
        </p:spPr>
        <p:txBody>
          <a:bodyPr wrap="none">
            <a:spAutoFit/>
          </a:bodyPr>
          <a:lstStyle/>
          <a:p>
            <a:pPr>
              <a:defRPr sz="1250">
                <a:solidFill>
                  <a:srgbClr val="A8B3CF"/>
                </a:solidFill>
                <a:latin typeface="Segoe UI"/>
              </a:defRPr>
            </a:pPr>
            <a:r>
              <a:rPr lang="en-HK" dirty="0">
                <a:solidFill>
                  <a:schemeClr val="tx1">
                    <a:lumMod val="95000"/>
                    <a:lumOff val="5000"/>
                  </a:schemeClr>
                </a:solidFill>
              </a:rPr>
              <a:t>D</a:t>
            </a:r>
            <a:r>
              <a:rPr dirty="0" err="1">
                <a:solidFill>
                  <a:schemeClr val="tx1">
                    <a:lumMod val="95000"/>
                    <a:lumOff val="5000"/>
                  </a:schemeClr>
                </a:solidFill>
              </a:rPr>
              <a:t>ata</a:t>
            </a:r>
            <a:r>
              <a:rPr dirty="0">
                <a:solidFill>
                  <a:schemeClr val="tx1">
                    <a:lumMod val="95000"/>
                    <a:lumOff val="5000"/>
                  </a:schemeClr>
                </a:solidFill>
              </a:rPr>
              <a:t> flow across all 13 nodes and 20 links</a:t>
            </a:r>
          </a:p>
        </p:txBody>
      </p:sp>
      <p:sp>
        <p:nvSpPr>
          <p:cNvPr id="8" name="Rounded Rectangle 5">
            <a:extLst>
              <a:ext uri="{FF2B5EF4-FFF2-40B4-BE49-F238E27FC236}">
                <a16:creationId xmlns:a16="http://schemas.microsoft.com/office/drawing/2014/main" id="{84B1BA66-D16B-0E69-AEBA-72451C97EFC6}"/>
              </a:ext>
            </a:extLst>
          </p:cNvPr>
          <p:cNvSpPr/>
          <p:nvPr/>
        </p:nvSpPr>
        <p:spPr>
          <a:xfrm>
            <a:off x="548640" y="1879320"/>
            <a:ext cx="11091672" cy="4590288"/>
          </a:xfrm>
          <a:prstGeom prst="roundRect">
            <a:avLst>
              <a:gd name="adj" fmla="val 4000"/>
            </a:avLst>
          </a:prstGeom>
          <a:solidFill>
            <a:srgbClr val="0D1017"/>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6">
            <a:extLst>
              <a:ext uri="{FF2B5EF4-FFF2-40B4-BE49-F238E27FC236}">
                <a16:creationId xmlns:a16="http://schemas.microsoft.com/office/drawing/2014/main" id="{790FFDFB-6FA9-D05D-576B-2FE26EA54081}"/>
              </a:ext>
            </a:extLst>
          </p:cNvPr>
          <p:cNvSpPr/>
          <p:nvPr/>
        </p:nvSpPr>
        <p:spPr>
          <a:xfrm>
            <a:off x="713232" y="2007336"/>
            <a:ext cx="2057400" cy="896112"/>
          </a:xfrm>
          <a:prstGeom prst="roundRect">
            <a:avLst>
              <a:gd name="adj" fmla="val 4000"/>
            </a:avLst>
          </a:prstGeom>
          <a:solidFill>
            <a:srgbClr val="1C2230"/>
          </a:solidFill>
          <a:ln w="15240">
            <a:solidFill>
              <a:srgbClr val="A5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7">
            <a:extLst>
              <a:ext uri="{FF2B5EF4-FFF2-40B4-BE49-F238E27FC236}">
                <a16:creationId xmlns:a16="http://schemas.microsoft.com/office/drawing/2014/main" id="{12ACC348-7D3A-6334-641B-85E5DB5D57E2}"/>
              </a:ext>
            </a:extLst>
          </p:cNvPr>
          <p:cNvSpPr/>
          <p:nvPr/>
        </p:nvSpPr>
        <p:spPr>
          <a:xfrm>
            <a:off x="713232" y="2007336"/>
            <a:ext cx="2057400" cy="292608"/>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#13 UnetLoaderGGUF</a:t>
            </a:r>
          </a:p>
        </p:txBody>
      </p:sp>
      <p:sp>
        <p:nvSpPr>
          <p:cNvPr id="11" name="TextBox 10">
            <a:extLst>
              <a:ext uri="{FF2B5EF4-FFF2-40B4-BE49-F238E27FC236}">
                <a16:creationId xmlns:a16="http://schemas.microsoft.com/office/drawing/2014/main" id="{BAAB30B3-936C-D63D-8374-60200099CF1F}"/>
              </a:ext>
            </a:extLst>
          </p:cNvPr>
          <p:cNvSpPr txBox="1"/>
          <p:nvPr/>
        </p:nvSpPr>
        <p:spPr>
          <a:xfrm>
            <a:off x="804672" y="2327375"/>
            <a:ext cx="1874519" cy="548640"/>
          </a:xfrm>
          <a:prstGeom prst="rect">
            <a:avLst/>
          </a:prstGeom>
          <a:noFill/>
        </p:spPr>
        <p:txBody>
          <a:bodyPr wrap="square" lIns="0" tIns="0" rIns="0" bIns="0">
            <a:spAutoFit/>
          </a:bodyPr>
          <a:lstStyle/>
          <a:p>
            <a:pPr>
              <a:spcAft>
                <a:spcPts val="200"/>
              </a:spcAft>
              <a:defRPr sz="880" b="1">
                <a:solidFill>
                  <a:srgbClr val="F5F7FA"/>
                </a:solidFill>
                <a:latin typeface="Consolas"/>
              </a:defRPr>
            </a:pPr>
            <a:r>
              <a:t>wan2.2-i2v-rapid...Q4_K.gguf</a:t>
            </a:r>
          </a:p>
          <a:p>
            <a:pPr>
              <a:spcAft>
                <a:spcPts val="200"/>
              </a:spcAft>
              <a:defRPr sz="880" b="1">
                <a:solidFill>
                  <a:srgbClr val="A582FF"/>
                </a:solidFill>
                <a:latin typeface="Consolas"/>
              </a:defRPr>
            </a:pPr>
            <a:r>
              <a:t>● MODEL (link 43) ➔ #2</a:t>
            </a:r>
          </a:p>
        </p:txBody>
      </p:sp>
      <p:sp>
        <p:nvSpPr>
          <p:cNvPr id="12" name="Rounded Rectangle 9">
            <a:extLst>
              <a:ext uri="{FF2B5EF4-FFF2-40B4-BE49-F238E27FC236}">
                <a16:creationId xmlns:a16="http://schemas.microsoft.com/office/drawing/2014/main" id="{1862DF43-663D-2914-6DA1-6DD6527C694C}"/>
              </a:ext>
            </a:extLst>
          </p:cNvPr>
          <p:cNvSpPr/>
          <p:nvPr/>
        </p:nvSpPr>
        <p:spPr>
          <a:xfrm>
            <a:off x="713232" y="3013176"/>
            <a:ext cx="2057400" cy="896112"/>
          </a:xfrm>
          <a:prstGeom prst="roundRect">
            <a:avLst>
              <a:gd name="adj" fmla="val 4000"/>
            </a:avLst>
          </a:prstGeom>
          <a:solidFill>
            <a:srgbClr val="1C2230"/>
          </a:solidFill>
          <a:ln w="15240">
            <a:solidFill>
              <a:srgbClr val="FFCC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0">
            <a:extLst>
              <a:ext uri="{FF2B5EF4-FFF2-40B4-BE49-F238E27FC236}">
                <a16:creationId xmlns:a16="http://schemas.microsoft.com/office/drawing/2014/main" id="{D4650799-4F30-1F7E-35E2-78649FC511BD}"/>
              </a:ext>
            </a:extLst>
          </p:cNvPr>
          <p:cNvSpPr/>
          <p:nvPr/>
        </p:nvSpPr>
        <p:spPr>
          <a:xfrm>
            <a:off x="713232" y="3013176"/>
            <a:ext cx="2057400" cy="29260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#23 CLIPLoader</a:t>
            </a:r>
          </a:p>
        </p:txBody>
      </p:sp>
      <p:sp>
        <p:nvSpPr>
          <p:cNvPr id="14" name="TextBox 13">
            <a:extLst>
              <a:ext uri="{FF2B5EF4-FFF2-40B4-BE49-F238E27FC236}">
                <a16:creationId xmlns:a16="http://schemas.microsoft.com/office/drawing/2014/main" id="{25BCC278-0024-3DA8-258F-8A9EC22E6988}"/>
              </a:ext>
            </a:extLst>
          </p:cNvPr>
          <p:cNvSpPr txBox="1"/>
          <p:nvPr/>
        </p:nvSpPr>
        <p:spPr>
          <a:xfrm>
            <a:off x="804672" y="3333216"/>
            <a:ext cx="1874519" cy="548640"/>
          </a:xfrm>
          <a:prstGeom prst="rect">
            <a:avLst/>
          </a:prstGeom>
          <a:noFill/>
        </p:spPr>
        <p:txBody>
          <a:bodyPr wrap="square" lIns="0" tIns="0" rIns="0" bIns="0">
            <a:spAutoFit/>
          </a:bodyPr>
          <a:lstStyle/>
          <a:p>
            <a:pPr>
              <a:spcAft>
                <a:spcPts val="200"/>
              </a:spcAft>
              <a:defRPr sz="880" b="1">
                <a:solidFill>
                  <a:srgbClr val="F5F7FA"/>
                </a:solidFill>
                <a:latin typeface="Consolas"/>
              </a:defRPr>
            </a:pPr>
            <a:r>
              <a:t>umt5_xxl_fp8... (type: wan)</a:t>
            </a:r>
          </a:p>
          <a:p>
            <a:pPr>
              <a:spcAft>
                <a:spcPts val="200"/>
              </a:spcAft>
              <a:defRPr sz="880" b="1">
                <a:solidFill>
                  <a:srgbClr val="FFCC4D"/>
                </a:solidFill>
                <a:latin typeface="Consolas"/>
              </a:defRPr>
            </a:pPr>
            <a:r>
              <a:t>● CLIP (links 41, 42) ➔ #5,#4</a:t>
            </a:r>
          </a:p>
        </p:txBody>
      </p:sp>
      <p:sp>
        <p:nvSpPr>
          <p:cNvPr id="15" name="Rounded Rectangle 12">
            <a:extLst>
              <a:ext uri="{FF2B5EF4-FFF2-40B4-BE49-F238E27FC236}">
                <a16:creationId xmlns:a16="http://schemas.microsoft.com/office/drawing/2014/main" id="{144B9DED-F208-E45F-0843-976BCB270448}"/>
              </a:ext>
            </a:extLst>
          </p:cNvPr>
          <p:cNvSpPr/>
          <p:nvPr/>
        </p:nvSpPr>
        <p:spPr>
          <a:xfrm>
            <a:off x="713232" y="4019016"/>
            <a:ext cx="2057400" cy="804672"/>
          </a:xfrm>
          <a:prstGeom prst="roundRect">
            <a:avLst>
              <a:gd name="adj" fmla="val 4000"/>
            </a:avLst>
          </a:prstGeom>
          <a:solidFill>
            <a:srgbClr val="1C2230"/>
          </a:solidFill>
          <a:ln w="15240">
            <a:solidFill>
              <a:srgbClr val="66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3">
            <a:extLst>
              <a:ext uri="{FF2B5EF4-FFF2-40B4-BE49-F238E27FC236}">
                <a16:creationId xmlns:a16="http://schemas.microsoft.com/office/drawing/2014/main" id="{DA4FBF38-8F8E-A62E-DFC8-6F5BA42BDC1A}"/>
              </a:ext>
            </a:extLst>
          </p:cNvPr>
          <p:cNvSpPr/>
          <p:nvPr/>
        </p:nvSpPr>
        <p:spPr>
          <a:xfrm>
            <a:off x="713232" y="4019016"/>
            <a:ext cx="2057400" cy="292608"/>
          </a:xfrm>
          <a:prstGeom prst="roundRect">
            <a:avLst>
              <a:gd name="adj" fmla="val 8000"/>
            </a:avLst>
          </a:prstGeom>
          <a:solidFill>
            <a:srgbClr val="66D9E8"/>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#12 CLIPVisionLoader</a:t>
            </a:r>
          </a:p>
        </p:txBody>
      </p:sp>
      <p:sp>
        <p:nvSpPr>
          <p:cNvPr id="17" name="TextBox 16">
            <a:extLst>
              <a:ext uri="{FF2B5EF4-FFF2-40B4-BE49-F238E27FC236}">
                <a16:creationId xmlns:a16="http://schemas.microsoft.com/office/drawing/2014/main" id="{FB645AEB-66CD-1796-3F0A-14D99971FB02}"/>
              </a:ext>
            </a:extLst>
          </p:cNvPr>
          <p:cNvSpPr txBox="1"/>
          <p:nvPr/>
        </p:nvSpPr>
        <p:spPr>
          <a:xfrm>
            <a:off x="804672" y="4339055"/>
            <a:ext cx="1874519" cy="457200"/>
          </a:xfrm>
          <a:prstGeom prst="rect">
            <a:avLst/>
          </a:prstGeom>
          <a:noFill/>
        </p:spPr>
        <p:txBody>
          <a:bodyPr wrap="square" lIns="0" tIns="0" rIns="0" bIns="0">
            <a:spAutoFit/>
          </a:bodyPr>
          <a:lstStyle/>
          <a:p>
            <a:pPr>
              <a:spcAft>
                <a:spcPts val="200"/>
              </a:spcAft>
              <a:defRPr sz="880" b="1">
                <a:solidFill>
                  <a:srgbClr val="F5F7FA"/>
                </a:solidFill>
                <a:latin typeface="Consolas"/>
              </a:defRPr>
            </a:pPr>
            <a:r>
              <a:t>clip_vision_h.safetensors</a:t>
            </a:r>
          </a:p>
          <a:p>
            <a:pPr>
              <a:spcAft>
                <a:spcPts val="200"/>
              </a:spcAft>
              <a:defRPr sz="880" b="1">
                <a:solidFill>
                  <a:srgbClr val="66D9E8"/>
                </a:solidFill>
                <a:latin typeface="Consolas"/>
              </a:defRPr>
            </a:pPr>
            <a:r>
              <a:t>● CLIP_VISION (13) ➔ #11</a:t>
            </a:r>
          </a:p>
        </p:txBody>
      </p:sp>
      <p:sp>
        <p:nvSpPr>
          <p:cNvPr id="18" name="Rounded Rectangle 15">
            <a:extLst>
              <a:ext uri="{FF2B5EF4-FFF2-40B4-BE49-F238E27FC236}">
                <a16:creationId xmlns:a16="http://schemas.microsoft.com/office/drawing/2014/main" id="{17DFFF78-0212-FC4A-A42B-939F45298638}"/>
              </a:ext>
            </a:extLst>
          </p:cNvPr>
          <p:cNvSpPr/>
          <p:nvPr/>
        </p:nvSpPr>
        <p:spPr>
          <a:xfrm>
            <a:off x="713232" y="4933416"/>
            <a:ext cx="2057400" cy="731520"/>
          </a:xfrm>
          <a:prstGeom prst="roundRect">
            <a:avLst>
              <a:gd name="adj" fmla="val 4000"/>
            </a:avLst>
          </a:prstGeom>
          <a:solidFill>
            <a:srgbClr val="1C2230"/>
          </a:solidFill>
          <a:ln w="1524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6">
            <a:extLst>
              <a:ext uri="{FF2B5EF4-FFF2-40B4-BE49-F238E27FC236}">
                <a16:creationId xmlns:a16="http://schemas.microsoft.com/office/drawing/2014/main" id="{FC72E9F1-D523-3AFC-1AEB-F25D0521E753}"/>
              </a:ext>
            </a:extLst>
          </p:cNvPr>
          <p:cNvSpPr/>
          <p:nvPr/>
        </p:nvSpPr>
        <p:spPr>
          <a:xfrm>
            <a:off x="713232" y="4933416"/>
            <a:ext cx="2057400" cy="292608"/>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#15 VAELoader</a:t>
            </a:r>
          </a:p>
        </p:txBody>
      </p:sp>
      <p:sp>
        <p:nvSpPr>
          <p:cNvPr id="20" name="TextBox 19">
            <a:extLst>
              <a:ext uri="{FF2B5EF4-FFF2-40B4-BE49-F238E27FC236}">
                <a16:creationId xmlns:a16="http://schemas.microsoft.com/office/drawing/2014/main" id="{3F88FB12-77DA-1A99-5587-4D6A33B288A3}"/>
              </a:ext>
            </a:extLst>
          </p:cNvPr>
          <p:cNvSpPr txBox="1"/>
          <p:nvPr/>
        </p:nvSpPr>
        <p:spPr>
          <a:xfrm>
            <a:off x="804672" y="5253456"/>
            <a:ext cx="1874519" cy="384048"/>
          </a:xfrm>
          <a:prstGeom prst="rect">
            <a:avLst/>
          </a:prstGeom>
          <a:noFill/>
        </p:spPr>
        <p:txBody>
          <a:bodyPr wrap="square" lIns="0" tIns="0" rIns="0" bIns="0">
            <a:spAutoFit/>
          </a:bodyPr>
          <a:lstStyle/>
          <a:p>
            <a:pPr>
              <a:spcAft>
                <a:spcPts val="200"/>
              </a:spcAft>
              <a:defRPr sz="880" b="1">
                <a:solidFill>
                  <a:srgbClr val="F5F7FA"/>
                </a:solidFill>
                <a:latin typeface="Consolas"/>
              </a:defRPr>
            </a:pPr>
            <a:r>
              <a:t>wan_2.1_vae.safetensors</a:t>
            </a:r>
          </a:p>
          <a:p>
            <a:pPr>
              <a:spcAft>
                <a:spcPts val="200"/>
              </a:spcAft>
              <a:defRPr sz="880" b="1">
                <a:solidFill>
                  <a:srgbClr val="FF5C5C"/>
                </a:solidFill>
                <a:latin typeface="Consolas"/>
              </a:defRPr>
            </a:pPr>
            <a:r>
              <a:t>● VAE (24, 25) ➔ #9, #7</a:t>
            </a:r>
          </a:p>
        </p:txBody>
      </p:sp>
      <p:sp>
        <p:nvSpPr>
          <p:cNvPr id="21" name="Rounded Rectangle 18">
            <a:extLst>
              <a:ext uri="{FF2B5EF4-FFF2-40B4-BE49-F238E27FC236}">
                <a16:creationId xmlns:a16="http://schemas.microsoft.com/office/drawing/2014/main" id="{42572F67-79EE-0C45-6FCB-510A2D017D54}"/>
              </a:ext>
            </a:extLst>
          </p:cNvPr>
          <p:cNvSpPr/>
          <p:nvPr/>
        </p:nvSpPr>
        <p:spPr>
          <a:xfrm>
            <a:off x="713232" y="5756376"/>
            <a:ext cx="2057400" cy="621792"/>
          </a:xfrm>
          <a:prstGeom prst="roundRect">
            <a:avLst>
              <a:gd name="adj" fmla="val 4000"/>
            </a:avLst>
          </a:prstGeom>
          <a:solidFill>
            <a:srgbClr val="1C2230"/>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9">
            <a:extLst>
              <a:ext uri="{FF2B5EF4-FFF2-40B4-BE49-F238E27FC236}">
                <a16:creationId xmlns:a16="http://schemas.microsoft.com/office/drawing/2014/main" id="{0E4DF254-2129-09D4-7BC4-7CA8B56EBABD}"/>
              </a:ext>
            </a:extLst>
          </p:cNvPr>
          <p:cNvSpPr/>
          <p:nvPr/>
        </p:nvSpPr>
        <p:spPr>
          <a:xfrm>
            <a:off x="713232" y="5756376"/>
            <a:ext cx="2057400" cy="292608"/>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#10 LoadImage</a:t>
            </a:r>
          </a:p>
        </p:txBody>
      </p:sp>
      <p:sp>
        <p:nvSpPr>
          <p:cNvPr id="23" name="TextBox 22">
            <a:extLst>
              <a:ext uri="{FF2B5EF4-FFF2-40B4-BE49-F238E27FC236}">
                <a16:creationId xmlns:a16="http://schemas.microsoft.com/office/drawing/2014/main" id="{FEBB82A1-84DF-4D8E-2ACA-9AA573560512}"/>
              </a:ext>
            </a:extLst>
          </p:cNvPr>
          <p:cNvSpPr txBox="1"/>
          <p:nvPr/>
        </p:nvSpPr>
        <p:spPr>
          <a:xfrm>
            <a:off x="804672" y="6076416"/>
            <a:ext cx="1874519" cy="274320"/>
          </a:xfrm>
          <a:prstGeom prst="rect">
            <a:avLst/>
          </a:prstGeom>
          <a:noFill/>
        </p:spPr>
        <p:txBody>
          <a:bodyPr wrap="square" lIns="0" tIns="0" rIns="0" bIns="0">
            <a:spAutoFit/>
          </a:bodyPr>
          <a:lstStyle/>
          <a:p>
            <a:pPr>
              <a:spcAft>
                <a:spcPts val="200"/>
              </a:spcAft>
              <a:defRPr sz="880" b="1">
                <a:solidFill>
                  <a:srgbClr val="4C9AFF"/>
                </a:solidFill>
                <a:latin typeface="Consolas"/>
              </a:defRPr>
            </a:pPr>
            <a:r>
              <a:t>image: 'tiger.png' ➔ #16</a:t>
            </a:r>
          </a:p>
        </p:txBody>
      </p:sp>
      <p:sp>
        <p:nvSpPr>
          <p:cNvPr id="24" name="Rounded Rectangle 21">
            <a:extLst>
              <a:ext uri="{FF2B5EF4-FFF2-40B4-BE49-F238E27FC236}">
                <a16:creationId xmlns:a16="http://schemas.microsoft.com/office/drawing/2014/main" id="{6B9D726D-3112-305D-4978-8A1811D9C79F}"/>
              </a:ext>
            </a:extLst>
          </p:cNvPr>
          <p:cNvSpPr/>
          <p:nvPr/>
        </p:nvSpPr>
        <p:spPr>
          <a:xfrm>
            <a:off x="2971800" y="2007336"/>
            <a:ext cx="2148840" cy="822960"/>
          </a:xfrm>
          <a:prstGeom prst="roundRect">
            <a:avLst>
              <a:gd name="adj" fmla="val 4000"/>
            </a:avLst>
          </a:prstGeom>
          <a:solidFill>
            <a:srgbClr val="1C2230"/>
          </a:solidFill>
          <a:ln w="15240">
            <a:solidFill>
              <a:srgbClr val="A58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2">
            <a:extLst>
              <a:ext uri="{FF2B5EF4-FFF2-40B4-BE49-F238E27FC236}">
                <a16:creationId xmlns:a16="http://schemas.microsoft.com/office/drawing/2014/main" id="{855C7123-6CD5-06D0-4D76-9E6A2A887527}"/>
              </a:ext>
            </a:extLst>
          </p:cNvPr>
          <p:cNvSpPr/>
          <p:nvPr/>
        </p:nvSpPr>
        <p:spPr>
          <a:xfrm>
            <a:off x="2971800" y="2007336"/>
            <a:ext cx="2148840" cy="292608"/>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#2 ModelSamplingSD3</a:t>
            </a:r>
          </a:p>
        </p:txBody>
      </p:sp>
      <p:sp>
        <p:nvSpPr>
          <p:cNvPr id="26" name="TextBox 25">
            <a:extLst>
              <a:ext uri="{FF2B5EF4-FFF2-40B4-BE49-F238E27FC236}">
                <a16:creationId xmlns:a16="http://schemas.microsoft.com/office/drawing/2014/main" id="{9CBE84A9-4C60-D830-2B87-23F4C37A3B5B}"/>
              </a:ext>
            </a:extLst>
          </p:cNvPr>
          <p:cNvSpPr txBox="1"/>
          <p:nvPr/>
        </p:nvSpPr>
        <p:spPr>
          <a:xfrm>
            <a:off x="3063240" y="2327375"/>
            <a:ext cx="1965960" cy="475488"/>
          </a:xfrm>
          <a:prstGeom prst="rect">
            <a:avLst/>
          </a:prstGeom>
          <a:noFill/>
        </p:spPr>
        <p:txBody>
          <a:bodyPr wrap="square" lIns="0" tIns="0" rIns="0" bIns="0">
            <a:spAutoFit/>
          </a:bodyPr>
          <a:lstStyle/>
          <a:p>
            <a:pPr>
              <a:spcAft>
                <a:spcPts val="200"/>
              </a:spcAft>
              <a:defRPr sz="880" b="1">
                <a:solidFill>
                  <a:srgbClr val="A582FF"/>
                </a:solidFill>
                <a:latin typeface="Consolas"/>
              </a:defRPr>
            </a:pPr>
            <a:r>
              <a:t>● model (from #13)</a:t>
            </a:r>
          </a:p>
          <a:p>
            <a:pPr>
              <a:spcAft>
                <a:spcPts val="200"/>
              </a:spcAft>
              <a:defRPr sz="880" b="1">
                <a:solidFill>
                  <a:srgbClr val="F5F7FA"/>
                </a:solidFill>
                <a:latin typeface="Consolas"/>
              </a:defRPr>
            </a:pPr>
            <a:r>
              <a:t>shift: 8.0 ➔ #3 KSampler</a:t>
            </a:r>
          </a:p>
        </p:txBody>
      </p:sp>
      <p:sp>
        <p:nvSpPr>
          <p:cNvPr id="27" name="Rounded Rectangle 24">
            <a:extLst>
              <a:ext uri="{FF2B5EF4-FFF2-40B4-BE49-F238E27FC236}">
                <a16:creationId xmlns:a16="http://schemas.microsoft.com/office/drawing/2014/main" id="{776211FD-E453-CEFE-FBC3-57CD3EB7C473}"/>
              </a:ext>
            </a:extLst>
          </p:cNvPr>
          <p:cNvSpPr/>
          <p:nvPr/>
        </p:nvSpPr>
        <p:spPr>
          <a:xfrm>
            <a:off x="2971800" y="2940024"/>
            <a:ext cx="2148840" cy="877824"/>
          </a:xfrm>
          <a:prstGeom prst="roundRect">
            <a:avLst>
              <a:gd name="adj" fmla="val 4000"/>
            </a:avLst>
          </a:prstGeom>
          <a:solidFill>
            <a:srgbClr val="1C2230"/>
          </a:solidFill>
          <a:ln w="15240">
            <a:solidFill>
              <a:srgbClr val="48CF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5">
            <a:extLst>
              <a:ext uri="{FF2B5EF4-FFF2-40B4-BE49-F238E27FC236}">
                <a16:creationId xmlns:a16="http://schemas.microsoft.com/office/drawing/2014/main" id="{F1482554-CAFD-7CD5-B752-9E39033B4839}"/>
              </a:ext>
            </a:extLst>
          </p:cNvPr>
          <p:cNvSpPr/>
          <p:nvPr/>
        </p:nvSpPr>
        <p:spPr>
          <a:xfrm>
            <a:off x="2971800" y="2940024"/>
            <a:ext cx="2148840" cy="292608"/>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#5 CLIPTextEncode (+)</a:t>
            </a:r>
          </a:p>
        </p:txBody>
      </p:sp>
      <p:sp>
        <p:nvSpPr>
          <p:cNvPr id="29" name="TextBox 28">
            <a:extLst>
              <a:ext uri="{FF2B5EF4-FFF2-40B4-BE49-F238E27FC236}">
                <a16:creationId xmlns:a16="http://schemas.microsoft.com/office/drawing/2014/main" id="{71004DDA-15AD-D83D-EBF3-55876496E947}"/>
              </a:ext>
            </a:extLst>
          </p:cNvPr>
          <p:cNvSpPr txBox="1"/>
          <p:nvPr/>
        </p:nvSpPr>
        <p:spPr>
          <a:xfrm>
            <a:off x="3063240" y="3260064"/>
            <a:ext cx="1965960" cy="530352"/>
          </a:xfrm>
          <a:prstGeom prst="rect">
            <a:avLst/>
          </a:prstGeom>
          <a:noFill/>
        </p:spPr>
        <p:txBody>
          <a:bodyPr wrap="square" lIns="0" tIns="0" rIns="0" bIns="0">
            <a:spAutoFit/>
          </a:bodyPr>
          <a:lstStyle/>
          <a:p>
            <a:pPr>
              <a:spcAft>
                <a:spcPts val="200"/>
              </a:spcAft>
              <a:defRPr sz="880" b="1">
                <a:solidFill>
                  <a:srgbClr val="F5F7FA"/>
                </a:solidFill>
                <a:latin typeface="Consolas"/>
              </a:defRPr>
            </a:pPr>
            <a:r>
              <a:t>'The tiger across the road'</a:t>
            </a:r>
          </a:p>
          <a:p>
            <a:pPr>
              <a:spcAft>
                <a:spcPts val="200"/>
              </a:spcAft>
              <a:defRPr sz="880" b="1">
                <a:solidFill>
                  <a:srgbClr val="FF914D"/>
                </a:solidFill>
                <a:latin typeface="Consolas"/>
              </a:defRPr>
            </a:pPr>
            <a:r>
              <a:t>● CONDITIONING (15) ➔ #9</a:t>
            </a:r>
          </a:p>
        </p:txBody>
      </p:sp>
      <p:sp>
        <p:nvSpPr>
          <p:cNvPr id="30" name="Rounded Rectangle 27">
            <a:extLst>
              <a:ext uri="{FF2B5EF4-FFF2-40B4-BE49-F238E27FC236}">
                <a16:creationId xmlns:a16="http://schemas.microsoft.com/office/drawing/2014/main" id="{95846CE5-2C6F-2492-2A8B-EB45D2685497}"/>
              </a:ext>
            </a:extLst>
          </p:cNvPr>
          <p:cNvSpPr/>
          <p:nvPr/>
        </p:nvSpPr>
        <p:spPr>
          <a:xfrm>
            <a:off x="2971800" y="3927576"/>
            <a:ext cx="2148840" cy="822960"/>
          </a:xfrm>
          <a:prstGeom prst="roundRect">
            <a:avLst>
              <a:gd name="adj" fmla="val 4000"/>
            </a:avLst>
          </a:prstGeom>
          <a:solidFill>
            <a:srgbClr val="1C2230"/>
          </a:solidFill>
          <a:ln w="1524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8">
            <a:extLst>
              <a:ext uri="{FF2B5EF4-FFF2-40B4-BE49-F238E27FC236}">
                <a16:creationId xmlns:a16="http://schemas.microsoft.com/office/drawing/2014/main" id="{71725BDF-CD61-73B5-0A53-130812DE3391}"/>
              </a:ext>
            </a:extLst>
          </p:cNvPr>
          <p:cNvSpPr/>
          <p:nvPr/>
        </p:nvSpPr>
        <p:spPr>
          <a:xfrm>
            <a:off x="2971800" y="3927576"/>
            <a:ext cx="2148840" cy="292608"/>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#4 CLIPTextEncode (-)</a:t>
            </a:r>
          </a:p>
        </p:txBody>
      </p:sp>
      <p:sp>
        <p:nvSpPr>
          <p:cNvPr id="32" name="TextBox 31">
            <a:extLst>
              <a:ext uri="{FF2B5EF4-FFF2-40B4-BE49-F238E27FC236}">
                <a16:creationId xmlns:a16="http://schemas.microsoft.com/office/drawing/2014/main" id="{4E506512-73EE-F4CE-EA6D-11366387A063}"/>
              </a:ext>
            </a:extLst>
          </p:cNvPr>
          <p:cNvSpPr txBox="1"/>
          <p:nvPr/>
        </p:nvSpPr>
        <p:spPr>
          <a:xfrm>
            <a:off x="3063240" y="4247616"/>
            <a:ext cx="1965960" cy="475488"/>
          </a:xfrm>
          <a:prstGeom prst="rect">
            <a:avLst/>
          </a:prstGeom>
          <a:noFill/>
        </p:spPr>
        <p:txBody>
          <a:bodyPr wrap="square" lIns="0" tIns="0" rIns="0" bIns="0">
            <a:spAutoFit/>
          </a:bodyPr>
          <a:lstStyle/>
          <a:p>
            <a:pPr>
              <a:spcAft>
                <a:spcPts val="200"/>
              </a:spcAft>
              <a:defRPr sz="880" b="1">
                <a:solidFill>
                  <a:srgbClr val="A8B3CF"/>
                </a:solidFill>
                <a:latin typeface="Consolas"/>
              </a:defRPr>
            </a:pPr>
            <a:r>
              <a:t>text: '' (leave blank)</a:t>
            </a:r>
          </a:p>
          <a:p>
            <a:pPr>
              <a:spcAft>
                <a:spcPts val="200"/>
              </a:spcAft>
              <a:defRPr sz="880" b="1">
                <a:solidFill>
                  <a:srgbClr val="FF914D"/>
                </a:solidFill>
                <a:latin typeface="Consolas"/>
              </a:defRPr>
            </a:pPr>
            <a:r>
              <a:t>● CONDITIONING (16) ➔ #9</a:t>
            </a:r>
          </a:p>
        </p:txBody>
      </p:sp>
      <p:sp>
        <p:nvSpPr>
          <p:cNvPr id="33" name="Rounded Rectangle 30">
            <a:extLst>
              <a:ext uri="{FF2B5EF4-FFF2-40B4-BE49-F238E27FC236}">
                <a16:creationId xmlns:a16="http://schemas.microsoft.com/office/drawing/2014/main" id="{0F851F06-E13D-DF09-B58E-E2DBDA3CE902}"/>
              </a:ext>
            </a:extLst>
          </p:cNvPr>
          <p:cNvSpPr/>
          <p:nvPr/>
        </p:nvSpPr>
        <p:spPr>
          <a:xfrm>
            <a:off x="2971800" y="4860264"/>
            <a:ext cx="2148840" cy="1517904"/>
          </a:xfrm>
          <a:prstGeom prst="roundRect">
            <a:avLst>
              <a:gd name="adj" fmla="val 4000"/>
            </a:avLst>
          </a:prstGeom>
          <a:solidFill>
            <a:srgbClr val="1C2230"/>
          </a:solidFill>
          <a:ln w="15240">
            <a:solidFill>
              <a:srgbClr val="4C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1">
            <a:extLst>
              <a:ext uri="{FF2B5EF4-FFF2-40B4-BE49-F238E27FC236}">
                <a16:creationId xmlns:a16="http://schemas.microsoft.com/office/drawing/2014/main" id="{FD0D4143-CD29-32B7-1846-255C1697D443}"/>
              </a:ext>
            </a:extLst>
          </p:cNvPr>
          <p:cNvSpPr/>
          <p:nvPr/>
        </p:nvSpPr>
        <p:spPr>
          <a:xfrm>
            <a:off x="2971800" y="4860264"/>
            <a:ext cx="2148840" cy="292608"/>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#16 ImageResizeKJv2</a:t>
            </a:r>
          </a:p>
        </p:txBody>
      </p:sp>
      <p:sp>
        <p:nvSpPr>
          <p:cNvPr id="35" name="TextBox 34">
            <a:extLst>
              <a:ext uri="{FF2B5EF4-FFF2-40B4-BE49-F238E27FC236}">
                <a16:creationId xmlns:a16="http://schemas.microsoft.com/office/drawing/2014/main" id="{7916739D-D39E-AF7E-8703-0FCE9773EAA0}"/>
              </a:ext>
            </a:extLst>
          </p:cNvPr>
          <p:cNvSpPr txBox="1"/>
          <p:nvPr/>
        </p:nvSpPr>
        <p:spPr>
          <a:xfrm>
            <a:off x="3063240" y="5180304"/>
            <a:ext cx="1965960" cy="1170431"/>
          </a:xfrm>
          <a:prstGeom prst="rect">
            <a:avLst/>
          </a:prstGeom>
          <a:noFill/>
        </p:spPr>
        <p:txBody>
          <a:bodyPr wrap="square" lIns="0" tIns="0" rIns="0" bIns="0">
            <a:spAutoFit/>
          </a:bodyPr>
          <a:lstStyle/>
          <a:p>
            <a:pPr>
              <a:spcAft>
                <a:spcPts val="200"/>
              </a:spcAft>
              <a:defRPr sz="880" b="1">
                <a:solidFill>
                  <a:srgbClr val="F5F7FA"/>
                </a:solidFill>
                <a:latin typeface="Consolas"/>
              </a:defRPr>
            </a:pPr>
            <a:r>
              <a:t>512×512 | lanczos | crop</a:t>
            </a:r>
          </a:p>
          <a:p>
            <a:pPr>
              <a:spcAft>
                <a:spcPts val="200"/>
              </a:spcAft>
              <a:defRPr sz="880" b="1">
                <a:solidFill>
                  <a:srgbClr val="4C9AFF"/>
                </a:solidFill>
                <a:latin typeface="Consolas"/>
              </a:defRPr>
            </a:pPr>
            <a:r>
              <a:t>● IMAGE (27) ➔ #9 start_img</a:t>
            </a:r>
          </a:p>
          <a:p>
            <a:pPr>
              <a:spcAft>
                <a:spcPts val="200"/>
              </a:spcAft>
              <a:defRPr sz="880" b="1">
                <a:solidFill>
                  <a:srgbClr val="66D9E8"/>
                </a:solidFill>
                <a:latin typeface="Consolas"/>
              </a:defRPr>
            </a:pPr>
            <a:r>
              <a:t>● IMAGE (28) ➔ #11 vision</a:t>
            </a:r>
          </a:p>
          <a:p>
            <a:pPr>
              <a:spcAft>
                <a:spcPts val="200"/>
              </a:spcAft>
              <a:defRPr sz="880" b="1">
                <a:solidFill>
                  <a:srgbClr val="2ED5B7"/>
                </a:solidFill>
                <a:latin typeface="Consolas"/>
              </a:defRPr>
            </a:pPr>
            <a:r>
              <a:t>● width/height (33,34) ➔ #9</a:t>
            </a:r>
          </a:p>
        </p:txBody>
      </p:sp>
      <p:sp>
        <p:nvSpPr>
          <p:cNvPr id="36" name="Rounded Rectangle 33">
            <a:extLst>
              <a:ext uri="{FF2B5EF4-FFF2-40B4-BE49-F238E27FC236}">
                <a16:creationId xmlns:a16="http://schemas.microsoft.com/office/drawing/2014/main" id="{5299A81C-A764-7FAD-F446-766BB2338946}"/>
              </a:ext>
            </a:extLst>
          </p:cNvPr>
          <p:cNvSpPr/>
          <p:nvPr/>
        </p:nvSpPr>
        <p:spPr>
          <a:xfrm>
            <a:off x="5321808" y="2007336"/>
            <a:ext cx="2331720" cy="1051560"/>
          </a:xfrm>
          <a:prstGeom prst="roundRect">
            <a:avLst>
              <a:gd name="adj" fmla="val 4000"/>
            </a:avLst>
          </a:prstGeom>
          <a:solidFill>
            <a:srgbClr val="1C2230"/>
          </a:solidFill>
          <a:ln w="15240">
            <a:solidFill>
              <a:srgbClr val="66D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4">
            <a:extLst>
              <a:ext uri="{FF2B5EF4-FFF2-40B4-BE49-F238E27FC236}">
                <a16:creationId xmlns:a16="http://schemas.microsoft.com/office/drawing/2014/main" id="{5D0B0186-A7A4-D74A-A602-E2BA2AC8CE66}"/>
              </a:ext>
            </a:extLst>
          </p:cNvPr>
          <p:cNvSpPr/>
          <p:nvPr/>
        </p:nvSpPr>
        <p:spPr>
          <a:xfrm>
            <a:off x="5321808" y="2007336"/>
            <a:ext cx="2331720" cy="292608"/>
          </a:xfrm>
          <a:prstGeom prst="roundRect">
            <a:avLst>
              <a:gd name="adj" fmla="val 8000"/>
            </a:avLst>
          </a:prstGeom>
          <a:solidFill>
            <a:srgbClr val="66D9E8"/>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#11 CLIPVisionEncode</a:t>
            </a:r>
          </a:p>
        </p:txBody>
      </p:sp>
      <p:sp>
        <p:nvSpPr>
          <p:cNvPr id="38" name="TextBox 37">
            <a:extLst>
              <a:ext uri="{FF2B5EF4-FFF2-40B4-BE49-F238E27FC236}">
                <a16:creationId xmlns:a16="http://schemas.microsoft.com/office/drawing/2014/main" id="{25A867D1-1F0D-32C4-D037-67737A0F8595}"/>
              </a:ext>
            </a:extLst>
          </p:cNvPr>
          <p:cNvSpPr txBox="1"/>
          <p:nvPr/>
        </p:nvSpPr>
        <p:spPr>
          <a:xfrm>
            <a:off x="5413248" y="2327375"/>
            <a:ext cx="2148839" cy="704087"/>
          </a:xfrm>
          <a:prstGeom prst="rect">
            <a:avLst/>
          </a:prstGeom>
          <a:noFill/>
        </p:spPr>
        <p:txBody>
          <a:bodyPr wrap="square" lIns="0" tIns="0" rIns="0" bIns="0">
            <a:spAutoFit/>
          </a:bodyPr>
          <a:lstStyle/>
          <a:p>
            <a:pPr>
              <a:spcAft>
                <a:spcPts val="200"/>
              </a:spcAft>
              <a:defRPr sz="880" b="1">
                <a:solidFill>
                  <a:srgbClr val="66D9E8"/>
                </a:solidFill>
                <a:latin typeface="Consolas"/>
              </a:defRPr>
            </a:pPr>
            <a:r>
              <a:t>● clip_vision (#12) + image (#16)</a:t>
            </a:r>
          </a:p>
          <a:p>
            <a:pPr>
              <a:spcAft>
                <a:spcPts val="200"/>
              </a:spcAft>
              <a:defRPr sz="880" b="1">
                <a:solidFill>
                  <a:srgbClr val="F5F7FA"/>
                </a:solidFill>
                <a:latin typeface="Consolas"/>
              </a:defRPr>
            </a:pPr>
            <a:r>
              <a:t>crop: 'center'</a:t>
            </a:r>
          </a:p>
          <a:p>
            <a:pPr>
              <a:spcAft>
                <a:spcPts val="200"/>
              </a:spcAft>
              <a:defRPr sz="880" b="1">
                <a:solidFill>
                  <a:srgbClr val="66D9E8"/>
                </a:solidFill>
                <a:latin typeface="Consolas"/>
              </a:defRPr>
            </a:pPr>
            <a:r>
              <a:t>● CLIP_VISION_OUTPUT (12) ➔ #9</a:t>
            </a:r>
          </a:p>
        </p:txBody>
      </p:sp>
      <p:sp>
        <p:nvSpPr>
          <p:cNvPr id="39" name="Rounded Rectangle 36">
            <a:extLst>
              <a:ext uri="{FF2B5EF4-FFF2-40B4-BE49-F238E27FC236}">
                <a16:creationId xmlns:a16="http://schemas.microsoft.com/office/drawing/2014/main" id="{060A21FC-0DBF-D10C-FACF-45340205B4A4}"/>
              </a:ext>
            </a:extLst>
          </p:cNvPr>
          <p:cNvSpPr/>
          <p:nvPr/>
        </p:nvSpPr>
        <p:spPr>
          <a:xfrm>
            <a:off x="5321808" y="3223488"/>
            <a:ext cx="2331720" cy="3154680"/>
          </a:xfrm>
          <a:prstGeom prst="roundRect">
            <a:avLst>
              <a:gd name="adj" fmla="val 4000"/>
            </a:avLst>
          </a:prstGeom>
          <a:solidFill>
            <a:srgbClr val="1C2230"/>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7">
            <a:extLst>
              <a:ext uri="{FF2B5EF4-FFF2-40B4-BE49-F238E27FC236}">
                <a16:creationId xmlns:a16="http://schemas.microsoft.com/office/drawing/2014/main" id="{2633F152-A4B5-F237-19FF-F1208DB61934}"/>
              </a:ext>
            </a:extLst>
          </p:cNvPr>
          <p:cNvSpPr/>
          <p:nvPr/>
        </p:nvSpPr>
        <p:spPr>
          <a:xfrm>
            <a:off x="5321808" y="3223488"/>
            <a:ext cx="2331720" cy="292608"/>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#9 WanImageToVideo (Hub)</a:t>
            </a:r>
          </a:p>
        </p:txBody>
      </p:sp>
      <p:sp>
        <p:nvSpPr>
          <p:cNvPr id="41" name="TextBox 40">
            <a:extLst>
              <a:ext uri="{FF2B5EF4-FFF2-40B4-BE49-F238E27FC236}">
                <a16:creationId xmlns:a16="http://schemas.microsoft.com/office/drawing/2014/main" id="{AB19F20F-0DE3-2A4A-7280-4840E3DF3890}"/>
              </a:ext>
            </a:extLst>
          </p:cNvPr>
          <p:cNvSpPr txBox="1"/>
          <p:nvPr/>
        </p:nvSpPr>
        <p:spPr>
          <a:xfrm>
            <a:off x="5413248" y="3543528"/>
            <a:ext cx="2148839" cy="2807208"/>
          </a:xfrm>
          <a:prstGeom prst="rect">
            <a:avLst/>
          </a:prstGeom>
          <a:noFill/>
        </p:spPr>
        <p:txBody>
          <a:bodyPr wrap="square" lIns="0" tIns="0" rIns="0" bIns="0">
            <a:spAutoFit/>
          </a:bodyPr>
          <a:lstStyle/>
          <a:p>
            <a:pPr>
              <a:spcAft>
                <a:spcPts val="200"/>
              </a:spcAft>
              <a:defRPr sz="880" b="1">
                <a:solidFill>
                  <a:srgbClr val="FF914D"/>
                </a:solidFill>
                <a:latin typeface="Consolas"/>
              </a:defRPr>
            </a:pPr>
            <a:r>
              <a:t>● positive (15) &amp; negative (16)</a:t>
            </a:r>
          </a:p>
          <a:p>
            <a:pPr>
              <a:spcAft>
                <a:spcPts val="200"/>
              </a:spcAft>
              <a:defRPr sz="880" b="1">
                <a:solidFill>
                  <a:srgbClr val="FF5C5C"/>
                </a:solidFill>
                <a:latin typeface="Consolas"/>
              </a:defRPr>
            </a:pPr>
            <a:r>
              <a:t>● vae (25 from #15)</a:t>
            </a:r>
          </a:p>
          <a:p>
            <a:pPr>
              <a:spcAft>
                <a:spcPts val="200"/>
              </a:spcAft>
              <a:defRPr sz="880" b="1">
                <a:solidFill>
                  <a:srgbClr val="66D9E8"/>
                </a:solidFill>
                <a:latin typeface="Consolas"/>
              </a:defRPr>
            </a:pPr>
            <a:r>
              <a:t>● clip_vision_output (12)</a:t>
            </a:r>
          </a:p>
          <a:p>
            <a:pPr>
              <a:spcAft>
                <a:spcPts val="200"/>
              </a:spcAft>
              <a:defRPr sz="880" b="1">
                <a:solidFill>
                  <a:srgbClr val="4C9AFF"/>
                </a:solidFill>
                <a:latin typeface="Consolas"/>
              </a:defRPr>
            </a:pPr>
            <a:r>
              <a:t>● start_image (27 from #16)</a:t>
            </a:r>
          </a:p>
          <a:p>
            <a:pPr>
              <a:spcAft>
                <a:spcPts val="200"/>
              </a:spcAft>
              <a:defRPr sz="880" b="1">
                <a:solidFill>
                  <a:srgbClr val="F5F7FA"/>
                </a:solidFill>
                <a:latin typeface="Consolas"/>
              </a:defRPr>
            </a:pPr>
            <a:r>
              <a:t>● width (33=512) &amp; height (34=512)</a:t>
            </a:r>
          </a:p>
          <a:p>
            <a:pPr>
              <a:spcAft>
                <a:spcPts val="200"/>
              </a:spcAft>
              <a:defRPr sz="880" b="1">
                <a:solidFill>
                  <a:srgbClr val="FFCC4D"/>
                </a:solidFill>
                <a:latin typeface="Consolas"/>
              </a:defRPr>
            </a:pPr>
            <a:r>
              <a:t>length: 81 frames | batch: 1</a:t>
            </a:r>
          </a:p>
          <a:p>
            <a:pPr>
              <a:spcAft>
                <a:spcPts val="200"/>
              </a:spcAft>
              <a:defRPr sz="880" b="1">
                <a:solidFill>
                  <a:srgbClr val="3A4660"/>
                </a:solidFill>
                <a:latin typeface="Consolas"/>
              </a:defRPr>
            </a:pPr>
            <a:r>
              <a:t>──────────────────────</a:t>
            </a:r>
          </a:p>
          <a:p>
            <a:pPr>
              <a:spcAft>
                <a:spcPts val="200"/>
              </a:spcAft>
              <a:defRPr sz="880" b="1">
                <a:solidFill>
                  <a:srgbClr val="FF914D"/>
                </a:solidFill>
                <a:latin typeface="Consolas"/>
              </a:defRPr>
            </a:pPr>
            <a:r>
              <a:t>● pos (17) &amp; neg (18) ➔ #3</a:t>
            </a:r>
          </a:p>
          <a:p>
            <a:pPr>
              <a:spcAft>
                <a:spcPts val="200"/>
              </a:spcAft>
              <a:defRPr sz="880" b="1">
                <a:solidFill>
                  <a:srgbClr val="FF6BB5"/>
                </a:solidFill>
                <a:latin typeface="Consolas"/>
              </a:defRPr>
            </a:pPr>
            <a:r>
              <a:t>● latent (20: 81 frames) ➔ #3</a:t>
            </a:r>
          </a:p>
        </p:txBody>
      </p:sp>
      <p:sp>
        <p:nvSpPr>
          <p:cNvPr id="42" name="Rounded Rectangle 39">
            <a:extLst>
              <a:ext uri="{FF2B5EF4-FFF2-40B4-BE49-F238E27FC236}">
                <a16:creationId xmlns:a16="http://schemas.microsoft.com/office/drawing/2014/main" id="{518FD193-602E-FCD5-B790-D10CBDFDAC0D}"/>
              </a:ext>
            </a:extLst>
          </p:cNvPr>
          <p:cNvSpPr/>
          <p:nvPr/>
        </p:nvSpPr>
        <p:spPr>
          <a:xfrm>
            <a:off x="7845552" y="2400528"/>
            <a:ext cx="1874519" cy="3291840"/>
          </a:xfrm>
          <a:prstGeom prst="roundRect">
            <a:avLst>
              <a:gd name="adj" fmla="val 4000"/>
            </a:avLst>
          </a:prstGeom>
          <a:solidFill>
            <a:srgbClr val="1C2230"/>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0">
            <a:extLst>
              <a:ext uri="{FF2B5EF4-FFF2-40B4-BE49-F238E27FC236}">
                <a16:creationId xmlns:a16="http://schemas.microsoft.com/office/drawing/2014/main" id="{B8CBD5BD-E300-7788-C749-A0D7E2522F0B}"/>
              </a:ext>
            </a:extLst>
          </p:cNvPr>
          <p:cNvSpPr/>
          <p:nvPr/>
        </p:nvSpPr>
        <p:spPr>
          <a:xfrm>
            <a:off x="7845552" y="2400528"/>
            <a:ext cx="1874519" cy="292608"/>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#3 KSampler (Rapid)</a:t>
            </a:r>
          </a:p>
        </p:txBody>
      </p:sp>
      <p:sp>
        <p:nvSpPr>
          <p:cNvPr id="44" name="TextBox 43">
            <a:extLst>
              <a:ext uri="{FF2B5EF4-FFF2-40B4-BE49-F238E27FC236}">
                <a16:creationId xmlns:a16="http://schemas.microsoft.com/office/drawing/2014/main" id="{31E8103B-0376-186E-539E-B8EA7302D871}"/>
              </a:ext>
            </a:extLst>
          </p:cNvPr>
          <p:cNvSpPr txBox="1"/>
          <p:nvPr/>
        </p:nvSpPr>
        <p:spPr>
          <a:xfrm>
            <a:off x="7936992" y="2720568"/>
            <a:ext cx="1691639" cy="2944368"/>
          </a:xfrm>
          <a:prstGeom prst="rect">
            <a:avLst/>
          </a:prstGeom>
          <a:noFill/>
        </p:spPr>
        <p:txBody>
          <a:bodyPr wrap="square" lIns="0" tIns="0" rIns="0" bIns="0">
            <a:spAutoFit/>
          </a:bodyPr>
          <a:lstStyle/>
          <a:p>
            <a:pPr>
              <a:spcAft>
                <a:spcPts val="200"/>
              </a:spcAft>
              <a:defRPr sz="880" b="1">
                <a:solidFill>
                  <a:srgbClr val="A582FF"/>
                </a:solidFill>
                <a:latin typeface="Consolas"/>
              </a:defRPr>
            </a:pPr>
            <a:r>
              <a:t>● model (2 from #2)</a:t>
            </a:r>
          </a:p>
          <a:p>
            <a:pPr>
              <a:spcAft>
                <a:spcPts val="200"/>
              </a:spcAft>
              <a:defRPr sz="880" b="1">
                <a:solidFill>
                  <a:srgbClr val="FF914D"/>
                </a:solidFill>
                <a:latin typeface="Consolas"/>
              </a:defRPr>
            </a:pPr>
            <a:r>
              <a:t>● pos (17) / neg (18)</a:t>
            </a:r>
          </a:p>
          <a:p>
            <a:pPr>
              <a:spcAft>
                <a:spcPts val="200"/>
              </a:spcAft>
              <a:defRPr sz="880" b="1">
                <a:solidFill>
                  <a:srgbClr val="FF6BB5"/>
                </a:solidFill>
                <a:latin typeface="Consolas"/>
              </a:defRPr>
            </a:pPr>
            <a:r>
              <a:t>● latent_image (20)</a:t>
            </a:r>
          </a:p>
          <a:p>
            <a:pPr>
              <a:spcAft>
                <a:spcPts val="200"/>
              </a:spcAft>
              <a:defRPr sz="880" b="1">
                <a:solidFill>
                  <a:srgbClr val="3A4660"/>
                </a:solidFill>
                <a:latin typeface="Consolas"/>
              </a:defRPr>
            </a:pPr>
            <a:r>
              <a:t>──────────────────</a:t>
            </a:r>
          </a:p>
          <a:p>
            <a:pPr>
              <a:spcAft>
                <a:spcPts val="200"/>
              </a:spcAft>
              <a:defRPr sz="880" b="1">
                <a:solidFill>
                  <a:srgbClr val="48CF85"/>
                </a:solidFill>
                <a:latin typeface="Consolas"/>
              </a:defRPr>
            </a:pPr>
            <a:r>
              <a:t>steps: 4 (Rapid!)</a:t>
            </a:r>
          </a:p>
          <a:p>
            <a:pPr>
              <a:spcAft>
                <a:spcPts val="200"/>
              </a:spcAft>
              <a:defRPr sz="880" b="1">
                <a:solidFill>
                  <a:srgbClr val="FFCC4D"/>
                </a:solidFill>
                <a:latin typeface="Consolas"/>
              </a:defRPr>
            </a:pPr>
            <a:r>
              <a:t>cfg: 1.0</a:t>
            </a:r>
          </a:p>
          <a:p>
            <a:pPr>
              <a:spcAft>
                <a:spcPts val="200"/>
              </a:spcAft>
              <a:defRPr sz="880" b="1">
                <a:solidFill>
                  <a:srgbClr val="F5F7FA"/>
                </a:solidFill>
                <a:latin typeface="Consolas"/>
              </a:defRPr>
            </a:pPr>
            <a:r>
              <a:t>sampler: sa_solver</a:t>
            </a:r>
          </a:p>
          <a:p>
            <a:pPr>
              <a:spcAft>
                <a:spcPts val="200"/>
              </a:spcAft>
              <a:defRPr sz="880" b="1">
                <a:solidFill>
                  <a:srgbClr val="F5F7FA"/>
                </a:solidFill>
                <a:latin typeface="Consolas"/>
              </a:defRPr>
            </a:pPr>
            <a:r>
              <a:t>scheduler: beta</a:t>
            </a:r>
          </a:p>
          <a:p>
            <a:pPr>
              <a:spcAft>
                <a:spcPts val="200"/>
              </a:spcAft>
              <a:defRPr sz="880" b="1">
                <a:solidFill>
                  <a:srgbClr val="A8B3CF"/>
                </a:solidFill>
                <a:latin typeface="Consolas"/>
              </a:defRPr>
            </a:pPr>
            <a:r>
              <a:t>denoise: 1.0</a:t>
            </a:r>
          </a:p>
          <a:p>
            <a:pPr>
              <a:spcAft>
                <a:spcPts val="200"/>
              </a:spcAft>
              <a:defRPr sz="880" b="1">
                <a:solidFill>
                  <a:srgbClr val="FF6BB5"/>
                </a:solidFill>
                <a:latin typeface="Consolas"/>
              </a:defRPr>
            </a:pPr>
            <a:r>
              <a:t>● LATENT (8) ➔ #7</a:t>
            </a:r>
          </a:p>
        </p:txBody>
      </p:sp>
      <p:sp>
        <p:nvSpPr>
          <p:cNvPr id="45" name="Rounded Rectangle 42">
            <a:extLst>
              <a:ext uri="{FF2B5EF4-FFF2-40B4-BE49-F238E27FC236}">
                <a16:creationId xmlns:a16="http://schemas.microsoft.com/office/drawing/2014/main" id="{CEE5FA83-D41B-56F0-8E33-7292EFB445A3}"/>
              </a:ext>
            </a:extLst>
          </p:cNvPr>
          <p:cNvSpPr/>
          <p:nvPr/>
        </p:nvSpPr>
        <p:spPr>
          <a:xfrm>
            <a:off x="9875520" y="2126208"/>
            <a:ext cx="1627632" cy="1234440"/>
          </a:xfrm>
          <a:prstGeom prst="roundRect">
            <a:avLst>
              <a:gd name="adj" fmla="val 4000"/>
            </a:avLst>
          </a:prstGeom>
          <a:solidFill>
            <a:srgbClr val="1C2230"/>
          </a:solidFill>
          <a:ln w="15240">
            <a:solidFill>
              <a:srgbClr val="FF5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3">
            <a:extLst>
              <a:ext uri="{FF2B5EF4-FFF2-40B4-BE49-F238E27FC236}">
                <a16:creationId xmlns:a16="http://schemas.microsoft.com/office/drawing/2014/main" id="{1B31ECFC-D992-E9CE-1788-E6DD1A95A0CD}"/>
              </a:ext>
            </a:extLst>
          </p:cNvPr>
          <p:cNvSpPr/>
          <p:nvPr/>
        </p:nvSpPr>
        <p:spPr>
          <a:xfrm>
            <a:off x="9875520" y="2126208"/>
            <a:ext cx="1627632" cy="292608"/>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#7 VAEDecode</a:t>
            </a:r>
          </a:p>
        </p:txBody>
      </p:sp>
      <p:sp>
        <p:nvSpPr>
          <p:cNvPr id="47" name="TextBox 46">
            <a:extLst>
              <a:ext uri="{FF2B5EF4-FFF2-40B4-BE49-F238E27FC236}">
                <a16:creationId xmlns:a16="http://schemas.microsoft.com/office/drawing/2014/main" id="{488182C9-AC2A-CF39-6C5B-90932AFA18AC}"/>
              </a:ext>
            </a:extLst>
          </p:cNvPr>
          <p:cNvSpPr txBox="1"/>
          <p:nvPr/>
        </p:nvSpPr>
        <p:spPr>
          <a:xfrm>
            <a:off x="9966960" y="2446248"/>
            <a:ext cx="1444752" cy="886968"/>
          </a:xfrm>
          <a:prstGeom prst="rect">
            <a:avLst/>
          </a:prstGeom>
          <a:noFill/>
        </p:spPr>
        <p:txBody>
          <a:bodyPr wrap="square" lIns="0" tIns="0" rIns="0" bIns="0">
            <a:spAutoFit/>
          </a:bodyPr>
          <a:lstStyle/>
          <a:p>
            <a:pPr>
              <a:spcAft>
                <a:spcPts val="200"/>
              </a:spcAft>
              <a:defRPr sz="880" b="1">
                <a:solidFill>
                  <a:srgbClr val="FF6BB5"/>
                </a:solidFill>
                <a:latin typeface="Consolas"/>
              </a:defRPr>
            </a:pPr>
            <a:r>
              <a:t>● samples (8 from #3)</a:t>
            </a:r>
          </a:p>
          <a:p>
            <a:pPr>
              <a:spcAft>
                <a:spcPts val="200"/>
              </a:spcAft>
              <a:defRPr sz="880" b="1">
                <a:solidFill>
                  <a:srgbClr val="FF5C5C"/>
                </a:solidFill>
                <a:latin typeface="Consolas"/>
              </a:defRPr>
            </a:pPr>
            <a:r>
              <a:t>● vae (24 from #15)</a:t>
            </a:r>
          </a:p>
          <a:p>
            <a:pPr>
              <a:spcAft>
                <a:spcPts val="200"/>
              </a:spcAft>
              <a:defRPr sz="880" b="1">
                <a:solidFill>
                  <a:srgbClr val="4C9AFF"/>
                </a:solidFill>
                <a:latin typeface="Consolas"/>
              </a:defRPr>
            </a:pPr>
            <a:r>
              <a:t>● IMAGE (10: 81f) ➔ #8</a:t>
            </a:r>
          </a:p>
        </p:txBody>
      </p:sp>
      <p:sp>
        <p:nvSpPr>
          <p:cNvPr id="48" name="Rounded Rectangle 45">
            <a:extLst>
              <a:ext uri="{FF2B5EF4-FFF2-40B4-BE49-F238E27FC236}">
                <a16:creationId xmlns:a16="http://schemas.microsoft.com/office/drawing/2014/main" id="{92EF2C94-9E8F-33C7-338F-26D6D8F4690C}"/>
              </a:ext>
            </a:extLst>
          </p:cNvPr>
          <p:cNvSpPr/>
          <p:nvPr/>
        </p:nvSpPr>
        <p:spPr>
          <a:xfrm>
            <a:off x="9875520" y="3589248"/>
            <a:ext cx="1627632" cy="2697480"/>
          </a:xfrm>
          <a:prstGeom prst="roundRect">
            <a:avLst>
              <a:gd name="adj" fmla="val 4000"/>
            </a:avLst>
          </a:prstGeom>
          <a:solidFill>
            <a:srgbClr val="1C2230"/>
          </a:solidFill>
          <a:ln w="15240">
            <a:solidFill>
              <a:srgbClr val="48CF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6">
            <a:extLst>
              <a:ext uri="{FF2B5EF4-FFF2-40B4-BE49-F238E27FC236}">
                <a16:creationId xmlns:a16="http://schemas.microsoft.com/office/drawing/2014/main" id="{67182B0D-20F2-154F-FADF-6A007DE578BF}"/>
              </a:ext>
            </a:extLst>
          </p:cNvPr>
          <p:cNvSpPr/>
          <p:nvPr/>
        </p:nvSpPr>
        <p:spPr>
          <a:xfrm>
            <a:off x="9875520" y="3589248"/>
            <a:ext cx="1627632" cy="292608"/>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rPr sz="1100" dirty="0"/>
              <a:t>#8 </a:t>
            </a:r>
            <a:r>
              <a:rPr sz="1100" dirty="0" err="1"/>
              <a:t>VHS_VideoCombine</a:t>
            </a:r>
            <a:endParaRPr sz="1100" dirty="0"/>
          </a:p>
        </p:txBody>
      </p:sp>
      <p:sp>
        <p:nvSpPr>
          <p:cNvPr id="50" name="TextBox 49">
            <a:extLst>
              <a:ext uri="{FF2B5EF4-FFF2-40B4-BE49-F238E27FC236}">
                <a16:creationId xmlns:a16="http://schemas.microsoft.com/office/drawing/2014/main" id="{9451BD63-3A6C-0AC3-19AC-5756EB9E10E9}"/>
              </a:ext>
            </a:extLst>
          </p:cNvPr>
          <p:cNvSpPr txBox="1"/>
          <p:nvPr/>
        </p:nvSpPr>
        <p:spPr>
          <a:xfrm>
            <a:off x="9966960" y="3909288"/>
            <a:ext cx="1444752" cy="2350008"/>
          </a:xfrm>
          <a:prstGeom prst="rect">
            <a:avLst/>
          </a:prstGeom>
          <a:noFill/>
        </p:spPr>
        <p:txBody>
          <a:bodyPr wrap="square" lIns="0" tIns="0" rIns="0" bIns="0">
            <a:spAutoFit/>
          </a:bodyPr>
          <a:lstStyle/>
          <a:p>
            <a:pPr>
              <a:spcAft>
                <a:spcPts val="200"/>
              </a:spcAft>
              <a:defRPr sz="880" b="1">
                <a:solidFill>
                  <a:srgbClr val="4C9AFF"/>
                </a:solidFill>
                <a:latin typeface="Consolas"/>
              </a:defRPr>
            </a:pPr>
            <a:r>
              <a:t>● images (10 from #7)</a:t>
            </a:r>
          </a:p>
          <a:p>
            <a:pPr>
              <a:spcAft>
                <a:spcPts val="200"/>
              </a:spcAft>
              <a:defRPr sz="880" b="1">
                <a:solidFill>
                  <a:srgbClr val="48CF85"/>
                </a:solidFill>
                <a:latin typeface="Consolas"/>
              </a:defRPr>
            </a:pPr>
            <a:r>
              <a:t>frame_rate: 24 fps</a:t>
            </a:r>
          </a:p>
          <a:p>
            <a:pPr>
              <a:spcAft>
                <a:spcPts val="200"/>
              </a:spcAft>
              <a:defRPr sz="880" b="1">
                <a:solidFill>
                  <a:srgbClr val="F5F7FA"/>
                </a:solidFill>
                <a:latin typeface="Consolas"/>
              </a:defRPr>
            </a:pPr>
            <a:r>
              <a:t>format: video/h264-mp4</a:t>
            </a:r>
          </a:p>
          <a:p>
            <a:pPr>
              <a:spcAft>
                <a:spcPts val="200"/>
              </a:spcAft>
              <a:defRPr sz="880" b="1">
                <a:solidFill>
                  <a:srgbClr val="A8B3CF"/>
                </a:solidFill>
                <a:latin typeface="Consolas"/>
              </a:defRPr>
            </a:pPr>
            <a:r>
              <a:t>pix_fmt: yuv420p</a:t>
            </a:r>
          </a:p>
          <a:p>
            <a:pPr>
              <a:spcAft>
                <a:spcPts val="200"/>
              </a:spcAft>
              <a:defRPr sz="880" b="1">
                <a:solidFill>
                  <a:srgbClr val="A8B3CF"/>
                </a:solidFill>
                <a:latin typeface="Consolas"/>
              </a:defRPr>
            </a:pPr>
            <a:r>
              <a:t>crf: 19</a:t>
            </a:r>
          </a:p>
          <a:p>
            <a:pPr>
              <a:spcAft>
                <a:spcPts val="200"/>
              </a:spcAft>
              <a:defRPr sz="880" b="1">
                <a:solidFill>
                  <a:srgbClr val="FFCC4D"/>
                </a:solidFill>
                <a:latin typeface="Consolas"/>
              </a:defRPr>
            </a:pPr>
            <a:r>
              <a:t>81f = 3.375s MP4!</a:t>
            </a:r>
          </a:p>
        </p:txBody>
      </p:sp>
      <p:sp>
        <p:nvSpPr>
          <p:cNvPr id="51" name="TextBox 50">
            <a:extLst>
              <a:ext uri="{FF2B5EF4-FFF2-40B4-BE49-F238E27FC236}">
                <a16:creationId xmlns:a16="http://schemas.microsoft.com/office/drawing/2014/main" id="{59F5B0A7-C66A-BBB4-10A6-579A88F56377}"/>
              </a:ext>
            </a:extLst>
          </p:cNvPr>
          <p:cNvSpPr txBox="1"/>
          <p:nvPr/>
        </p:nvSpPr>
        <p:spPr>
          <a:xfrm>
            <a:off x="548640" y="6542760"/>
            <a:ext cx="1591056" cy="320040"/>
          </a:xfrm>
          <a:prstGeom prst="rect">
            <a:avLst/>
          </a:prstGeom>
          <a:noFill/>
        </p:spPr>
        <p:txBody>
          <a:bodyPr wrap="none">
            <a:spAutoFit/>
          </a:bodyPr>
          <a:lstStyle/>
          <a:p>
            <a:pPr>
              <a:defRPr sz="1000" b="1">
                <a:solidFill>
                  <a:srgbClr val="A582FF"/>
                </a:solidFill>
                <a:latin typeface="Segoe UI"/>
              </a:defRPr>
            </a:pPr>
            <a:r>
              <a:t>● MODEL (GGUF UNet)</a:t>
            </a:r>
          </a:p>
        </p:txBody>
      </p:sp>
      <p:sp>
        <p:nvSpPr>
          <p:cNvPr id="52" name="TextBox 51">
            <a:extLst>
              <a:ext uri="{FF2B5EF4-FFF2-40B4-BE49-F238E27FC236}">
                <a16:creationId xmlns:a16="http://schemas.microsoft.com/office/drawing/2014/main" id="{3D66254D-2C12-3514-16E4-8B4C0235F1CC}"/>
              </a:ext>
            </a:extLst>
          </p:cNvPr>
          <p:cNvSpPr txBox="1"/>
          <p:nvPr/>
        </p:nvSpPr>
        <p:spPr>
          <a:xfrm>
            <a:off x="2157984" y="6542760"/>
            <a:ext cx="1591056" cy="320040"/>
          </a:xfrm>
          <a:prstGeom prst="rect">
            <a:avLst/>
          </a:prstGeom>
          <a:noFill/>
        </p:spPr>
        <p:txBody>
          <a:bodyPr wrap="none">
            <a:spAutoFit/>
          </a:bodyPr>
          <a:lstStyle/>
          <a:p>
            <a:pPr>
              <a:defRPr sz="1000" b="1">
                <a:solidFill>
                  <a:srgbClr val="FFCC4D"/>
                </a:solidFill>
                <a:latin typeface="Segoe UI"/>
              </a:defRPr>
            </a:pPr>
            <a:r>
              <a:t>● CLIP (UMT5-XXL)</a:t>
            </a:r>
          </a:p>
        </p:txBody>
      </p:sp>
      <p:sp>
        <p:nvSpPr>
          <p:cNvPr id="53" name="TextBox 52">
            <a:extLst>
              <a:ext uri="{FF2B5EF4-FFF2-40B4-BE49-F238E27FC236}">
                <a16:creationId xmlns:a16="http://schemas.microsoft.com/office/drawing/2014/main" id="{3A59D27A-4A74-07DC-1BA1-F055B172B0F5}"/>
              </a:ext>
            </a:extLst>
          </p:cNvPr>
          <p:cNvSpPr txBox="1"/>
          <p:nvPr/>
        </p:nvSpPr>
        <p:spPr>
          <a:xfrm>
            <a:off x="3767328" y="6542760"/>
            <a:ext cx="1591056" cy="320040"/>
          </a:xfrm>
          <a:prstGeom prst="rect">
            <a:avLst/>
          </a:prstGeom>
          <a:noFill/>
        </p:spPr>
        <p:txBody>
          <a:bodyPr wrap="none">
            <a:spAutoFit/>
          </a:bodyPr>
          <a:lstStyle/>
          <a:p>
            <a:pPr>
              <a:defRPr sz="1000" b="1">
                <a:solidFill>
                  <a:srgbClr val="66D9E8"/>
                </a:solidFill>
                <a:latin typeface="Segoe UI"/>
              </a:defRPr>
            </a:pPr>
            <a:r>
              <a:t>● CLIP_VISION</a:t>
            </a:r>
          </a:p>
        </p:txBody>
      </p:sp>
      <p:sp>
        <p:nvSpPr>
          <p:cNvPr id="54" name="TextBox 53">
            <a:extLst>
              <a:ext uri="{FF2B5EF4-FFF2-40B4-BE49-F238E27FC236}">
                <a16:creationId xmlns:a16="http://schemas.microsoft.com/office/drawing/2014/main" id="{00ACC512-4816-382B-04CD-C37E9BC31EC6}"/>
              </a:ext>
            </a:extLst>
          </p:cNvPr>
          <p:cNvSpPr txBox="1"/>
          <p:nvPr/>
        </p:nvSpPr>
        <p:spPr>
          <a:xfrm>
            <a:off x="5376672" y="6542760"/>
            <a:ext cx="1591056" cy="320040"/>
          </a:xfrm>
          <a:prstGeom prst="rect">
            <a:avLst/>
          </a:prstGeom>
          <a:noFill/>
        </p:spPr>
        <p:txBody>
          <a:bodyPr wrap="none">
            <a:spAutoFit/>
          </a:bodyPr>
          <a:lstStyle/>
          <a:p>
            <a:pPr>
              <a:defRPr sz="1000" b="1">
                <a:solidFill>
                  <a:srgbClr val="FF914D"/>
                </a:solidFill>
                <a:latin typeface="Segoe UI"/>
              </a:defRPr>
            </a:pPr>
            <a:r>
              <a:t>● CONDITIONING</a:t>
            </a:r>
          </a:p>
        </p:txBody>
      </p:sp>
      <p:sp>
        <p:nvSpPr>
          <p:cNvPr id="55" name="TextBox 54">
            <a:extLst>
              <a:ext uri="{FF2B5EF4-FFF2-40B4-BE49-F238E27FC236}">
                <a16:creationId xmlns:a16="http://schemas.microsoft.com/office/drawing/2014/main" id="{CF51724A-9B73-B242-58D1-6C1E3BF04E47}"/>
              </a:ext>
            </a:extLst>
          </p:cNvPr>
          <p:cNvSpPr txBox="1"/>
          <p:nvPr/>
        </p:nvSpPr>
        <p:spPr>
          <a:xfrm>
            <a:off x="6986016" y="6542760"/>
            <a:ext cx="1591056" cy="320040"/>
          </a:xfrm>
          <a:prstGeom prst="rect">
            <a:avLst/>
          </a:prstGeom>
          <a:noFill/>
        </p:spPr>
        <p:txBody>
          <a:bodyPr wrap="none">
            <a:spAutoFit/>
          </a:bodyPr>
          <a:lstStyle/>
          <a:p>
            <a:pPr>
              <a:defRPr sz="1000" b="1">
                <a:solidFill>
                  <a:srgbClr val="FF6BB5"/>
                </a:solidFill>
                <a:latin typeface="Segoe UI"/>
              </a:defRPr>
            </a:pPr>
            <a:r>
              <a:t>● LATENT (81 Frames)</a:t>
            </a:r>
          </a:p>
        </p:txBody>
      </p:sp>
      <p:sp>
        <p:nvSpPr>
          <p:cNvPr id="56" name="TextBox 55">
            <a:extLst>
              <a:ext uri="{FF2B5EF4-FFF2-40B4-BE49-F238E27FC236}">
                <a16:creationId xmlns:a16="http://schemas.microsoft.com/office/drawing/2014/main" id="{AA92DA33-E4BD-49BA-0798-7AA060F8F4DE}"/>
              </a:ext>
            </a:extLst>
          </p:cNvPr>
          <p:cNvSpPr txBox="1"/>
          <p:nvPr/>
        </p:nvSpPr>
        <p:spPr>
          <a:xfrm>
            <a:off x="8595360" y="6542760"/>
            <a:ext cx="1591056" cy="320040"/>
          </a:xfrm>
          <a:prstGeom prst="rect">
            <a:avLst/>
          </a:prstGeom>
          <a:noFill/>
        </p:spPr>
        <p:txBody>
          <a:bodyPr wrap="none">
            <a:spAutoFit/>
          </a:bodyPr>
          <a:lstStyle/>
          <a:p>
            <a:pPr>
              <a:defRPr sz="1000" b="1">
                <a:solidFill>
                  <a:srgbClr val="FF5C5C"/>
                </a:solidFill>
                <a:latin typeface="Segoe UI"/>
              </a:defRPr>
            </a:pPr>
            <a:r>
              <a:t>● VAE (Wan 2.1)</a:t>
            </a:r>
          </a:p>
        </p:txBody>
      </p:sp>
      <p:sp>
        <p:nvSpPr>
          <p:cNvPr id="57" name="TextBox 56">
            <a:extLst>
              <a:ext uri="{FF2B5EF4-FFF2-40B4-BE49-F238E27FC236}">
                <a16:creationId xmlns:a16="http://schemas.microsoft.com/office/drawing/2014/main" id="{C890BFCE-08BB-70E7-D8FF-DA3FAC35E71F}"/>
              </a:ext>
            </a:extLst>
          </p:cNvPr>
          <p:cNvSpPr txBox="1"/>
          <p:nvPr/>
        </p:nvSpPr>
        <p:spPr>
          <a:xfrm>
            <a:off x="10204704" y="6542760"/>
            <a:ext cx="1591056" cy="320040"/>
          </a:xfrm>
          <a:prstGeom prst="rect">
            <a:avLst/>
          </a:prstGeom>
          <a:noFill/>
        </p:spPr>
        <p:txBody>
          <a:bodyPr wrap="none">
            <a:spAutoFit/>
          </a:bodyPr>
          <a:lstStyle/>
          <a:p>
            <a:pPr>
              <a:defRPr sz="1000" b="1">
                <a:solidFill>
                  <a:srgbClr val="4C9AFF"/>
                </a:solidFill>
                <a:latin typeface="Segoe UI"/>
              </a:defRPr>
            </a:pPr>
            <a:r>
              <a:t>● IMAGE / VIDEO</a:t>
            </a:r>
          </a:p>
        </p:txBody>
      </p:sp>
    </p:spTree>
    <p:extLst>
      <p:ext uri="{BB962C8B-B14F-4D97-AF65-F5344CB8AC3E}">
        <p14:creationId xmlns:p14="http://schemas.microsoft.com/office/powerpoint/2010/main" val="2615221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31</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BD8EFD89-FFB9-7B51-BCC0-0E474B45DB19}"/>
              </a:ext>
            </a:extLst>
          </p:cNvPr>
          <p:cNvSpPr txBox="1"/>
          <p:nvPr/>
        </p:nvSpPr>
        <p:spPr>
          <a:xfrm>
            <a:off x="539587" y="934675"/>
            <a:ext cx="10972800" cy="274320"/>
          </a:xfrm>
          <a:prstGeom prst="rect">
            <a:avLst/>
          </a:prstGeom>
          <a:noFill/>
        </p:spPr>
        <p:txBody>
          <a:bodyPr wrap="square" lIns="0" tIns="0" rIns="0" bIns="0">
            <a:spAutoFit/>
          </a:bodyPr>
          <a:lstStyle/>
          <a:p>
            <a:pPr>
              <a:defRPr sz="1000" b="1">
                <a:solidFill>
                  <a:srgbClr val="A582FF"/>
                </a:solidFill>
                <a:latin typeface="Segoe UI"/>
              </a:defRPr>
            </a:pPr>
            <a:r>
              <a:rPr dirty="0"/>
              <a:t>NODES #13, #2, #23, #12, #15</a:t>
            </a:r>
          </a:p>
        </p:txBody>
      </p:sp>
      <p:sp>
        <p:nvSpPr>
          <p:cNvPr id="6" name="TextBox 5">
            <a:extLst>
              <a:ext uri="{FF2B5EF4-FFF2-40B4-BE49-F238E27FC236}">
                <a16:creationId xmlns:a16="http://schemas.microsoft.com/office/drawing/2014/main" id="{733E816D-2ADD-82A3-7C62-6238ADD42EE3}"/>
              </a:ext>
            </a:extLst>
          </p:cNvPr>
          <p:cNvSpPr txBox="1"/>
          <p:nvPr/>
        </p:nvSpPr>
        <p:spPr>
          <a:xfrm>
            <a:off x="539587" y="1226737"/>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Node Deep Dive (Part 1): Model Loaders &amp; Sampling Shift</a:t>
            </a:r>
          </a:p>
        </p:txBody>
      </p:sp>
      <p:sp>
        <p:nvSpPr>
          <p:cNvPr id="7" name="Rounded Rectangle 4">
            <a:extLst>
              <a:ext uri="{FF2B5EF4-FFF2-40B4-BE49-F238E27FC236}">
                <a16:creationId xmlns:a16="http://schemas.microsoft.com/office/drawing/2014/main" id="{DBE8A931-B825-FDAD-1630-5DE9F99E33F7}"/>
              </a:ext>
            </a:extLst>
          </p:cNvPr>
          <p:cNvSpPr/>
          <p:nvPr/>
        </p:nvSpPr>
        <p:spPr>
          <a:xfrm>
            <a:off x="539587" y="1768864"/>
            <a:ext cx="3657600" cy="5074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33EEBC52-6A48-5F78-21FF-20CFB9AE4962}"/>
              </a:ext>
            </a:extLst>
          </p:cNvPr>
          <p:cNvSpPr/>
          <p:nvPr/>
        </p:nvSpPr>
        <p:spPr>
          <a:xfrm>
            <a:off x="539587" y="1768864"/>
            <a:ext cx="3657600" cy="384048"/>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Nodes #13 &amp; #2: Video Backbone</a:t>
            </a:r>
          </a:p>
        </p:txBody>
      </p:sp>
      <p:sp>
        <p:nvSpPr>
          <p:cNvPr id="9" name="TextBox 8">
            <a:extLst>
              <a:ext uri="{FF2B5EF4-FFF2-40B4-BE49-F238E27FC236}">
                <a16:creationId xmlns:a16="http://schemas.microsoft.com/office/drawing/2014/main" id="{5BE7022A-55F1-9657-51C4-F9B9B66ED8FD}"/>
              </a:ext>
            </a:extLst>
          </p:cNvPr>
          <p:cNvSpPr txBox="1"/>
          <p:nvPr/>
        </p:nvSpPr>
        <p:spPr>
          <a:xfrm>
            <a:off x="722467" y="2317504"/>
            <a:ext cx="3291840" cy="4389120"/>
          </a:xfrm>
          <a:prstGeom prst="rect">
            <a:avLst/>
          </a:prstGeom>
          <a:noFill/>
        </p:spPr>
        <p:txBody>
          <a:bodyPr wrap="square" lIns="0" tIns="0" rIns="0" bIns="0">
            <a:spAutoFit/>
          </a:bodyPr>
          <a:lstStyle/>
          <a:p>
            <a:pPr>
              <a:spcAft>
                <a:spcPts val="900"/>
              </a:spcAft>
            </a:pPr>
            <a:r>
              <a:rPr sz="1180" b="1">
                <a:solidFill>
                  <a:srgbClr val="A582FF"/>
                </a:solidFill>
                <a:latin typeface="Segoe UI"/>
              </a:rPr>
              <a:t>▸ Node #13: UnetLoaderGGUF: </a:t>
            </a:r>
            <a:r>
              <a:rPr sz="1180">
                <a:solidFill>
                  <a:srgbClr val="F5F7FA"/>
                </a:solidFill>
                <a:latin typeface="Segoe UI"/>
              </a:rPr>
              <a:t>Custom node from 'city96/ComfyUI-GGUF'. Loads the 4-bit quantized diffusion transformer: wan2.2-i2v-rapid-aio-v10-...-Q4_K.gguf.</a:t>
            </a:r>
          </a:p>
          <a:p>
            <a:pPr>
              <a:spcAft>
                <a:spcPts val="900"/>
              </a:spcAft>
            </a:pPr>
            <a:r>
              <a:rPr sz="1180" b="1">
                <a:solidFill>
                  <a:srgbClr val="48CF85"/>
                </a:solidFill>
                <a:latin typeface="Segoe UI"/>
              </a:rPr>
              <a:t>▸ Why 'Rapid AIO'?: </a:t>
            </a:r>
            <a:r>
              <a:rPr sz="1180">
                <a:solidFill>
                  <a:srgbClr val="F5F7FA"/>
                </a:solidFill>
                <a:latin typeface="Segoe UI"/>
              </a:rPr>
              <a:t>This model has Phr00t's Rapid All-In-One acceleration merged in—allowing 4-step video generation without external LoRA nodes.</a:t>
            </a:r>
          </a:p>
          <a:p>
            <a:pPr>
              <a:spcAft>
                <a:spcPts val="900"/>
              </a:spcAft>
            </a:pPr>
            <a:r>
              <a:rPr sz="1180" b="1">
                <a:solidFill>
                  <a:srgbClr val="2ED5B7"/>
                </a:solidFill>
                <a:latin typeface="Segoe UI"/>
              </a:rPr>
              <a:t>▸ Node #2: ModelSamplingSD3: </a:t>
            </a:r>
            <a:r>
              <a:rPr sz="1180">
                <a:solidFill>
                  <a:srgbClr val="F5F7FA"/>
                </a:solidFill>
                <a:latin typeface="Segoe UI"/>
              </a:rPr>
              <a:t>Sits between the UNet Loader and KSampler with 'shift = 8.0'.</a:t>
            </a:r>
          </a:p>
          <a:p>
            <a:pPr>
              <a:spcAft>
                <a:spcPts val="900"/>
              </a:spcAft>
            </a:pPr>
            <a:r>
              <a:rPr sz="1180" b="1">
                <a:solidFill>
                  <a:srgbClr val="FFCC4D"/>
                </a:solidFill>
                <a:latin typeface="Segoe UI"/>
              </a:rPr>
              <a:t>▸ What Does shift = 8.0 Do?: </a:t>
            </a:r>
            <a:r>
              <a:rPr sz="1180">
                <a:solidFill>
                  <a:srgbClr val="F5F7FA"/>
                </a:solidFill>
                <a:latin typeface="Segoe UI"/>
              </a:rPr>
              <a:t>Modern flow-matching video models (like SD3 and Wan 2.2) have high-dimensional 3D latents. Shifting the noise schedule to 8.0 forces the model to spend more steps establishing global motion and structure early on!</a:t>
            </a:r>
          </a:p>
        </p:txBody>
      </p:sp>
      <p:sp>
        <p:nvSpPr>
          <p:cNvPr id="10" name="Rounded Rectangle 7">
            <a:extLst>
              <a:ext uri="{FF2B5EF4-FFF2-40B4-BE49-F238E27FC236}">
                <a16:creationId xmlns:a16="http://schemas.microsoft.com/office/drawing/2014/main" id="{A43FD92A-AEE0-BD0A-4C6B-68A6C2E234FD}"/>
              </a:ext>
            </a:extLst>
          </p:cNvPr>
          <p:cNvSpPr/>
          <p:nvPr/>
        </p:nvSpPr>
        <p:spPr>
          <a:xfrm>
            <a:off x="4380067" y="1768864"/>
            <a:ext cx="3474720" cy="5074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06B5001B-391A-0EFD-8DD6-366B3A5C0755}"/>
              </a:ext>
            </a:extLst>
          </p:cNvPr>
          <p:cNvSpPr/>
          <p:nvPr/>
        </p:nvSpPr>
        <p:spPr>
          <a:xfrm>
            <a:off x="4380067" y="1768864"/>
            <a:ext cx="3474720" cy="38404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 #23: CLIPLoader (Text Brain)</a:t>
            </a:r>
          </a:p>
        </p:txBody>
      </p:sp>
      <p:sp>
        <p:nvSpPr>
          <p:cNvPr id="12" name="TextBox 11">
            <a:extLst>
              <a:ext uri="{FF2B5EF4-FFF2-40B4-BE49-F238E27FC236}">
                <a16:creationId xmlns:a16="http://schemas.microsoft.com/office/drawing/2014/main" id="{DADED377-A859-E79D-D804-80D34EB44D6B}"/>
              </a:ext>
            </a:extLst>
          </p:cNvPr>
          <p:cNvSpPr txBox="1"/>
          <p:nvPr/>
        </p:nvSpPr>
        <p:spPr>
          <a:xfrm>
            <a:off x="4562947" y="2317504"/>
            <a:ext cx="3108960" cy="4389120"/>
          </a:xfrm>
          <a:prstGeom prst="rect">
            <a:avLst/>
          </a:prstGeom>
          <a:noFill/>
        </p:spPr>
        <p:txBody>
          <a:bodyPr wrap="square" lIns="0" tIns="0" rIns="0" bIns="0">
            <a:spAutoFit/>
          </a:bodyPr>
          <a:lstStyle/>
          <a:p>
            <a:pPr>
              <a:spcAft>
                <a:spcPts val="1000"/>
              </a:spcAft>
            </a:pPr>
            <a:r>
              <a:rPr sz="1180" b="1">
                <a:solidFill>
                  <a:srgbClr val="FFCC4D"/>
                </a:solidFill>
                <a:latin typeface="Segoe UI"/>
              </a:rPr>
              <a:t>▸ Model File: </a:t>
            </a:r>
            <a:r>
              <a:rPr sz="1180">
                <a:solidFill>
                  <a:srgbClr val="F5F7FA"/>
                </a:solidFill>
                <a:latin typeface="Segoe UI"/>
              </a:rPr>
              <a:t>split_files/text_encoders/umt5_xxl_fp8_e4m3fn_scaled.safetensors.</a:t>
            </a:r>
          </a:p>
          <a:p>
            <a:pPr>
              <a:spcAft>
                <a:spcPts val="1000"/>
              </a:spcAft>
            </a:pPr>
            <a:r>
              <a:rPr sz="1180" b="1">
                <a:solidFill>
                  <a:srgbClr val="FFCC4D"/>
                </a:solidFill>
                <a:latin typeface="Segoe UI"/>
              </a:rPr>
              <a:t>▸ Widget: type = 'wan': </a:t>
            </a:r>
            <a:r>
              <a:rPr sz="1180">
                <a:solidFill>
                  <a:srgbClr val="F5F7FA"/>
                </a:solidFill>
                <a:latin typeface="Segoe UI"/>
              </a:rPr>
              <a:t>Configures ComfyUI's tokenizer and text embedding parser specifically for the Wan 2.1 / 2.2 architecture.</a:t>
            </a:r>
          </a:p>
          <a:p>
            <a:pPr>
              <a:spcAft>
                <a:spcPts val="1000"/>
              </a:spcAft>
            </a:pPr>
            <a:r>
              <a:rPr sz="1180" b="1">
                <a:solidFill>
                  <a:srgbClr val="48CF85"/>
                </a:solidFill>
                <a:latin typeface="Segoe UI"/>
              </a:rPr>
              <a:t>▸ Widget: device = 'default': </a:t>
            </a:r>
            <a:r>
              <a:rPr sz="1180">
                <a:solidFill>
                  <a:srgbClr val="F5F7FA"/>
                </a:solidFill>
                <a:latin typeface="Segoe UI"/>
              </a:rPr>
              <a:t>Loads the encoder onto GPU during text encoding, then automatically frees VRAM before KSampler starts.</a:t>
            </a:r>
          </a:p>
          <a:p>
            <a:pPr>
              <a:spcAft>
                <a:spcPts val="1000"/>
              </a:spcAft>
            </a:pPr>
            <a:r>
              <a:rPr sz="1180" b="1">
                <a:solidFill>
                  <a:srgbClr val="FF914D"/>
                </a:solidFill>
                <a:latin typeface="Segoe UI"/>
              </a:rPr>
              <a:t>▸ Outputs: </a:t>
            </a:r>
            <a:r>
              <a:rPr sz="1180">
                <a:solidFill>
                  <a:srgbClr val="F5F7FA"/>
                </a:solidFill>
                <a:latin typeface="Segoe UI"/>
              </a:rPr>
              <a:t>Sends CLIP links (41 &amp; 42) to both the Positive (#5) and Negative (#4) CLIPTextEncode nodes.</a:t>
            </a:r>
          </a:p>
        </p:txBody>
      </p:sp>
      <p:sp>
        <p:nvSpPr>
          <p:cNvPr id="13" name="Rounded Rectangle 10">
            <a:extLst>
              <a:ext uri="{FF2B5EF4-FFF2-40B4-BE49-F238E27FC236}">
                <a16:creationId xmlns:a16="http://schemas.microsoft.com/office/drawing/2014/main" id="{C192D0A2-1F4A-0B7D-203F-DC8FD79C0DAB}"/>
              </a:ext>
            </a:extLst>
          </p:cNvPr>
          <p:cNvSpPr/>
          <p:nvPr/>
        </p:nvSpPr>
        <p:spPr>
          <a:xfrm>
            <a:off x="8037667" y="1768864"/>
            <a:ext cx="3593592" cy="5074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B1F8C92A-3B23-7166-4154-70BA1038F339}"/>
              </a:ext>
            </a:extLst>
          </p:cNvPr>
          <p:cNvSpPr/>
          <p:nvPr/>
        </p:nvSpPr>
        <p:spPr>
          <a:xfrm>
            <a:off x="8037667" y="1768864"/>
            <a:ext cx="3593592" cy="384048"/>
          </a:xfrm>
          <a:prstGeom prst="roundRect">
            <a:avLst>
              <a:gd name="adj" fmla="val 8000"/>
            </a:avLst>
          </a:prstGeom>
          <a:solidFill>
            <a:srgbClr val="66D9E8"/>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Nodes #12 &amp; #15: Vision &amp; VAE</a:t>
            </a:r>
          </a:p>
        </p:txBody>
      </p:sp>
      <p:sp>
        <p:nvSpPr>
          <p:cNvPr id="15" name="TextBox 14">
            <a:extLst>
              <a:ext uri="{FF2B5EF4-FFF2-40B4-BE49-F238E27FC236}">
                <a16:creationId xmlns:a16="http://schemas.microsoft.com/office/drawing/2014/main" id="{25A85C97-5559-4CF0-BB2B-496EF67BB571}"/>
              </a:ext>
            </a:extLst>
          </p:cNvPr>
          <p:cNvSpPr txBox="1"/>
          <p:nvPr/>
        </p:nvSpPr>
        <p:spPr>
          <a:xfrm>
            <a:off x="8220547" y="2317504"/>
            <a:ext cx="3227832" cy="4389120"/>
          </a:xfrm>
          <a:prstGeom prst="rect">
            <a:avLst/>
          </a:prstGeom>
          <a:noFill/>
        </p:spPr>
        <p:txBody>
          <a:bodyPr wrap="square" lIns="0" tIns="0" rIns="0" bIns="0">
            <a:spAutoFit/>
          </a:bodyPr>
          <a:lstStyle/>
          <a:p>
            <a:pPr>
              <a:spcAft>
                <a:spcPts val="1000"/>
              </a:spcAft>
            </a:pPr>
            <a:r>
              <a:rPr sz="1180" b="1">
                <a:solidFill>
                  <a:srgbClr val="66D9E8"/>
                </a:solidFill>
                <a:latin typeface="Segoe UI"/>
              </a:rPr>
              <a:t>▸ Node #12: CLIPVisionLoader: </a:t>
            </a:r>
            <a:r>
              <a:rPr sz="1180">
                <a:solidFill>
                  <a:srgbClr val="F5F7FA"/>
                </a:solidFill>
                <a:latin typeface="Segoe UI"/>
              </a:rPr>
              <a:t>Loads 'clip_vision_h.safetensors'. Acts as the visual perception model that reads your starting image's style and subject identity.</a:t>
            </a:r>
          </a:p>
          <a:p>
            <a:pPr>
              <a:spcAft>
                <a:spcPts val="1000"/>
              </a:spcAft>
            </a:pPr>
            <a:r>
              <a:rPr sz="1180" b="1">
                <a:solidFill>
                  <a:srgbClr val="FF5C5C"/>
                </a:solidFill>
                <a:latin typeface="Segoe UI"/>
              </a:rPr>
              <a:t>▸ Node #15: VAELoader: </a:t>
            </a:r>
            <a:r>
              <a:rPr sz="1180">
                <a:solidFill>
                  <a:srgbClr val="F5F7FA"/>
                </a:solidFill>
                <a:latin typeface="Segoe UI"/>
              </a:rPr>
              <a:t>Loads 'wan_2.1_vae.safetensors' (note: Wan 2.2 uses the exact same 3D VAE architecture as Wan 2.1!).</a:t>
            </a:r>
          </a:p>
          <a:p>
            <a:pPr>
              <a:spcAft>
                <a:spcPts val="1000"/>
              </a:spcAft>
            </a:pPr>
            <a:r>
              <a:rPr sz="1180" b="1">
                <a:solidFill>
                  <a:srgbClr val="FF5C5C"/>
                </a:solidFill>
                <a:latin typeface="Segoe UI"/>
              </a:rPr>
              <a:t>▸ Why VAE Connects Twice: </a:t>
            </a:r>
            <a:r>
              <a:rPr sz="1180">
                <a:solidFill>
                  <a:srgbClr val="F5F7FA"/>
                </a:solidFill>
                <a:latin typeface="Segoe UI"/>
              </a:rPr>
              <a:t>Link 25 goes to WanImageToVideo (#9) to compress 'tiger.png' into latent space; Link 24 goes to VAEDecode (#7) to turn the finished video latents back into pixels.</a:t>
            </a:r>
          </a:p>
        </p:txBody>
      </p:sp>
    </p:spTree>
    <p:extLst>
      <p:ext uri="{BB962C8B-B14F-4D97-AF65-F5344CB8AC3E}">
        <p14:creationId xmlns:p14="http://schemas.microsoft.com/office/powerpoint/2010/main" val="66763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32</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3BEB874B-35D7-9AEF-560A-97995D8E1520}"/>
              </a:ext>
            </a:extLst>
          </p:cNvPr>
          <p:cNvSpPr txBox="1"/>
          <p:nvPr/>
        </p:nvSpPr>
        <p:spPr>
          <a:xfrm>
            <a:off x="548640" y="998044"/>
            <a:ext cx="10972800" cy="274320"/>
          </a:xfrm>
          <a:prstGeom prst="rect">
            <a:avLst/>
          </a:prstGeom>
          <a:noFill/>
        </p:spPr>
        <p:txBody>
          <a:bodyPr wrap="square" lIns="0" tIns="0" rIns="0" bIns="0">
            <a:spAutoFit/>
          </a:bodyPr>
          <a:lstStyle/>
          <a:p>
            <a:pPr>
              <a:defRPr sz="1000" b="1">
                <a:solidFill>
                  <a:srgbClr val="4C9AFF"/>
                </a:solidFill>
                <a:latin typeface="Segoe UI"/>
              </a:defRPr>
            </a:pPr>
            <a:r>
              <a:rPr dirty="0"/>
              <a:t>NODES #10, #16, #11, #5, #4</a:t>
            </a:r>
          </a:p>
        </p:txBody>
      </p:sp>
      <p:sp>
        <p:nvSpPr>
          <p:cNvPr id="6" name="TextBox 5">
            <a:extLst>
              <a:ext uri="{FF2B5EF4-FFF2-40B4-BE49-F238E27FC236}">
                <a16:creationId xmlns:a16="http://schemas.microsoft.com/office/drawing/2014/main" id="{9387DE84-44A7-2B9A-2819-63245490FD39}"/>
              </a:ext>
            </a:extLst>
          </p:cNvPr>
          <p:cNvSpPr txBox="1"/>
          <p:nvPr/>
        </p:nvSpPr>
        <p:spPr>
          <a:xfrm>
            <a:off x="548640" y="1235783"/>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Node Deep Dive (Part 2): Image Prep &amp; Dual Conditioning</a:t>
            </a:r>
          </a:p>
        </p:txBody>
      </p:sp>
      <p:sp>
        <p:nvSpPr>
          <p:cNvPr id="7" name="Rounded Rectangle 4">
            <a:extLst>
              <a:ext uri="{FF2B5EF4-FFF2-40B4-BE49-F238E27FC236}">
                <a16:creationId xmlns:a16="http://schemas.microsoft.com/office/drawing/2014/main" id="{D63792FD-6090-0FE8-254D-03FBE9A6C7A4}"/>
              </a:ext>
            </a:extLst>
          </p:cNvPr>
          <p:cNvSpPr/>
          <p:nvPr/>
        </p:nvSpPr>
        <p:spPr>
          <a:xfrm>
            <a:off x="548640" y="1759805"/>
            <a:ext cx="5486400" cy="5074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B65474A1-49CF-FF61-7688-85F8835A3FC7}"/>
              </a:ext>
            </a:extLst>
          </p:cNvPr>
          <p:cNvSpPr/>
          <p:nvPr/>
        </p:nvSpPr>
        <p:spPr>
          <a:xfrm>
            <a:off x="548640" y="1759805"/>
            <a:ext cx="5486400" cy="384048"/>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Nodes #10 &amp; #16: LoadImage &amp; ImageResizeKJv2</a:t>
            </a:r>
          </a:p>
        </p:txBody>
      </p:sp>
      <p:sp>
        <p:nvSpPr>
          <p:cNvPr id="9" name="TextBox 8">
            <a:extLst>
              <a:ext uri="{FF2B5EF4-FFF2-40B4-BE49-F238E27FC236}">
                <a16:creationId xmlns:a16="http://schemas.microsoft.com/office/drawing/2014/main" id="{D7C268BA-62EF-6FDD-B97C-73BFDFA38FD8}"/>
              </a:ext>
            </a:extLst>
          </p:cNvPr>
          <p:cNvSpPr txBox="1"/>
          <p:nvPr/>
        </p:nvSpPr>
        <p:spPr>
          <a:xfrm>
            <a:off x="731520" y="2308445"/>
            <a:ext cx="5120640" cy="4389120"/>
          </a:xfrm>
          <a:prstGeom prst="rect">
            <a:avLst/>
          </a:prstGeom>
          <a:noFill/>
        </p:spPr>
        <p:txBody>
          <a:bodyPr wrap="square" lIns="0" tIns="0" rIns="0" bIns="0">
            <a:spAutoFit/>
          </a:bodyPr>
          <a:lstStyle/>
          <a:p>
            <a:pPr>
              <a:spcAft>
                <a:spcPts val="800"/>
              </a:spcAft>
            </a:pPr>
            <a:r>
              <a:rPr sz="1150" b="1">
                <a:solidFill>
                  <a:srgbClr val="4C9AFF"/>
                </a:solidFill>
                <a:latin typeface="Segoe UI"/>
              </a:rPr>
              <a:t>▸ Node #10: LoadImage: </a:t>
            </a:r>
            <a:r>
              <a:rPr sz="1150">
                <a:solidFill>
                  <a:srgbClr val="F5F7FA"/>
                </a:solidFill>
                <a:latin typeface="Segoe UI"/>
              </a:rPr>
              <a:t>Loads your starting frame ('tiger.png'). You can click 'Choose file to upload' to replace it with any photo.</a:t>
            </a:r>
          </a:p>
          <a:p>
            <a:pPr>
              <a:spcAft>
                <a:spcPts val="800"/>
              </a:spcAft>
            </a:pPr>
            <a:r>
              <a:rPr sz="1150" b="1">
                <a:solidFill>
                  <a:srgbClr val="4C9AFF"/>
                </a:solidFill>
                <a:latin typeface="Segoe UI"/>
              </a:rPr>
              <a:t>▸ Node #16: ImageResizeKJv2: </a:t>
            </a:r>
            <a:r>
              <a:rPr sz="1150">
                <a:solidFill>
                  <a:srgbClr val="F5F7FA"/>
                </a:solidFill>
                <a:latin typeface="Segoe UI"/>
              </a:rPr>
              <a:t>From 'kijai/ComfyUI-KJNodes'. Resizes the input image to width = 512, height = 512 using high-quality 'lanczos' resampling.</a:t>
            </a:r>
          </a:p>
          <a:p>
            <a:pPr>
              <a:spcAft>
                <a:spcPts val="800"/>
              </a:spcAft>
            </a:pPr>
            <a:r>
              <a:rPr sz="1150" b="1">
                <a:solidFill>
                  <a:srgbClr val="48CF85"/>
                </a:solidFill>
                <a:latin typeface="Segoe UI"/>
              </a:rPr>
              <a:t>▸ Smart Proportion Handling: </a:t>
            </a:r>
            <a:r>
              <a:rPr sz="1150">
                <a:solidFill>
                  <a:srgbClr val="F5F7FA"/>
                </a:solidFill>
                <a:latin typeface="Segoe UI"/>
              </a:rPr>
              <a:t>Set to keep_proportion = 'crop' and crop_position = 'center' so images of any aspect ratio won't look squished or stretched.</a:t>
            </a:r>
          </a:p>
          <a:p>
            <a:pPr>
              <a:spcAft>
                <a:spcPts val="800"/>
              </a:spcAft>
            </a:pPr>
            <a:r>
              <a:rPr sz="1150" b="1">
                <a:solidFill>
                  <a:srgbClr val="A8B3CF"/>
                </a:solidFill>
                <a:latin typeface="Segoe UI"/>
              </a:rPr>
              <a:t>▸ divisible_by = 2: </a:t>
            </a:r>
            <a:r>
              <a:rPr sz="1150">
                <a:solidFill>
                  <a:srgbClr val="F5F7FA"/>
                </a:solidFill>
                <a:latin typeface="Segoe UI"/>
              </a:rPr>
              <a:t>Ensures pixel dimensions are cleanly divisible for VAE/Latent downsampling.</a:t>
            </a:r>
          </a:p>
          <a:p>
            <a:pPr>
              <a:spcAft>
                <a:spcPts val="800"/>
              </a:spcAft>
            </a:pPr>
            <a:r>
              <a:rPr sz="1150" b="1">
                <a:solidFill>
                  <a:srgbClr val="FFCC4D"/>
                </a:solidFill>
                <a:latin typeface="Segoe UI"/>
              </a:rPr>
              <a:t>▸ Clever INT Wiring Trick (Links 33 &amp; 34): </a:t>
            </a:r>
            <a:r>
              <a:rPr sz="1150">
                <a:solidFill>
                  <a:srgbClr val="F5F7FA"/>
                </a:solidFill>
                <a:latin typeface="Segoe UI"/>
              </a:rPr>
              <a:t>Notice that Node #16's 'width' and 'height' outputs are wired directly into Node #9 (WanImageToVideo)! Even though Node #9 says 640×640 on its widget, Node #16 overrides it to 512×512 automatically—change resolution in ONE place!</a:t>
            </a:r>
          </a:p>
        </p:txBody>
      </p:sp>
      <p:sp>
        <p:nvSpPr>
          <p:cNvPr id="10" name="Rounded Rectangle 7">
            <a:extLst>
              <a:ext uri="{FF2B5EF4-FFF2-40B4-BE49-F238E27FC236}">
                <a16:creationId xmlns:a16="http://schemas.microsoft.com/office/drawing/2014/main" id="{77EBF2EC-65D1-0FCF-70E9-7A3A6531FAD7}"/>
              </a:ext>
            </a:extLst>
          </p:cNvPr>
          <p:cNvSpPr/>
          <p:nvPr/>
        </p:nvSpPr>
        <p:spPr>
          <a:xfrm>
            <a:off x="6263640" y="1759805"/>
            <a:ext cx="5376672" cy="23317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1D46A229-7C0C-2BEC-6C37-EC6FECAEF737}"/>
              </a:ext>
            </a:extLst>
          </p:cNvPr>
          <p:cNvSpPr/>
          <p:nvPr/>
        </p:nvSpPr>
        <p:spPr>
          <a:xfrm>
            <a:off x="6263640" y="1759805"/>
            <a:ext cx="5376672" cy="384048"/>
          </a:xfrm>
          <a:prstGeom prst="roundRect">
            <a:avLst>
              <a:gd name="adj" fmla="val 8000"/>
            </a:avLst>
          </a:prstGeom>
          <a:solidFill>
            <a:srgbClr val="66D9E8"/>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 #11: CLIPVisionEncode</a:t>
            </a:r>
          </a:p>
        </p:txBody>
      </p:sp>
      <p:sp>
        <p:nvSpPr>
          <p:cNvPr id="12" name="TextBox 11">
            <a:extLst>
              <a:ext uri="{FF2B5EF4-FFF2-40B4-BE49-F238E27FC236}">
                <a16:creationId xmlns:a16="http://schemas.microsoft.com/office/drawing/2014/main" id="{C633D96C-AE84-BF0D-DE96-CB68692373A3}"/>
              </a:ext>
            </a:extLst>
          </p:cNvPr>
          <p:cNvSpPr txBox="1"/>
          <p:nvPr/>
        </p:nvSpPr>
        <p:spPr>
          <a:xfrm>
            <a:off x="6446520" y="2253581"/>
            <a:ext cx="5010912" cy="1737360"/>
          </a:xfrm>
          <a:prstGeom prst="rect">
            <a:avLst/>
          </a:prstGeom>
          <a:noFill/>
        </p:spPr>
        <p:txBody>
          <a:bodyPr wrap="square" lIns="0" tIns="0" rIns="0" bIns="0">
            <a:spAutoFit/>
          </a:bodyPr>
          <a:lstStyle/>
          <a:p>
            <a:pPr>
              <a:spcAft>
                <a:spcPts val="800"/>
              </a:spcAft>
            </a:pPr>
            <a:r>
              <a:rPr sz="1150" b="1">
                <a:solidFill>
                  <a:srgbClr val="66D9E8"/>
                </a:solidFill>
                <a:latin typeface="Segoe UI"/>
              </a:rPr>
              <a:t>▸ Inputs: </a:t>
            </a:r>
            <a:r>
              <a:rPr sz="1150">
                <a:solidFill>
                  <a:srgbClr val="F5F7FA"/>
                </a:solidFill>
                <a:latin typeface="Segoe UI"/>
              </a:rPr>
              <a:t>Receives CLIP_VISION from Node #12 and the resized 512×512 IMAGE from Node #16 (with crop = 'center').</a:t>
            </a:r>
          </a:p>
          <a:p>
            <a:pPr>
              <a:spcAft>
                <a:spcPts val="800"/>
              </a:spcAft>
            </a:pPr>
            <a:r>
              <a:rPr sz="1150" b="1">
                <a:solidFill>
                  <a:srgbClr val="66D9E8"/>
                </a:solidFill>
                <a:latin typeface="Segoe UI"/>
              </a:rPr>
              <a:t>▸ Function: </a:t>
            </a:r>
            <a:r>
              <a:rPr sz="1150">
                <a:solidFill>
                  <a:srgbClr val="F5F7FA"/>
                </a:solidFill>
                <a:latin typeface="Segoe UI"/>
              </a:rPr>
              <a:t>Converts the starting image into high-level visual embeddings (CLIP_VISION_OUTPUT, link 12) so the video model remembers the tiger's stripes, fur, and lighting throughout all 81 frames.</a:t>
            </a:r>
          </a:p>
        </p:txBody>
      </p:sp>
      <p:sp>
        <p:nvSpPr>
          <p:cNvPr id="13" name="Rounded Rectangle 10">
            <a:extLst>
              <a:ext uri="{FF2B5EF4-FFF2-40B4-BE49-F238E27FC236}">
                <a16:creationId xmlns:a16="http://schemas.microsoft.com/office/drawing/2014/main" id="{F4DB25C2-D15A-3797-0891-1CDEE590E621}"/>
              </a:ext>
            </a:extLst>
          </p:cNvPr>
          <p:cNvSpPr/>
          <p:nvPr/>
        </p:nvSpPr>
        <p:spPr>
          <a:xfrm>
            <a:off x="6263640" y="4320124"/>
            <a:ext cx="5376672" cy="251460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4196C9DC-1EC7-18F6-DA5B-3A9750EF53AA}"/>
              </a:ext>
            </a:extLst>
          </p:cNvPr>
          <p:cNvSpPr/>
          <p:nvPr/>
        </p:nvSpPr>
        <p:spPr>
          <a:xfrm>
            <a:off x="6263640" y="4320124"/>
            <a:ext cx="5376672" cy="38404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Nodes #5 &amp; #4: Positive &amp; Negative Prompts</a:t>
            </a:r>
          </a:p>
        </p:txBody>
      </p:sp>
      <p:sp>
        <p:nvSpPr>
          <p:cNvPr id="15" name="TextBox 14">
            <a:extLst>
              <a:ext uri="{FF2B5EF4-FFF2-40B4-BE49-F238E27FC236}">
                <a16:creationId xmlns:a16="http://schemas.microsoft.com/office/drawing/2014/main" id="{EA5A011A-DF56-A9A4-0A60-D630EE2A7EAF}"/>
              </a:ext>
            </a:extLst>
          </p:cNvPr>
          <p:cNvSpPr txBox="1"/>
          <p:nvPr/>
        </p:nvSpPr>
        <p:spPr>
          <a:xfrm>
            <a:off x="6446520" y="4813901"/>
            <a:ext cx="5010912" cy="1920240"/>
          </a:xfrm>
          <a:prstGeom prst="rect">
            <a:avLst/>
          </a:prstGeom>
          <a:noFill/>
        </p:spPr>
        <p:txBody>
          <a:bodyPr wrap="square" lIns="0" tIns="0" rIns="0" bIns="0">
            <a:spAutoFit/>
          </a:bodyPr>
          <a:lstStyle/>
          <a:p>
            <a:pPr>
              <a:spcAft>
                <a:spcPts val="700"/>
              </a:spcAft>
            </a:pPr>
            <a:r>
              <a:rPr sz="1150" b="1">
                <a:solidFill>
                  <a:srgbClr val="48CF85"/>
                </a:solidFill>
                <a:latin typeface="Segoe UI"/>
              </a:rPr>
              <a:t>▸ Node #5: Positive Input (Green): </a:t>
            </a:r>
            <a:r>
              <a:rPr sz="1150">
                <a:solidFill>
                  <a:srgbClr val="F5F7FA"/>
                </a:solidFill>
                <a:latin typeface="Segoe UI"/>
              </a:rPr>
              <a:t>Prompt: 'The tiger across the road'. Describes the desired motion/action from the starting image.</a:t>
            </a:r>
          </a:p>
          <a:p>
            <a:pPr>
              <a:spcAft>
                <a:spcPts val="700"/>
              </a:spcAft>
            </a:pPr>
            <a:r>
              <a:rPr sz="1150" b="1">
                <a:solidFill>
                  <a:srgbClr val="FF5C5C"/>
                </a:solidFill>
                <a:latin typeface="Segoe UI"/>
              </a:rPr>
              <a:t>▸ Node #4: Negative (leave blank) (Red): </a:t>
            </a:r>
            <a:r>
              <a:rPr sz="1150">
                <a:solidFill>
                  <a:srgbClr val="F5F7FA"/>
                </a:solidFill>
                <a:latin typeface="Segoe UI"/>
              </a:rPr>
              <a:t>Widget text is empty (''). Why don't we write 'blurry, low quality' here?</a:t>
            </a:r>
          </a:p>
          <a:p>
            <a:pPr>
              <a:spcAft>
                <a:spcPts val="700"/>
              </a:spcAft>
            </a:pPr>
            <a:r>
              <a:rPr sz="1150" b="1">
                <a:solidFill>
                  <a:srgbClr val="FFCC4D"/>
                </a:solidFill>
                <a:latin typeface="Segoe UI"/>
              </a:rPr>
              <a:t>▸ Why Negative is Blank!: </a:t>
            </a:r>
            <a:r>
              <a:rPr sz="1150">
                <a:solidFill>
                  <a:srgbClr val="F5F7FA"/>
                </a:solidFill>
                <a:latin typeface="Segoe UI"/>
              </a:rPr>
              <a:t>Because our KSampler uses CFG = 1.0! At CFG = 1.0, Classifier-Free Guidance mathematically skips negative prompt evaluation—cutting generation time in half!</a:t>
            </a:r>
          </a:p>
        </p:txBody>
      </p:sp>
    </p:spTree>
    <p:extLst>
      <p:ext uri="{BB962C8B-B14F-4D97-AF65-F5344CB8AC3E}">
        <p14:creationId xmlns:p14="http://schemas.microsoft.com/office/powerpoint/2010/main" val="869266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33</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FDC70968-0761-A707-301D-83E27AD90545}"/>
              </a:ext>
            </a:extLst>
          </p:cNvPr>
          <p:cNvSpPr txBox="1"/>
          <p:nvPr/>
        </p:nvSpPr>
        <p:spPr>
          <a:xfrm>
            <a:off x="548640" y="862239"/>
            <a:ext cx="10972800" cy="274320"/>
          </a:xfrm>
          <a:prstGeom prst="rect">
            <a:avLst/>
          </a:prstGeom>
          <a:noFill/>
        </p:spPr>
        <p:txBody>
          <a:bodyPr wrap="square" lIns="0" tIns="0" rIns="0" bIns="0">
            <a:spAutoFit/>
          </a:bodyPr>
          <a:lstStyle/>
          <a:p>
            <a:pPr>
              <a:defRPr sz="1000" b="1">
                <a:solidFill>
                  <a:srgbClr val="2ED5B7"/>
                </a:solidFill>
                <a:latin typeface="Segoe UI"/>
              </a:defRPr>
            </a:pPr>
            <a:r>
              <a:rPr dirty="0"/>
              <a:t>THE MULTIPLEXER BRIDGE NODE</a:t>
            </a:r>
          </a:p>
        </p:txBody>
      </p:sp>
      <p:sp>
        <p:nvSpPr>
          <p:cNvPr id="6" name="TextBox 5">
            <a:extLst>
              <a:ext uri="{FF2B5EF4-FFF2-40B4-BE49-F238E27FC236}">
                <a16:creationId xmlns:a16="http://schemas.microsoft.com/office/drawing/2014/main" id="{8D8C3164-E6F2-A6A3-2963-BBF67F8CB90E}"/>
              </a:ext>
            </a:extLst>
          </p:cNvPr>
          <p:cNvSpPr txBox="1"/>
          <p:nvPr/>
        </p:nvSpPr>
        <p:spPr>
          <a:xfrm>
            <a:off x="548640" y="1072823"/>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Node Deep Dive (Part 3): </a:t>
            </a:r>
            <a:r>
              <a:rPr dirty="0" err="1">
                <a:solidFill>
                  <a:schemeClr val="tx1">
                    <a:lumMod val="95000"/>
                    <a:lumOff val="5000"/>
                  </a:schemeClr>
                </a:solidFill>
              </a:rPr>
              <a:t>WanImageToVideo</a:t>
            </a:r>
            <a:r>
              <a:rPr dirty="0">
                <a:solidFill>
                  <a:schemeClr val="tx1">
                    <a:lumMod val="95000"/>
                    <a:lumOff val="5000"/>
                  </a:schemeClr>
                </a:solidFill>
              </a:rPr>
              <a:t> (Node #9 — The Core I2V Hub)</a:t>
            </a:r>
          </a:p>
        </p:txBody>
      </p:sp>
      <p:sp>
        <p:nvSpPr>
          <p:cNvPr id="7" name="Rounded Rectangle 4">
            <a:extLst>
              <a:ext uri="{FF2B5EF4-FFF2-40B4-BE49-F238E27FC236}">
                <a16:creationId xmlns:a16="http://schemas.microsoft.com/office/drawing/2014/main" id="{082E350C-91DB-E0EB-758A-E98422811224}"/>
              </a:ext>
            </a:extLst>
          </p:cNvPr>
          <p:cNvSpPr/>
          <p:nvPr/>
        </p:nvSpPr>
        <p:spPr>
          <a:xfrm>
            <a:off x="548640" y="1541801"/>
            <a:ext cx="11091672" cy="841248"/>
          </a:xfrm>
          <a:prstGeom prst="roundRect">
            <a:avLst>
              <a:gd name="adj" fmla="val 4000"/>
            </a:avLst>
          </a:prstGeom>
          <a:solidFill>
            <a:srgbClr val="242C3E"/>
          </a:solidFill>
          <a:ln w="15240">
            <a:solidFill>
              <a:srgbClr val="2ED5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49054F1-8ADF-652D-F18E-4AD6BDA83E78}"/>
              </a:ext>
            </a:extLst>
          </p:cNvPr>
          <p:cNvSpPr txBox="1"/>
          <p:nvPr/>
        </p:nvSpPr>
        <p:spPr>
          <a:xfrm>
            <a:off x="749808" y="1614953"/>
            <a:ext cx="10698480" cy="694944"/>
          </a:xfrm>
          <a:prstGeom prst="rect">
            <a:avLst/>
          </a:prstGeom>
          <a:noFill/>
        </p:spPr>
        <p:txBody>
          <a:bodyPr wrap="square">
            <a:spAutoFit/>
          </a:bodyPr>
          <a:lstStyle/>
          <a:p>
            <a:pPr>
              <a:defRPr sz="1400" b="1">
                <a:solidFill>
                  <a:srgbClr val="2ED5B7"/>
                </a:solidFill>
                <a:latin typeface="Segoe UI"/>
              </a:defRPr>
            </a:pPr>
            <a:r>
              <a:t>Role of Node #9 (WanImageToVideo): </a:t>
            </a:r>
            <a:r>
              <a:rPr sz="1250" b="0">
                <a:solidFill>
                  <a:srgbClr val="F5F7FA"/>
                </a:solidFill>
                <a:latin typeface="Segoe UI"/>
              </a:rPr>
              <a:t>In Text-to-Image, 'Empty Latent Image' simply created blank noise. In Image-to-Video, WanImageToVideo acts as the central hub that fuses your Text Prompts, CLIP Vision features, and VAE-encoded Start Image into video conditioning + an 81-frame 3D latent!</a:t>
            </a:r>
          </a:p>
        </p:txBody>
      </p:sp>
      <p:graphicFrame>
        <p:nvGraphicFramePr>
          <p:cNvPr id="9" name="Table 8">
            <a:extLst>
              <a:ext uri="{FF2B5EF4-FFF2-40B4-BE49-F238E27FC236}">
                <a16:creationId xmlns:a16="http://schemas.microsoft.com/office/drawing/2014/main" id="{AF195731-61D2-490E-6CD7-48A044231604}"/>
              </a:ext>
            </a:extLst>
          </p:cNvPr>
          <p:cNvGraphicFramePr>
            <a:graphicFrameLocks noGrp="1"/>
          </p:cNvGraphicFramePr>
          <p:nvPr>
            <p:extLst>
              <p:ext uri="{D42A27DB-BD31-4B8C-83A1-F6EECF244321}">
                <p14:modId xmlns:p14="http://schemas.microsoft.com/office/powerpoint/2010/main" val="3532870529"/>
              </p:ext>
            </p:extLst>
          </p:nvPr>
        </p:nvGraphicFramePr>
        <p:xfrm>
          <a:off x="548640" y="2501921"/>
          <a:ext cx="11091672" cy="43434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394854">
                <a:tc>
                  <a:txBody>
                    <a:bodyPr/>
                    <a:lstStyle/>
                    <a:p>
                      <a:pPr>
                        <a:defRPr sz="1150" b="1">
                          <a:solidFill>
                            <a:srgbClr val="141821"/>
                          </a:solidFill>
                          <a:latin typeface="Segoe UI"/>
                        </a:defRPr>
                      </a:pPr>
                      <a:r>
                        <a:t>Port / Widget Name</a:t>
                      </a:r>
                    </a:p>
                  </a:txBody>
                  <a:tcPr anchor="ctr">
                    <a:solidFill>
                      <a:srgbClr val="2ED5B7"/>
                    </a:solidFill>
                  </a:tcPr>
                </a:tc>
                <a:tc>
                  <a:txBody>
                    <a:bodyPr/>
                    <a:lstStyle/>
                    <a:p>
                      <a:pPr>
                        <a:defRPr sz="1150" b="1">
                          <a:solidFill>
                            <a:srgbClr val="141821"/>
                          </a:solidFill>
                          <a:latin typeface="Segoe UI"/>
                        </a:defRPr>
                      </a:pPr>
                      <a:r>
                        <a:t>Type / Value in JSON</a:t>
                      </a:r>
                    </a:p>
                  </a:txBody>
                  <a:tcPr anchor="ctr">
                    <a:solidFill>
                      <a:srgbClr val="2ED5B7"/>
                    </a:solidFill>
                  </a:tcPr>
                </a:tc>
                <a:tc>
                  <a:txBody>
                    <a:bodyPr/>
                    <a:lstStyle/>
                    <a:p>
                      <a:pPr>
                        <a:defRPr sz="1150" b="1">
                          <a:solidFill>
                            <a:srgbClr val="141821"/>
                          </a:solidFill>
                          <a:latin typeface="Segoe UI"/>
                        </a:defRPr>
                      </a:pPr>
                      <a:r>
                        <a:t>Connected From / To</a:t>
                      </a:r>
                    </a:p>
                  </a:txBody>
                  <a:tcPr anchor="ctr">
                    <a:solidFill>
                      <a:srgbClr val="2ED5B7"/>
                    </a:solidFill>
                  </a:tcPr>
                </a:tc>
                <a:tc>
                  <a:txBody>
                    <a:bodyPr/>
                    <a:lstStyle/>
                    <a:p>
                      <a:pPr>
                        <a:defRPr sz="1150" b="1">
                          <a:solidFill>
                            <a:srgbClr val="141821"/>
                          </a:solidFill>
                          <a:latin typeface="Segoe UI"/>
                        </a:defRPr>
                      </a:pPr>
                      <a:r>
                        <a:t>What It Does in the Workflow</a:t>
                      </a:r>
                    </a:p>
                  </a:txBody>
                  <a:tcPr anchor="ctr">
                    <a:solidFill>
                      <a:srgbClr val="2ED5B7"/>
                    </a:solidFill>
                  </a:tcPr>
                </a:tc>
                <a:extLst>
                  <a:ext uri="{0D108BD9-81ED-4DB2-BD59-A6C34878D82A}">
                    <a16:rowId xmlns:a16="http://schemas.microsoft.com/office/drawing/2014/main" val="10000"/>
                  </a:ext>
                </a:extLst>
              </a:tr>
              <a:tr h="394854">
                <a:tc>
                  <a:txBody>
                    <a:bodyPr/>
                    <a:lstStyle/>
                    <a:p>
                      <a:pPr>
                        <a:defRPr sz="1050" b="1">
                          <a:solidFill>
                            <a:srgbClr val="2ED5B7"/>
                          </a:solidFill>
                          <a:latin typeface="Consolas"/>
                        </a:defRPr>
                      </a:pPr>
                      <a:r>
                        <a:t>positive (Input)</a:t>
                      </a:r>
                    </a:p>
                  </a:txBody>
                  <a:tcPr anchor="ctr">
                    <a:solidFill>
                      <a:srgbClr val="1C2230"/>
                    </a:solidFill>
                  </a:tcPr>
                </a:tc>
                <a:tc>
                  <a:txBody>
                    <a:bodyPr/>
                    <a:lstStyle/>
                    <a:p>
                      <a:pPr>
                        <a:defRPr sz="1050" b="0">
                          <a:solidFill>
                            <a:srgbClr val="FFCC4D"/>
                          </a:solidFill>
                          <a:latin typeface="Consolas"/>
                        </a:defRPr>
                      </a:pPr>
                      <a:r>
                        <a:t>CONDITIONING</a:t>
                      </a:r>
                    </a:p>
                  </a:txBody>
                  <a:tcPr anchor="ctr">
                    <a:solidFill>
                      <a:srgbClr val="1C2230"/>
                    </a:solidFill>
                  </a:tcPr>
                </a:tc>
                <a:tc>
                  <a:txBody>
                    <a:bodyPr/>
                    <a:lstStyle/>
                    <a:p>
                      <a:pPr>
                        <a:defRPr sz="1050" b="0">
                          <a:solidFill>
                            <a:srgbClr val="A8B3CF"/>
                          </a:solidFill>
                          <a:latin typeface="Segoe UI"/>
                        </a:defRPr>
                      </a:pPr>
                      <a:r>
                        <a:t>From #5 CLIPTextEncode (+)</a:t>
                      </a:r>
                    </a:p>
                  </a:txBody>
                  <a:tcPr anchor="ctr">
                    <a:solidFill>
                      <a:srgbClr val="1C2230"/>
                    </a:solidFill>
                  </a:tcPr>
                </a:tc>
                <a:tc>
                  <a:txBody>
                    <a:bodyPr/>
                    <a:lstStyle/>
                    <a:p>
                      <a:pPr>
                        <a:defRPr sz="1050" b="0">
                          <a:solidFill>
                            <a:srgbClr val="F5F7FA"/>
                          </a:solidFill>
                          <a:latin typeface="Segoe UI"/>
                        </a:defRPr>
                      </a:pPr>
                      <a:r>
                        <a:t>Receives the text prompt ('The tiger across the road')</a:t>
                      </a:r>
                    </a:p>
                  </a:txBody>
                  <a:tcPr anchor="ctr">
                    <a:solidFill>
                      <a:srgbClr val="1C2230"/>
                    </a:solidFill>
                  </a:tcPr>
                </a:tc>
                <a:extLst>
                  <a:ext uri="{0D108BD9-81ED-4DB2-BD59-A6C34878D82A}">
                    <a16:rowId xmlns:a16="http://schemas.microsoft.com/office/drawing/2014/main" val="10001"/>
                  </a:ext>
                </a:extLst>
              </a:tr>
              <a:tr h="394854">
                <a:tc>
                  <a:txBody>
                    <a:bodyPr/>
                    <a:lstStyle/>
                    <a:p>
                      <a:pPr>
                        <a:defRPr sz="1050" b="1">
                          <a:solidFill>
                            <a:srgbClr val="2ED5B7"/>
                          </a:solidFill>
                          <a:latin typeface="Consolas"/>
                        </a:defRPr>
                      </a:pPr>
                      <a:r>
                        <a:t>negative (Input)</a:t>
                      </a:r>
                    </a:p>
                  </a:txBody>
                  <a:tcPr anchor="ctr">
                    <a:solidFill>
                      <a:srgbClr val="242C3E"/>
                    </a:solidFill>
                  </a:tcPr>
                </a:tc>
                <a:tc>
                  <a:txBody>
                    <a:bodyPr/>
                    <a:lstStyle/>
                    <a:p>
                      <a:pPr>
                        <a:defRPr sz="1050" b="0">
                          <a:solidFill>
                            <a:srgbClr val="FFCC4D"/>
                          </a:solidFill>
                          <a:latin typeface="Consolas"/>
                        </a:defRPr>
                      </a:pPr>
                      <a:r>
                        <a:t>CONDITIONING</a:t>
                      </a:r>
                    </a:p>
                  </a:txBody>
                  <a:tcPr anchor="ctr">
                    <a:solidFill>
                      <a:srgbClr val="242C3E"/>
                    </a:solidFill>
                  </a:tcPr>
                </a:tc>
                <a:tc>
                  <a:txBody>
                    <a:bodyPr/>
                    <a:lstStyle/>
                    <a:p>
                      <a:pPr>
                        <a:defRPr sz="1050" b="0">
                          <a:solidFill>
                            <a:srgbClr val="A8B3CF"/>
                          </a:solidFill>
                          <a:latin typeface="Segoe UI"/>
                        </a:defRPr>
                      </a:pPr>
                      <a:r>
                        <a:t>From #4 CLIPTextEncode (-)</a:t>
                      </a:r>
                    </a:p>
                  </a:txBody>
                  <a:tcPr anchor="ctr">
                    <a:solidFill>
                      <a:srgbClr val="242C3E"/>
                    </a:solidFill>
                  </a:tcPr>
                </a:tc>
                <a:tc>
                  <a:txBody>
                    <a:bodyPr/>
                    <a:lstStyle/>
                    <a:p>
                      <a:pPr>
                        <a:defRPr sz="1050" b="0">
                          <a:solidFill>
                            <a:srgbClr val="F5F7FA"/>
                          </a:solidFill>
                          <a:latin typeface="Segoe UI"/>
                        </a:defRPr>
                      </a:pPr>
                      <a:r>
                        <a:t>Receives the blank negative conditioning</a:t>
                      </a:r>
                    </a:p>
                  </a:txBody>
                  <a:tcPr anchor="ctr">
                    <a:solidFill>
                      <a:srgbClr val="242C3E"/>
                    </a:solidFill>
                  </a:tcPr>
                </a:tc>
                <a:extLst>
                  <a:ext uri="{0D108BD9-81ED-4DB2-BD59-A6C34878D82A}">
                    <a16:rowId xmlns:a16="http://schemas.microsoft.com/office/drawing/2014/main" val="10002"/>
                  </a:ext>
                </a:extLst>
              </a:tr>
              <a:tr h="394854">
                <a:tc>
                  <a:txBody>
                    <a:bodyPr/>
                    <a:lstStyle/>
                    <a:p>
                      <a:pPr>
                        <a:defRPr sz="1050" b="1">
                          <a:solidFill>
                            <a:srgbClr val="2ED5B7"/>
                          </a:solidFill>
                          <a:latin typeface="Consolas"/>
                        </a:defRPr>
                      </a:pPr>
                      <a:r>
                        <a:t>vae (Input)</a:t>
                      </a:r>
                    </a:p>
                  </a:txBody>
                  <a:tcPr anchor="ctr">
                    <a:solidFill>
                      <a:srgbClr val="1C2230"/>
                    </a:solidFill>
                  </a:tcPr>
                </a:tc>
                <a:tc>
                  <a:txBody>
                    <a:bodyPr/>
                    <a:lstStyle/>
                    <a:p>
                      <a:pPr>
                        <a:defRPr sz="1050" b="0">
                          <a:solidFill>
                            <a:srgbClr val="FFCC4D"/>
                          </a:solidFill>
                          <a:latin typeface="Consolas"/>
                        </a:defRPr>
                      </a:pPr>
                      <a:r>
                        <a:t>VAE</a:t>
                      </a:r>
                    </a:p>
                  </a:txBody>
                  <a:tcPr anchor="ctr">
                    <a:solidFill>
                      <a:srgbClr val="1C2230"/>
                    </a:solidFill>
                  </a:tcPr>
                </a:tc>
                <a:tc>
                  <a:txBody>
                    <a:bodyPr/>
                    <a:lstStyle/>
                    <a:p>
                      <a:pPr>
                        <a:defRPr sz="1050" b="0">
                          <a:solidFill>
                            <a:srgbClr val="A8B3CF"/>
                          </a:solidFill>
                          <a:latin typeface="Segoe UI"/>
                        </a:defRPr>
                      </a:pPr>
                      <a:r>
                        <a:t>From #15 VAELoader (link 25)</a:t>
                      </a:r>
                    </a:p>
                  </a:txBody>
                  <a:tcPr anchor="ctr">
                    <a:solidFill>
                      <a:srgbClr val="1C2230"/>
                    </a:solidFill>
                  </a:tcPr>
                </a:tc>
                <a:tc>
                  <a:txBody>
                    <a:bodyPr/>
                    <a:lstStyle/>
                    <a:p>
                      <a:pPr>
                        <a:defRPr sz="1050" b="0">
                          <a:solidFill>
                            <a:srgbClr val="F5F7FA"/>
                          </a:solidFill>
                          <a:latin typeface="Segoe UI"/>
                        </a:defRPr>
                      </a:pPr>
                      <a:r>
                        <a:t>Compresses 'start_image' pixels into the first frame of latent space</a:t>
                      </a:r>
                    </a:p>
                  </a:txBody>
                  <a:tcPr anchor="ctr">
                    <a:solidFill>
                      <a:srgbClr val="1C2230"/>
                    </a:solidFill>
                  </a:tcPr>
                </a:tc>
                <a:extLst>
                  <a:ext uri="{0D108BD9-81ED-4DB2-BD59-A6C34878D82A}">
                    <a16:rowId xmlns:a16="http://schemas.microsoft.com/office/drawing/2014/main" val="10003"/>
                  </a:ext>
                </a:extLst>
              </a:tr>
              <a:tr h="394854">
                <a:tc>
                  <a:txBody>
                    <a:bodyPr/>
                    <a:lstStyle/>
                    <a:p>
                      <a:pPr>
                        <a:defRPr sz="1050" b="1">
                          <a:solidFill>
                            <a:srgbClr val="2ED5B7"/>
                          </a:solidFill>
                          <a:latin typeface="Consolas"/>
                        </a:defRPr>
                      </a:pPr>
                      <a:r>
                        <a:t>clip_vision_output</a:t>
                      </a:r>
                    </a:p>
                  </a:txBody>
                  <a:tcPr anchor="ctr">
                    <a:solidFill>
                      <a:srgbClr val="242C3E"/>
                    </a:solidFill>
                  </a:tcPr>
                </a:tc>
                <a:tc>
                  <a:txBody>
                    <a:bodyPr/>
                    <a:lstStyle/>
                    <a:p>
                      <a:pPr>
                        <a:defRPr sz="1050" b="0">
                          <a:solidFill>
                            <a:srgbClr val="FFCC4D"/>
                          </a:solidFill>
                          <a:latin typeface="Consolas"/>
                        </a:defRPr>
                      </a:pPr>
                      <a:r>
                        <a:t>CLIP_VISION_OUTPUT</a:t>
                      </a:r>
                    </a:p>
                  </a:txBody>
                  <a:tcPr anchor="ctr">
                    <a:solidFill>
                      <a:srgbClr val="242C3E"/>
                    </a:solidFill>
                  </a:tcPr>
                </a:tc>
                <a:tc>
                  <a:txBody>
                    <a:bodyPr/>
                    <a:lstStyle/>
                    <a:p>
                      <a:pPr>
                        <a:defRPr sz="1050" b="0">
                          <a:solidFill>
                            <a:srgbClr val="A8B3CF"/>
                          </a:solidFill>
                          <a:latin typeface="Segoe UI"/>
                        </a:defRPr>
                      </a:pPr>
                      <a:r>
                        <a:t>From #11 CLIPVisionEncode</a:t>
                      </a:r>
                    </a:p>
                  </a:txBody>
                  <a:tcPr anchor="ctr">
                    <a:solidFill>
                      <a:srgbClr val="242C3E"/>
                    </a:solidFill>
                  </a:tcPr>
                </a:tc>
                <a:tc>
                  <a:txBody>
                    <a:bodyPr/>
                    <a:lstStyle/>
                    <a:p>
                      <a:pPr>
                        <a:defRPr sz="1050" b="0">
                          <a:solidFill>
                            <a:srgbClr val="F5F7FA"/>
                          </a:solidFill>
                          <a:latin typeface="Segoe UI"/>
                        </a:defRPr>
                      </a:pPr>
                      <a:r>
                        <a:t>Injects visual subject identity into the positive conditioning</a:t>
                      </a:r>
                    </a:p>
                  </a:txBody>
                  <a:tcPr anchor="ctr">
                    <a:solidFill>
                      <a:srgbClr val="242C3E"/>
                    </a:solidFill>
                  </a:tcPr>
                </a:tc>
                <a:extLst>
                  <a:ext uri="{0D108BD9-81ED-4DB2-BD59-A6C34878D82A}">
                    <a16:rowId xmlns:a16="http://schemas.microsoft.com/office/drawing/2014/main" val="10004"/>
                  </a:ext>
                </a:extLst>
              </a:tr>
              <a:tr h="394854">
                <a:tc>
                  <a:txBody>
                    <a:bodyPr/>
                    <a:lstStyle/>
                    <a:p>
                      <a:pPr>
                        <a:defRPr sz="1050" b="1">
                          <a:solidFill>
                            <a:srgbClr val="2ED5B7"/>
                          </a:solidFill>
                          <a:latin typeface="Consolas"/>
                        </a:defRPr>
                      </a:pPr>
                      <a:r>
                        <a:t>start_image (Input)</a:t>
                      </a:r>
                    </a:p>
                  </a:txBody>
                  <a:tcPr anchor="ctr">
                    <a:solidFill>
                      <a:srgbClr val="1C2230"/>
                    </a:solidFill>
                  </a:tcPr>
                </a:tc>
                <a:tc>
                  <a:txBody>
                    <a:bodyPr/>
                    <a:lstStyle/>
                    <a:p>
                      <a:pPr>
                        <a:defRPr sz="1050" b="0">
                          <a:solidFill>
                            <a:srgbClr val="FFCC4D"/>
                          </a:solidFill>
                          <a:latin typeface="Consolas"/>
                        </a:defRPr>
                      </a:pPr>
                      <a:r>
                        <a:t>IMAGE (512×512)</a:t>
                      </a:r>
                    </a:p>
                  </a:txBody>
                  <a:tcPr anchor="ctr">
                    <a:solidFill>
                      <a:srgbClr val="1C2230"/>
                    </a:solidFill>
                  </a:tcPr>
                </a:tc>
                <a:tc>
                  <a:txBody>
                    <a:bodyPr/>
                    <a:lstStyle/>
                    <a:p>
                      <a:pPr>
                        <a:defRPr sz="1050" b="0">
                          <a:solidFill>
                            <a:srgbClr val="A8B3CF"/>
                          </a:solidFill>
                          <a:latin typeface="Segoe UI"/>
                        </a:defRPr>
                      </a:pPr>
                      <a:r>
                        <a:t>From #16 ImageResizeKJv2</a:t>
                      </a:r>
                    </a:p>
                  </a:txBody>
                  <a:tcPr anchor="ctr">
                    <a:solidFill>
                      <a:srgbClr val="1C2230"/>
                    </a:solidFill>
                  </a:tcPr>
                </a:tc>
                <a:tc>
                  <a:txBody>
                    <a:bodyPr/>
                    <a:lstStyle/>
                    <a:p>
                      <a:pPr>
                        <a:defRPr sz="1050" b="0">
                          <a:solidFill>
                            <a:srgbClr val="F5F7FA"/>
                          </a:solidFill>
                          <a:latin typeface="Segoe UI"/>
                        </a:defRPr>
                      </a:pPr>
                      <a:r>
                        <a:t>The resized 'tiger.png' photo used as Frame #1 of the video</a:t>
                      </a:r>
                    </a:p>
                  </a:txBody>
                  <a:tcPr anchor="ctr">
                    <a:solidFill>
                      <a:srgbClr val="1C2230"/>
                    </a:solidFill>
                  </a:tcPr>
                </a:tc>
                <a:extLst>
                  <a:ext uri="{0D108BD9-81ED-4DB2-BD59-A6C34878D82A}">
                    <a16:rowId xmlns:a16="http://schemas.microsoft.com/office/drawing/2014/main" val="10005"/>
                  </a:ext>
                </a:extLst>
              </a:tr>
              <a:tr h="394854">
                <a:tc>
                  <a:txBody>
                    <a:bodyPr/>
                    <a:lstStyle/>
                    <a:p>
                      <a:pPr>
                        <a:defRPr sz="1050" b="1">
                          <a:solidFill>
                            <a:srgbClr val="2ED5B7"/>
                          </a:solidFill>
                          <a:latin typeface="Consolas"/>
                        </a:defRPr>
                      </a:pPr>
                      <a:r>
                        <a:t>width &amp; height</a:t>
                      </a:r>
                    </a:p>
                  </a:txBody>
                  <a:tcPr anchor="ctr">
                    <a:solidFill>
                      <a:srgbClr val="242C3E"/>
                    </a:solidFill>
                  </a:tcPr>
                </a:tc>
                <a:tc>
                  <a:txBody>
                    <a:bodyPr/>
                    <a:lstStyle/>
                    <a:p>
                      <a:pPr>
                        <a:defRPr sz="1050" b="0">
                          <a:solidFill>
                            <a:srgbClr val="FFCC4D"/>
                          </a:solidFill>
                          <a:latin typeface="Consolas"/>
                        </a:defRPr>
                      </a:pPr>
                      <a:r>
                        <a:t>INT (512 × 512)</a:t>
                      </a:r>
                    </a:p>
                  </a:txBody>
                  <a:tcPr anchor="ctr">
                    <a:solidFill>
                      <a:srgbClr val="242C3E"/>
                    </a:solidFill>
                  </a:tcPr>
                </a:tc>
                <a:tc>
                  <a:txBody>
                    <a:bodyPr/>
                    <a:lstStyle/>
                    <a:p>
                      <a:pPr>
                        <a:defRPr sz="1050" b="0">
                          <a:solidFill>
                            <a:srgbClr val="A8B3CF"/>
                          </a:solidFill>
                          <a:latin typeface="Segoe UI"/>
                        </a:defRPr>
                      </a:pPr>
                      <a:r>
                        <a:t>Wired from #16 (links 33, 34)</a:t>
                      </a:r>
                    </a:p>
                  </a:txBody>
                  <a:tcPr anchor="ctr">
                    <a:solidFill>
                      <a:srgbClr val="242C3E"/>
                    </a:solidFill>
                  </a:tcPr>
                </a:tc>
                <a:tc>
                  <a:txBody>
                    <a:bodyPr/>
                    <a:lstStyle/>
                    <a:p>
                      <a:pPr>
                        <a:defRPr sz="1050" b="0">
                          <a:solidFill>
                            <a:srgbClr val="F5F7FA"/>
                          </a:solidFill>
                          <a:latin typeface="Segoe UI"/>
                        </a:defRPr>
                      </a:pPr>
                      <a:r>
                        <a:t>Overrides widget defaults (640×640) to match resized image (512×512)</a:t>
                      </a:r>
                    </a:p>
                  </a:txBody>
                  <a:tcPr anchor="ctr">
                    <a:solidFill>
                      <a:srgbClr val="242C3E"/>
                    </a:solidFill>
                  </a:tcPr>
                </a:tc>
                <a:extLst>
                  <a:ext uri="{0D108BD9-81ED-4DB2-BD59-A6C34878D82A}">
                    <a16:rowId xmlns:a16="http://schemas.microsoft.com/office/drawing/2014/main" val="10006"/>
                  </a:ext>
                </a:extLst>
              </a:tr>
              <a:tr h="394854">
                <a:tc>
                  <a:txBody>
                    <a:bodyPr/>
                    <a:lstStyle/>
                    <a:p>
                      <a:pPr>
                        <a:defRPr sz="1050" b="1">
                          <a:solidFill>
                            <a:srgbClr val="2ED5B7"/>
                          </a:solidFill>
                          <a:latin typeface="Consolas"/>
                        </a:defRPr>
                      </a:pPr>
                      <a:r>
                        <a:t>length (Widget)</a:t>
                      </a:r>
                    </a:p>
                  </a:txBody>
                  <a:tcPr anchor="ctr">
                    <a:solidFill>
                      <a:srgbClr val="1C2230"/>
                    </a:solidFill>
                  </a:tcPr>
                </a:tc>
                <a:tc>
                  <a:txBody>
                    <a:bodyPr/>
                    <a:lstStyle/>
                    <a:p>
                      <a:pPr>
                        <a:defRPr sz="1050" b="0">
                          <a:solidFill>
                            <a:srgbClr val="FFCC4D"/>
                          </a:solidFill>
                          <a:latin typeface="Consolas"/>
                        </a:defRPr>
                      </a:pPr>
                      <a:r>
                        <a:t>81 (Frames)</a:t>
                      </a:r>
                    </a:p>
                  </a:txBody>
                  <a:tcPr anchor="ctr">
                    <a:solidFill>
                      <a:srgbClr val="1C2230"/>
                    </a:solidFill>
                  </a:tcPr>
                </a:tc>
                <a:tc>
                  <a:txBody>
                    <a:bodyPr/>
                    <a:lstStyle/>
                    <a:p>
                      <a:pPr>
                        <a:defRPr sz="1050" b="0">
                          <a:solidFill>
                            <a:srgbClr val="A8B3CF"/>
                          </a:solidFill>
                          <a:latin typeface="Segoe UI"/>
                        </a:defRPr>
                      </a:pPr>
                      <a:r>
                        <a:t>Internal Widget Setting</a:t>
                      </a:r>
                    </a:p>
                  </a:txBody>
                  <a:tcPr anchor="ctr">
                    <a:solidFill>
                      <a:srgbClr val="1C2230"/>
                    </a:solidFill>
                  </a:tcPr>
                </a:tc>
                <a:tc>
                  <a:txBody>
                    <a:bodyPr/>
                    <a:lstStyle/>
                    <a:p>
                      <a:pPr>
                        <a:defRPr sz="1050" b="0">
                          <a:solidFill>
                            <a:srgbClr val="F5F7FA"/>
                          </a:solidFill>
                          <a:latin typeface="Segoe UI"/>
                        </a:defRPr>
                      </a:pPr>
                      <a:r>
                        <a:t>Sets total video length to 81 frames (4×20 + 1 = 3.375s @ 24fps)</a:t>
                      </a:r>
                    </a:p>
                  </a:txBody>
                  <a:tcPr anchor="ctr">
                    <a:solidFill>
                      <a:srgbClr val="1C2230"/>
                    </a:solidFill>
                  </a:tcPr>
                </a:tc>
                <a:extLst>
                  <a:ext uri="{0D108BD9-81ED-4DB2-BD59-A6C34878D82A}">
                    <a16:rowId xmlns:a16="http://schemas.microsoft.com/office/drawing/2014/main" val="10007"/>
                  </a:ext>
                </a:extLst>
              </a:tr>
              <a:tr h="394854">
                <a:tc>
                  <a:txBody>
                    <a:bodyPr/>
                    <a:lstStyle/>
                    <a:p>
                      <a:pPr>
                        <a:defRPr sz="1050" b="1">
                          <a:solidFill>
                            <a:srgbClr val="2ED5B7"/>
                          </a:solidFill>
                          <a:latin typeface="Consolas"/>
                        </a:defRPr>
                      </a:pPr>
                      <a:r>
                        <a:t>batch_size (Widget)</a:t>
                      </a:r>
                    </a:p>
                  </a:txBody>
                  <a:tcPr anchor="ctr">
                    <a:solidFill>
                      <a:srgbClr val="242C3E"/>
                    </a:solidFill>
                  </a:tcPr>
                </a:tc>
                <a:tc>
                  <a:txBody>
                    <a:bodyPr/>
                    <a:lstStyle/>
                    <a:p>
                      <a:pPr>
                        <a:defRPr sz="1050" b="0">
                          <a:solidFill>
                            <a:srgbClr val="FFCC4D"/>
                          </a:solidFill>
                          <a:latin typeface="Consolas"/>
                        </a:defRPr>
                      </a:pPr>
                      <a:r>
                        <a:t>1</a:t>
                      </a:r>
                    </a:p>
                  </a:txBody>
                  <a:tcPr anchor="ctr">
                    <a:solidFill>
                      <a:srgbClr val="242C3E"/>
                    </a:solidFill>
                  </a:tcPr>
                </a:tc>
                <a:tc>
                  <a:txBody>
                    <a:bodyPr/>
                    <a:lstStyle/>
                    <a:p>
                      <a:pPr>
                        <a:defRPr sz="1050" b="0">
                          <a:solidFill>
                            <a:srgbClr val="A8B3CF"/>
                          </a:solidFill>
                          <a:latin typeface="Segoe UI"/>
                        </a:defRPr>
                      </a:pPr>
                      <a:r>
                        <a:t>Internal Widget Setting</a:t>
                      </a:r>
                    </a:p>
                  </a:txBody>
                  <a:tcPr anchor="ctr">
                    <a:solidFill>
                      <a:srgbClr val="242C3E"/>
                    </a:solidFill>
                  </a:tcPr>
                </a:tc>
                <a:tc>
                  <a:txBody>
                    <a:bodyPr/>
                    <a:lstStyle/>
                    <a:p>
                      <a:pPr>
                        <a:defRPr sz="1050" b="0">
                          <a:solidFill>
                            <a:srgbClr val="F5F7FA"/>
                          </a:solidFill>
                          <a:latin typeface="Segoe UI"/>
                        </a:defRPr>
                      </a:pPr>
                      <a:r>
                        <a:t>Generates 1 video clip per run (keep at 1 to avoid 16GB VRAM OOM)</a:t>
                      </a:r>
                    </a:p>
                  </a:txBody>
                  <a:tcPr anchor="ctr">
                    <a:solidFill>
                      <a:srgbClr val="242C3E"/>
                    </a:solidFill>
                  </a:tcPr>
                </a:tc>
                <a:extLst>
                  <a:ext uri="{0D108BD9-81ED-4DB2-BD59-A6C34878D82A}">
                    <a16:rowId xmlns:a16="http://schemas.microsoft.com/office/drawing/2014/main" val="10008"/>
                  </a:ext>
                </a:extLst>
              </a:tr>
              <a:tr h="394854">
                <a:tc>
                  <a:txBody>
                    <a:bodyPr/>
                    <a:lstStyle/>
                    <a:p>
                      <a:pPr>
                        <a:defRPr sz="1050" b="1">
                          <a:solidFill>
                            <a:srgbClr val="FF6BB5"/>
                          </a:solidFill>
                          <a:latin typeface="Consolas"/>
                        </a:defRPr>
                      </a:pPr>
                      <a:r>
                        <a:t>positive / negative (Out)</a:t>
                      </a:r>
                    </a:p>
                  </a:txBody>
                  <a:tcPr anchor="ctr">
                    <a:solidFill>
                      <a:srgbClr val="1C2230"/>
                    </a:solidFill>
                  </a:tcPr>
                </a:tc>
                <a:tc>
                  <a:txBody>
                    <a:bodyPr/>
                    <a:lstStyle/>
                    <a:p>
                      <a:pPr>
                        <a:defRPr sz="1050" b="0">
                          <a:solidFill>
                            <a:srgbClr val="FFCC4D"/>
                          </a:solidFill>
                          <a:latin typeface="Consolas"/>
                        </a:defRPr>
                      </a:pPr>
                      <a:r>
                        <a:t>CONDITIONING</a:t>
                      </a:r>
                    </a:p>
                  </a:txBody>
                  <a:tcPr anchor="ctr">
                    <a:solidFill>
                      <a:srgbClr val="1C2230"/>
                    </a:solidFill>
                  </a:tcPr>
                </a:tc>
                <a:tc>
                  <a:txBody>
                    <a:bodyPr/>
                    <a:lstStyle/>
                    <a:p>
                      <a:pPr>
                        <a:defRPr sz="1050" b="0">
                          <a:solidFill>
                            <a:srgbClr val="A8B3CF"/>
                          </a:solidFill>
                          <a:latin typeface="Segoe UI"/>
                        </a:defRPr>
                      </a:pPr>
                      <a:r>
                        <a:t>To #3 KSampler (links 17, 18)</a:t>
                      </a:r>
                    </a:p>
                  </a:txBody>
                  <a:tcPr anchor="ctr">
                    <a:solidFill>
                      <a:srgbClr val="1C2230"/>
                    </a:solidFill>
                  </a:tcPr>
                </a:tc>
                <a:tc>
                  <a:txBody>
                    <a:bodyPr/>
                    <a:lstStyle/>
                    <a:p>
                      <a:pPr>
                        <a:defRPr sz="1050" b="0">
                          <a:solidFill>
                            <a:srgbClr val="F5F7FA"/>
                          </a:solidFill>
                          <a:latin typeface="Segoe UI"/>
                        </a:defRPr>
                      </a:pPr>
                      <a:r>
                        <a:t>Outputs unified Text + Vision + Start-Frame conditioning</a:t>
                      </a:r>
                    </a:p>
                  </a:txBody>
                  <a:tcPr anchor="ctr">
                    <a:solidFill>
                      <a:srgbClr val="1C2230"/>
                    </a:solidFill>
                  </a:tcPr>
                </a:tc>
                <a:extLst>
                  <a:ext uri="{0D108BD9-81ED-4DB2-BD59-A6C34878D82A}">
                    <a16:rowId xmlns:a16="http://schemas.microsoft.com/office/drawing/2014/main" val="10009"/>
                  </a:ext>
                </a:extLst>
              </a:tr>
              <a:tr h="394860">
                <a:tc>
                  <a:txBody>
                    <a:bodyPr/>
                    <a:lstStyle/>
                    <a:p>
                      <a:pPr>
                        <a:defRPr sz="1050" b="1">
                          <a:solidFill>
                            <a:srgbClr val="FF6BB5"/>
                          </a:solidFill>
                          <a:latin typeface="Consolas"/>
                        </a:defRPr>
                      </a:pPr>
                      <a:r>
                        <a:t>latent (Output)</a:t>
                      </a:r>
                    </a:p>
                  </a:txBody>
                  <a:tcPr anchor="ctr">
                    <a:solidFill>
                      <a:srgbClr val="242C3E"/>
                    </a:solidFill>
                  </a:tcPr>
                </a:tc>
                <a:tc>
                  <a:txBody>
                    <a:bodyPr/>
                    <a:lstStyle/>
                    <a:p>
                      <a:pPr>
                        <a:defRPr sz="1050" b="0">
                          <a:solidFill>
                            <a:srgbClr val="FFCC4D"/>
                          </a:solidFill>
                          <a:latin typeface="Consolas"/>
                        </a:defRPr>
                      </a:pPr>
                      <a:r>
                        <a:t>LATENT (3D Video)</a:t>
                      </a:r>
                    </a:p>
                  </a:txBody>
                  <a:tcPr anchor="ctr">
                    <a:solidFill>
                      <a:srgbClr val="242C3E"/>
                    </a:solidFill>
                  </a:tcPr>
                </a:tc>
                <a:tc>
                  <a:txBody>
                    <a:bodyPr/>
                    <a:lstStyle/>
                    <a:p>
                      <a:pPr>
                        <a:defRPr sz="1050" b="0">
                          <a:solidFill>
                            <a:srgbClr val="A8B3CF"/>
                          </a:solidFill>
                          <a:latin typeface="Segoe UI"/>
                        </a:defRPr>
                      </a:pPr>
                      <a:r>
                        <a:t>To #3 KSampler (link 20)</a:t>
                      </a:r>
                    </a:p>
                  </a:txBody>
                  <a:tcPr anchor="ctr">
                    <a:solidFill>
                      <a:srgbClr val="242C3E"/>
                    </a:solidFill>
                  </a:tcPr>
                </a:tc>
                <a:tc>
                  <a:txBody>
                    <a:bodyPr/>
                    <a:lstStyle/>
                    <a:p>
                      <a:pPr>
                        <a:defRPr sz="1050" b="0">
                          <a:solidFill>
                            <a:srgbClr val="F5F7FA"/>
                          </a:solidFill>
                          <a:latin typeface="Segoe UI"/>
                        </a:defRPr>
                      </a:pPr>
                      <a:r>
                        <a:t>Outputs the 512×512×81 noisy video latent canvas for denoising</a:t>
                      </a:r>
                    </a:p>
                  </a:txBody>
                  <a:tcPr anchor="ctr">
                    <a:solidFill>
                      <a:srgbClr val="242C3E"/>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870022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34</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3783F8D1-CF03-361E-CB01-1F9C479FB07E}"/>
              </a:ext>
            </a:extLst>
          </p:cNvPr>
          <p:cNvSpPr txBox="1"/>
          <p:nvPr/>
        </p:nvSpPr>
        <p:spPr>
          <a:xfrm>
            <a:off x="548640" y="970883"/>
            <a:ext cx="10972800" cy="274320"/>
          </a:xfrm>
          <a:prstGeom prst="rect">
            <a:avLst/>
          </a:prstGeom>
          <a:noFill/>
        </p:spPr>
        <p:txBody>
          <a:bodyPr wrap="square" lIns="0" tIns="0" rIns="0" bIns="0">
            <a:spAutoFit/>
          </a:bodyPr>
          <a:lstStyle/>
          <a:p>
            <a:pPr>
              <a:defRPr sz="1000" b="1">
                <a:solidFill>
                  <a:srgbClr val="48CF85"/>
                </a:solidFill>
                <a:latin typeface="Segoe UI"/>
              </a:defRPr>
            </a:pPr>
            <a:r>
              <a:rPr dirty="0"/>
              <a:t>NODES #3, #7, #8</a:t>
            </a:r>
          </a:p>
        </p:txBody>
      </p:sp>
      <p:sp>
        <p:nvSpPr>
          <p:cNvPr id="6" name="TextBox 5">
            <a:extLst>
              <a:ext uri="{FF2B5EF4-FFF2-40B4-BE49-F238E27FC236}">
                <a16:creationId xmlns:a16="http://schemas.microsoft.com/office/drawing/2014/main" id="{176FF3CA-EB6E-10E9-68C1-C4C9DA2D3B86}"/>
              </a:ext>
            </a:extLst>
          </p:cNvPr>
          <p:cNvSpPr txBox="1"/>
          <p:nvPr/>
        </p:nvSpPr>
        <p:spPr>
          <a:xfrm>
            <a:off x="548640" y="1281060"/>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Node Deep Dive (Part 4): 4-Step Rapid </a:t>
            </a:r>
            <a:r>
              <a:rPr dirty="0" err="1">
                <a:solidFill>
                  <a:schemeClr val="tx1">
                    <a:lumMod val="95000"/>
                    <a:lumOff val="5000"/>
                  </a:schemeClr>
                </a:solidFill>
              </a:rPr>
              <a:t>KSampler</a:t>
            </a:r>
            <a:r>
              <a:rPr dirty="0">
                <a:solidFill>
                  <a:schemeClr val="tx1">
                    <a:lumMod val="95000"/>
                    <a:lumOff val="5000"/>
                  </a:schemeClr>
                </a:solidFill>
              </a:rPr>
              <a:t> &amp; Video Export</a:t>
            </a:r>
          </a:p>
        </p:txBody>
      </p:sp>
      <p:sp>
        <p:nvSpPr>
          <p:cNvPr id="7" name="Rounded Rectangle 4">
            <a:extLst>
              <a:ext uri="{FF2B5EF4-FFF2-40B4-BE49-F238E27FC236}">
                <a16:creationId xmlns:a16="http://schemas.microsoft.com/office/drawing/2014/main" id="{10DF60C7-FE0E-7631-31C3-242F37A3B968}"/>
              </a:ext>
            </a:extLst>
          </p:cNvPr>
          <p:cNvSpPr/>
          <p:nvPr/>
        </p:nvSpPr>
        <p:spPr>
          <a:xfrm>
            <a:off x="548640" y="1759808"/>
            <a:ext cx="5577840" cy="507492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E03E9ABE-31C4-662C-5D54-61A30F19F13F}"/>
              </a:ext>
            </a:extLst>
          </p:cNvPr>
          <p:cNvSpPr/>
          <p:nvPr/>
        </p:nvSpPr>
        <p:spPr>
          <a:xfrm>
            <a:off x="548640" y="1759808"/>
            <a:ext cx="5577840" cy="384048"/>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 #3: KSampler (Why Only 4 Steps &amp; CFG 1?)</a:t>
            </a:r>
          </a:p>
        </p:txBody>
      </p:sp>
      <p:sp>
        <p:nvSpPr>
          <p:cNvPr id="9" name="TextBox 8">
            <a:extLst>
              <a:ext uri="{FF2B5EF4-FFF2-40B4-BE49-F238E27FC236}">
                <a16:creationId xmlns:a16="http://schemas.microsoft.com/office/drawing/2014/main" id="{8572161A-79BB-C1A0-F294-9D733A9B2F39}"/>
              </a:ext>
            </a:extLst>
          </p:cNvPr>
          <p:cNvSpPr txBox="1"/>
          <p:nvPr/>
        </p:nvSpPr>
        <p:spPr>
          <a:xfrm>
            <a:off x="731520" y="2308448"/>
            <a:ext cx="5212080" cy="4389120"/>
          </a:xfrm>
          <a:prstGeom prst="rect">
            <a:avLst/>
          </a:prstGeom>
          <a:noFill/>
        </p:spPr>
        <p:txBody>
          <a:bodyPr wrap="square" lIns="0" tIns="0" rIns="0" bIns="0">
            <a:spAutoFit/>
          </a:bodyPr>
          <a:lstStyle/>
          <a:p>
            <a:pPr>
              <a:spcAft>
                <a:spcPts val="900"/>
              </a:spcAft>
            </a:pPr>
            <a:r>
              <a:rPr sz="1150" b="1">
                <a:solidFill>
                  <a:srgbClr val="48CF85"/>
                </a:solidFill>
                <a:latin typeface="Segoe UI"/>
              </a:rPr>
              <a:t>▸ steps = 4 (Ultra-Fast!): </a:t>
            </a:r>
            <a:r>
              <a:rPr sz="1150">
                <a:solidFill>
                  <a:srgbClr val="F5F7FA"/>
                </a:solidFill>
                <a:latin typeface="Segoe UI"/>
              </a:rPr>
              <a:t>Standard Wan 2.2 requires 30–50 steps (taking 15+ minutes on a T4 GPU). Because our GGUF model is a 'Rapid AIO' step-distilled model, it converges in just 4 steps!</a:t>
            </a:r>
          </a:p>
          <a:p>
            <a:pPr>
              <a:spcAft>
                <a:spcPts val="900"/>
              </a:spcAft>
            </a:pPr>
            <a:r>
              <a:rPr sz="1150" b="1">
                <a:solidFill>
                  <a:srgbClr val="FF5C5C"/>
                </a:solidFill>
                <a:latin typeface="Segoe UI"/>
              </a:rPr>
              <a:t>▸ cfg = 1 (Distilled Guidance): </a:t>
            </a:r>
            <a:r>
              <a:rPr sz="1150">
                <a:solidFill>
                  <a:srgbClr val="F5F7FA"/>
                </a:solidFill>
                <a:latin typeface="Segoe UI"/>
              </a:rPr>
              <a:t>Standard models use CFG 5.0–7.0. Rapid AIO has guidance baked in at CFG = 1.0. Warning: Raising CFG above 1.0 on this model will cause overburned/corrupted colors!</a:t>
            </a:r>
          </a:p>
          <a:p>
            <a:pPr>
              <a:spcAft>
                <a:spcPts val="900"/>
              </a:spcAft>
            </a:pPr>
            <a:r>
              <a:rPr sz="1150" b="1">
                <a:solidFill>
                  <a:srgbClr val="2ED5B7"/>
                </a:solidFill>
                <a:latin typeface="Segoe UI"/>
              </a:rPr>
              <a:t>▸ sampler_name = 'sa_solver': </a:t>
            </a:r>
            <a:r>
              <a:rPr sz="1150">
                <a:solidFill>
                  <a:srgbClr val="F5F7FA"/>
                </a:solidFill>
                <a:latin typeface="Segoe UI"/>
              </a:rPr>
              <a:t>Stochastic Adams Solver—a high-order mathematical solver specially suited for fast few-step diffusion trajectories.</a:t>
            </a:r>
          </a:p>
          <a:p>
            <a:pPr>
              <a:spcAft>
                <a:spcPts val="900"/>
              </a:spcAft>
            </a:pPr>
            <a:r>
              <a:rPr sz="1150" b="1">
                <a:solidFill>
                  <a:srgbClr val="FFCC4D"/>
                </a:solidFill>
                <a:latin typeface="Segoe UI"/>
              </a:rPr>
              <a:t>▸ scheduler = 'beta': </a:t>
            </a:r>
            <a:r>
              <a:rPr sz="1150">
                <a:solidFill>
                  <a:srgbClr val="F5F7FA"/>
                </a:solidFill>
                <a:latin typeface="Segoe UI"/>
              </a:rPr>
              <a:t>Beta noise schedule concentrates denoising steps where motion and detail transitions matter most.</a:t>
            </a:r>
          </a:p>
          <a:p>
            <a:pPr>
              <a:spcAft>
                <a:spcPts val="900"/>
              </a:spcAft>
            </a:pPr>
            <a:r>
              <a:rPr sz="1150" b="1">
                <a:solidFill>
                  <a:srgbClr val="A8B3CF"/>
                </a:solidFill>
                <a:latin typeface="Segoe UI"/>
              </a:rPr>
              <a:t>▸ seed &amp; control_after_generate: </a:t>
            </a:r>
            <a:r>
              <a:rPr sz="1150">
                <a:solidFill>
                  <a:srgbClr val="F5F7FA"/>
                </a:solidFill>
                <a:latin typeface="Segoe UI"/>
              </a:rPr>
              <a:t>Set to 192054346835137 ('fixed'). Change to 'randomize' if you want a new motion variation every run.</a:t>
            </a:r>
          </a:p>
        </p:txBody>
      </p:sp>
      <p:sp>
        <p:nvSpPr>
          <p:cNvPr id="10" name="Rounded Rectangle 7">
            <a:extLst>
              <a:ext uri="{FF2B5EF4-FFF2-40B4-BE49-F238E27FC236}">
                <a16:creationId xmlns:a16="http://schemas.microsoft.com/office/drawing/2014/main" id="{CE30B4DF-48C9-5866-F922-F00CFF646B5A}"/>
              </a:ext>
            </a:extLst>
          </p:cNvPr>
          <p:cNvSpPr/>
          <p:nvPr/>
        </p:nvSpPr>
        <p:spPr>
          <a:xfrm>
            <a:off x="6355080" y="1759808"/>
            <a:ext cx="5285232" cy="169164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A9037578-F67E-7536-81C8-4E417C9D71CE}"/>
              </a:ext>
            </a:extLst>
          </p:cNvPr>
          <p:cNvSpPr/>
          <p:nvPr/>
        </p:nvSpPr>
        <p:spPr>
          <a:xfrm>
            <a:off x="6355080" y="1759808"/>
            <a:ext cx="5285232" cy="384048"/>
          </a:xfrm>
          <a:prstGeom prst="roundRect">
            <a:avLst>
              <a:gd name="adj" fmla="val 8000"/>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 #7: VAEDecode (3D Latent ➔ 81 Pixel Frames)</a:t>
            </a:r>
          </a:p>
        </p:txBody>
      </p:sp>
      <p:sp>
        <p:nvSpPr>
          <p:cNvPr id="12" name="TextBox 11">
            <a:extLst>
              <a:ext uri="{FF2B5EF4-FFF2-40B4-BE49-F238E27FC236}">
                <a16:creationId xmlns:a16="http://schemas.microsoft.com/office/drawing/2014/main" id="{4F7C2D36-B6E3-FE22-EF89-CA7B3106CEDE}"/>
              </a:ext>
            </a:extLst>
          </p:cNvPr>
          <p:cNvSpPr txBox="1"/>
          <p:nvPr/>
        </p:nvSpPr>
        <p:spPr>
          <a:xfrm>
            <a:off x="6537960" y="2253584"/>
            <a:ext cx="4919472" cy="1097280"/>
          </a:xfrm>
          <a:prstGeom prst="rect">
            <a:avLst/>
          </a:prstGeom>
          <a:noFill/>
        </p:spPr>
        <p:txBody>
          <a:bodyPr wrap="square" lIns="0" tIns="0" rIns="0" bIns="0">
            <a:spAutoFit/>
          </a:bodyPr>
          <a:lstStyle/>
          <a:p>
            <a:pPr>
              <a:spcAft>
                <a:spcPts val="600"/>
              </a:spcAft>
            </a:pPr>
            <a:r>
              <a:rPr sz="1150" b="1">
                <a:solidFill>
                  <a:srgbClr val="FF5C5C"/>
                </a:solidFill>
                <a:latin typeface="Segoe UI"/>
              </a:rPr>
              <a:t>▸ Spatiotemporal Decoding: </a:t>
            </a:r>
            <a:r>
              <a:rPr sz="1150">
                <a:solidFill>
                  <a:srgbClr val="F5F7FA"/>
                </a:solidFill>
                <a:latin typeface="Segoe UI"/>
              </a:rPr>
              <a:t>Takes the denoised 3D latent from KSampler (link 8) and uses wan_2.1_vae (link 24) to expand compressed temporal/spatial features into 81 full-color 512×512 RGB images.</a:t>
            </a:r>
          </a:p>
        </p:txBody>
      </p:sp>
      <p:sp>
        <p:nvSpPr>
          <p:cNvPr id="13" name="Rounded Rectangle 10">
            <a:extLst>
              <a:ext uri="{FF2B5EF4-FFF2-40B4-BE49-F238E27FC236}">
                <a16:creationId xmlns:a16="http://schemas.microsoft.com/office/drawing/2014/main" id="{A70092B8-CD8D-9ED2-4BAB-88B8E35AF655}"/>
              </a:ext>
            </a:extLst>
          </p:cNvPr>
          <p:cNvSpPr/>
          <p:nvPr/>
        </p:nvSpPr>
        <p:spPr>
          <a:xfrm>
            <a:off x="6355080" y="3652616"/>
            <a:ext cx="5285232" cy="3182112"/>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C3471CC8-668A-D56B-111F-7ED4E495D139}"/>
              </a:ext>
            </a:extLst>
          </p:cNvPr>
          <p:cNvSpPr/>
          <p:nvPr/>
        </p:nvSpPr>
        <p:spPr>
          <a:xfrm>
            <a:off x="6355080" y="3652616"/>
            <a:ext cx="5285232" cy="384048"/>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Node #8: VHS_VideoCombine (VideoHelperSuite)</a:t>
            </a:r>
          </a:p>
        </p:txBody>
      </p:sp>
      <p:sp>
        <p:nvSpPr>
          <p:cNvPr id="15" name="TextBox 14">
            <a:extLst>
              <a:ext uri="{FF2B5EF4-FFF2-40B4-BE49-F238E27FC236}">
                <a16:creationId xmlns:a16="http://schemas.microsoft.com/office/drawing/2014/main" id="{77E6759F-58D1-C0E2-AEEC-7D3073CF0FDA}"/>
              </a:ext>
            </a:extLst>
          </p:cNvPr>
          <p:cNvSpPr txBox="1"/>
          <p:nvPr/>
        </p:nvSpPr>
        <p:spPr>
          <a:xfrm>
            <a:off x="6537960" y="4155536"/>
            <a:ext cx="4919472" cy="2560320"/>
          </a:xfrm>
          <a:prstGeom prst="rect">
            <a:avLst/>
          </a:prstGeom>
          <a:noFill/>
        </p:spPr>
        <p:txBody>
          <a:bodyPr wrap="square" lIns="0" tIns="0" rIns="0" bIns="0">
            <a:spAutoFit/>
          </a:bodyPr>
          <a:lstStyle/>
          <a:p>
            <a:pPr>
              <a:spcAft>
                <a:spcPts val="700"/>
              </a:spcAft>
            </a:pPr>
            <a:r>
              <a:rPr sz="1130" b="1">
                <a:solidFill>
                  <a:srgbClr val="48CF85"/>
                </a:solidFill>
                <a:latin typeface="Segoe UI"/>
              </a:rPr>
              <a:t>▸ frame_rate = 24: </a:t>
            </a:r>
            <a:r>
              <a:rPr sz="1130">
                <a:solidFill>
                  <a:srgbClr val="F5F7FA"/>
                </a:solidFill>
                <a:latin typeface="Segoe UI"/>
              </a:rPr>
              <a:t>Stitches the 81 decoded images at 24 frames per second (81 ÷ 24 = 3.375 seconds of video).</a:t>
            </a:r>
          </a:p>
          <a:p>
            <a:pPr>
              <a:spcAft>
                <a:spcPts val="700"/>
              </a:spcAft>
            </a:pPr>
            <a:r>
              <a:rPr sz="1130" b="1">
                <a:solidFill>
                  <a:srgbClr val="4C9AFF"/>
                </a:solidFill>
                <a:latin typeface="Segoe UI"/>
              </a:rPr>
              <a:t>▸ format = 'video/h264-mp4': </a:t>
            </a:r>
            <a:r>
              <a:rPr sz="1130">
                <a:solidFill>
                  <a:srgbClr val="F5F7FA"/>
                </a:solidFill>
                <a:latin typeface="Segoe UI"/>
              </a:rPr>
              <a:t>Encodes an universally compatible MP4 video using pixel format 'yuv420p' and high visual quality 'crf = 19'.</a:t>
            </a:r>
          </a:p>
          <a:p>
            <a:pPr>
              <a:spcAft>
                <a:spcPts val="700"/>
              </a:spcAft>
            </a:pPr>
            <a:r>
              <a:rPr sz="1130" b="1">
                <a:solidFill>
                  <a:srgbClr val="FFCC4D"/>
                </a:solidFill>
                <a:latin typeface="Segoe UI"/>
              </a:rPr>
              <a:t>▸ save_metadata = true: </a:t>
            </a:r>
            <a:r>
              <a:rPr sz="1130">
                <a:solidFill>
                  <a:srgbClr val="F5F7FA"/>
                </a:solidFill>
                <a:latin typeface="Segoe UI"/>
              </a:rPr>
              <a:t>Embeds your entire 13-node ComfyUI workflow JSON directly inside the generated file!</a:t>
            </a:r>
          </a:p>
          <a:p>
            <a:pPr>
              <a:spcAft>
                <a:spcPts val="700"/>
              </a:spcAft>
            </a:pPr>
            <a:r>
              <a:rPr sz="1130" b="1">
                <a:solidFill>
                  <a:srgbClr val="FF5C5C"/>
                </a:solidFill>
                <a:latin typeface="Segoe UI"/>
              </a:rPr>
              <a:t>▸ Important Toggle: save_output: </a:t>
            </a:r>
            <a:r>
              <a:rPr sz="1130">
                <a:solidFill>
                  <a:srgbClr val="F5F7FA"/>
                </a:solidFill>
                <a:latin typeface="Segoe UI"/>
              </a:rPr>
              <a:t>In the JSON, 'save_output' is set to false (writes to ComfyUI/temp for preview). Switch 'save_output' to TRUE to permanently save MP4s to ComfyUI/output!</a:t>
            </a:r>
          </a:p>
        </p:txBody>
      </p:sp>
    </p:spTree>
    <p:extLst>
      <p:ext uri="{BB962C8B-B14F-4D97-AF65-F5344CB8AC3E}">
        <p14:creationId xmlns:p14="http://schemas.microsoft.com/office/powerpoint/2010/main" val="3281977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35</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43BE0C6C-040E-A2FB-09DD-1BBF2662F81F}"/>
              </a:ext>
            </a:extLst>
          </p:cNvPr>
          <p:cNvSpPr txBox="1"/>
          <p:nvPr/>
        </p:nvSpPr>
        <p:spPr>
          <a:xfrm>
            <a:off x="548640" y="1025208"/>
            <a:ext cx="10972800" cy="274320"/>
          </a:xfrm>
          <a:prstGeom prst="rect">
            <a:avLst/>
          </a:prstGeom>
          <a:noFill/>
        </p:spPr>
        <p:txBody>
          <a:bodyPr wrap="square" lIns="0" tIns="0" rIns="0" bIns="0">
            <a:spAutoFit/>
          </a:bodyPr>
          <a:lstStyle/>
          <a:p>
            <a:pPr>
              <a:defRPr sz="1000" b="1">
                <a:solidFill>
                  <a:srgbClr val="48CF85"/>
                </a:solidFill>
                <a:latin typeface="Segoe UI"/>
              </a:defRPr>
            </a:pPr>
            <a:r>
              <a:rPr dirty="0"/>
              <a:t>PRACTICAL WORKSHOP STEPS (4 STEPS)</a:t>
            </a:r>
          </a:p>
        </p:txBody>
      </p:sp>
      <p:sp>
        <p:nvSpPr>
          <p:cNvPr id="6" name="TextBox 5">
            <a:extLst>
              <a:ext uri="{FF2B5EF4-FFF2-40B4-BE49-F238E27FC236}">
                <a16:creationId xmlns:a16="http://schemas.microsoft.com/office/drawing/2014/main" id="{CA3CBAA7-C3F9-37CA-4D5C-424FDE3F248F}"/>
              </a:ext>
            </a:extLst>
          </p:cNvPr>
          <p:cNvSpPr txBox="1"/>
          <p:nvPr/>
        </p:nvSpPr>
        <p:spPr>
          <a:xfrm>
            <a:off x="548640" y="1244846"/>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Hands-On Guide: Running the I2V Workflow on Cloud GPU</a:t>
            </a:r>
          </a:p>
        </p:txBody>
      </p:sp>
      <p:sp>
        <p:nvSpPr>
          <p:cNvPr id="7" name="Rounded Rectangle 4">
            <a:extLst>
              <a:ext uri="{FF2B5EF4-FFF2-40B4-BE49-F238E27FC236}">
                <a16:creationId xmlns:a16="http://schemas.microsoft.com/office/drawing/2014/main" id="{4F634190-04D6-DB36-6423-FBFA1488BD1C}"/>
              </a:ext>
            </a:extLst>
          </p:cNvPr>
          <p:cNvSpPr/>
          <p:nvPr/>
        </p:nvSpPr>
        <p:spPr>
          <a:xfrm>
            <a:off x="548640" y="1759990"/>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3E62D392-1496-90ED-0C9A-5B20D068B498}"/>
              </a:ext>
            </a:extLst>
          </p:cNvPr>
          <p:cNvSpPr/>
          <p:nvPr/>
        </p:nvSpPr>
        <p:spPr>
          <a:xfrm>
            <a:off x="548640" y="1759990"/>
            <a:ext cx="5422392" cy="384048"/>
          </a:xfrm>
          <a:prstGeom prst="roundRect">
            <a:avLst>
              <a:gd name="adj" fmla="val 8000"/>
            </a:avLst>
          </a:prstGeom>
          <a:solidFill>
            <a:srgbClr val="A582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STEP 1: LAUNCH COLAB/KAGGLE &amp; PLUGINS</a:t>
            </a:r>
          </a:p>
        </p:txBody>
      </p:sp>
      <p:sp>
        <p:nvSpPr>
          <p:cNvPr id="9" name="TextBox 8">
            <a:extLst>
              <a:ext uri="{FF2B5EF4-FFF2-40B4-BE49-F238E27FC236}">
                <a16:creationId xmlns:a16="http://schemas.microsoft.com/office/drawing/2014/main" id="{96668BCD-82FC-DAB7-9855-46370A603F63}"/>
              </a:ext>
            </a:extLst>
          </p:cNvPr>
          <p:cNvSpPr txBox="1"/>
          <p:nvPr/>
        </p:nvSpPr>
        <p:spPr>
          <a:xfrm>
            <a:off x="731520" y="2272054"/>
            <a:ext cx="5056632" cy="1783080"/>
          </a:xfrm>
          <a:prstGeom prst="rect">
            <a:avLst/>
          </a:prstGeom>
          <a:noFill/>
        </p:spPr>
        <p:txBody>
          <a:bodyPr wrap="square" lIns="0" tIns="0" rIns="0" bIns="0">
            <a:spAutoFit/>
          </a:bodyPr>
          <a:lstStyle/>
          <a:p>
            <a:pPr>
              <a:spcAft>
                <a:spcPts val="600"/>
              </a:spcAft>
            </a:pPr>
            <a:r>
              <a:rPr sz="1150" b="1">
                <a:solidFill>
                  <a:srgbClr val="A582FF"/>
                </a:solidFill>
                <a:latin typeface="Segoe UI"/>
              </a:rPr>
              <a:t>▸ Run Setup Cells: </a:t>
            </a:r>
            <a:r>
              <a:rPr sz="1150">
                <a:solidFill>
                  <a:srgbClr val="F5F7FA"/>
                </a:solidFill>
                <a:latin typeface="Segoe UI"/>
              </a:rPr>
              <a:t>Execute the notebook cells to start ComfyUI with the 3 required custom node packs: ComfyUI-GGUF, ComfyUI-KJNodes, and ComfyUI-VideoHelperSuite.</a:t>
            </a:r>
          </a:p>
          <a:p>
            <a:pPr>
              <a:spcAft>
                <a:spcPts val="600"/>
              </a:spcAft>
            </a:pPr>
            <a:r>
              <a:rPr sz="1150" b="1">
                <a:solidFill>
                  <a:srgbClr val="A582FF"/>
                </a:solidFill>
                <a:latin typeface="Segoe UI"/>
              </a:rPr>
              <a:t>▸ Verify 4 Model Files: </a:t>
            </a:r>
            <a:r>
              <a:rPr sz="1150">
                <a:solidFill>
                  <a:srgbClr val="F5F7FA"/>
                </a:solidFill>
                <a:latin typeface="Segoe UI"/>
              </a:rPr>
              <a:t>Ensure the notebook downloads: 1) wan2.2-i2v-rapid...Q4_K.gguf, 2) umt5_xxl_fp8, 3) clip_vision_h, and 4) wan_2.1_vae.</a:t>
            </a:r>
          </a:p>
        </p:txBody>
      </p:sp>
      <p:sp>
        <p:nvSpPr>
          <p:cNvPr id="10" name="Rounded Rectangle 7">
            <a:extLst>
              <a:ext uri="{FF2B5EF4-FFF2-40B4-BE49-F238E27FC236}">
                <a16:creationId xmlns:a16="http://schemas.microsoft.com/office/drawing/2014/main" id="{CA6DB0DD-CAFB-7C23-0BA6-39B147E02C00}"/>
              </a:ext>
            </a:extLst>
          </p:cNvPr>
          <p:cNvSpPr/>
          <p:nvPr/>
        </p:nvSpPr>
        <p:spPr>
          <a:xfrm>
            <a:off x="6217920" y="1759990"/>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F9C59E77-0800-8504-B90F-24D90A3B14CB}"/>
              </a:ext>
            </a:extLst>
          </p:cNvPr>
          <p:cNvSpPr/>
          <p:nvPr/>
        </p:nvSpPr>
        <p:spPr>
          <a:xfrm>
            <a:off x="6217920" y="1759990"/>
            <a:ext cx="5422392" cy="384048"/>
          </a:xfrm>
          <a:prstGeom prst="roundRect">
            <a:avLst>
              <a:gd name="adj" fmla="val 8000"/>
            </a:avLst>
          </a:prstGeom>
          <a:solidFill>
            <a:srgbClr val="4C9AFF"/>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STEP 2: LOAD JSON &amp; UPLOAD YOUR IMAGE</a:t>
            </a:r>
          </a:p>
        </p:txBody>
      </p:sp>
      <p:sp>
        <p:nvSpPr>
          <p:cNvPr id="12" name="TextBox 11">
            <a:extLst>
              <a:ext uri="{FF2B5EF4-FFF2-40B4-BE49-F238E27FC236}">
                <a16:creationId xmlns:a16="http://schemas.microsoft.com/office/drawing/2014/main" id="{E1B56B9A-F7E6-8A83-EA09-7C16391182FA}"/>
              </a:ext>
            </a:extLst>
          </p:cNvPr>
          <p:cNvSpPr txBox="1"/>
          <p:nvPr/>
        </p:nvSpPr>
        <p:spPr>
          <a:xfrm>
            <a:off x="6400800" y="2272054"/>
            <a:ext cx="5056632" cy="1783080"/>
          </a:xfrm>
          <a:prstGeom prst="rect">
            <a:avLst/>
          </a:prstGeom>
          <a:noFill/>
        </p:spPr>
        <p:txBody>
          <a:bodyPr wrap="square" lIns="0" tIns="0" rIns="0" bIns="0">
            <a:spAutoFit/>
          </a:bodyPr>
          <a:lstStyle/>
          <a:p>
            <a:pPr>
              <a:spcAft>
                <a:spcPts val="600"/>
              </a:spcAft>
            </a:pPr>
            <a:r>
              <a:rPr sz="1150" b="1">
                <a:solidFill>
                  <a:srgbClr val="4C9AFF"/>
                </a:solidFill>
                <a:latin typeface="Segoe UI"/>
              </a:rPr>
              <a:t>▸ Load Workflow JSON: </a:t>
            </a:r>
            <a:r>
              <a:rPr sz="1150">
                <a:solidFill>
                  <a:srgbClr val="F5F7FA"/>
                </a:solidFill>
                <a:latin typeface="Segoe UI"/>
              </a:rPr>
              <a:t>Drag and drop 'wan2.2-i2v-rapid-aio-gguf-fixed.json' onto the ComfyUI browser canvas (or use Workflows ➔ Open).</a:t>
            </a:r>
          </a:p>
          <a:p>
            <a:pPr>
              <a:spcAft>
                <a:spcPts val="600"/>
              </a:spcAft>
            </a:pPr>
            <a:r>
              <a:rPr sz="1150" b="1">
                <a:solidFill>
                  <a:srgbClr val="4C9AFF"/>
                </a:solidFill>
                <a:latin typeface="Segoe UI"/>
              </a:rPr>
              <a:t>▸ Upload Starting Photo: </a:t>
            </a:r>
            <a:r>
              <a:rPr sz="1150">
                <a:solidFill>
                  <a:srgbClr val="F5F7FA"/>
                </a:solidFill>
                <a:latin typeface="Segoe UI"/>
              </a:rPr>
              <a:t>In Node #10 (LoadImage), click 'Choose file to upload' to pick your own photo (or test with 'tiger.png' first).</a:t>
            </a:r>
          </a:p>
          <a:p>
            <a:pPr>
              <a:spcAft>
                <a:spcPts val="600"/>
              </a:spcAft>
            </a:pPr>
            <a:r>
              <a:rPr sz="1150" b="1">
                <a:solidFill>
                  <a:srgbClr val="2ED5B7"/>
                </a:solidFill>
                <a:latin typeface="Segoe UI"/>
              </a:rPr>
              <a:t>▸ Set Aspect Ratio / Size: </a:t>
            </a:r>
            <a:r>
              <a:rPr sz="1150">
                <a:solidFill>
                  <a:srgbClr val="F5F7FA"/>
                </a:solidFill>
                <a:latin typeface="Segoe UI"/>
              </a:rPr>
              <a:t>In Node #16 (ImageResizeKJv2), keep 512×512 (square) or try 640×384 (landscape) / 384×640 (portrait).</a:t>
            </a:r>
          </a:p>
        </p:txBody>
      </p:sp>
      <p:sp>
        <p:nvSpPr>
          <p:cNvPr id="13" name="Rounded Rectangle 10">
            <a:extLst>
              <a:ext uri="{FF2B5EF4-FFF2-40B4-BE49-F238E27FC236}">
                <a16:creationId xmlns:a16="http://schemas.microsoft.com/office/drawing/2014/main" id="{3435561A-CACD-07D0-BDAA-53C519D707C0}"/>
              </a:ext>
            </a:extLst>
          </p:cNvPr>
          <p:cNvSpPr/>
          <p:nvPr/>
        </p:nvSpPr>
        <p:spPr>
          <a:xfrm>
            <a:off x="548640" y="4411750"/>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1">
            <a:extLst>
              <a:ext uri="{FF2B5EF4-FFF2-40B4-BE49-F238E27FC236}">
                <a16:creationId xmlns:a16="http://schemas.microsoft.com/office/drawing/2014/main" id="{1BA424EB-0D26-A4D0-785A-8AB03D59E988}"/>
              </a:ext>
            </a:extLst>
          </p:cNvPr>
          <p:cNvSpPr/>
          <p:nvPr/>
        </p:nvSpPr>
        <p:spPr>
          <a:xfrm>
            <a:off x="548640" y="4411750"/>
            <a:ext cx="5422392" cy="38404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STEP 3: WRITE A MOTION PROMPT</a:t>
            </a:r>
          </a:p>
        </p:txBody>
      </p:sp>
      <p:sp>
        <p:nvSpPr>
          <p:cNvPr id="15" name="TextBox 14">
            <a:extLst>
              <a:ext uri="{FF2B5EF4-FFF2-40B4-BE49-F238E27FC236}">
                <a16:creationId xmlns:a16="http://schemas.microsoft.com/office/drawing/2014/main" id="{AC0C4B01-79FE-3033-7262-D53C08C49B09}"/>
              </a:ext>
            </a:extLst>
          </p:cNvPr>
          <p:cNvSpPr txBox="1"/>
          <p:nvPr/>
        </p:nvSpPr>
        <p:spPr>
          <a:xfrm>
            <a:off x="731520" y="4923813"/>
            <a:ext cx="5056632" cy="1783080"/>
          </a:xfrm>
          <a:prstGeom prst="rect">
            <a:avLst/>
          </a:prstGeom>
          <a:noFill/>
        </p:spPr>
        <p:txBody>
          <a:bodyPr wrap="square" lIns="0" tIns="0" rIns="0" bIns="0">
            <a:spAutoFit/>
          </a:bodyPr>
          <a:lstStyle/>
          <a:p>
            <a:pPr>
              <a:spcAft>
                <a:spcPts val="600"/>
              </a:spcAft>
            </a:pPr>
            <a:r>
              <a:rPr sz="1150" b="1">
                <a:solidFill>
                  <a:srgbClr val="FFCC4D"/>
                </a:solidFill>
                <a:latin typeface="Segoe UI"/>
              </a:rPr>
              <a:t>▸ Edit Positive Input (#5): </a:t>
            </a:r>
            <a:r>
              <a:rPr sz="1150">
                <a:solidFill>
                  <a:srgbClr val="F5F7FA"/>
                </a:solidFill>
                <a:latin typeface="Segoe UI"/>
              </a:rPr>
              <a:t>Type a clear description of the action you want to see (e.g., 'The tiger walks across the road, cinematic camera tracking shot').</a:t>
            </a:r>
          </a:p>
          <a:p>
            <a:pPr>
              <a:spcAft>
                <a:spcPts val="600"/>
              </a:spcAft>
            </a:pPr>
            <a:r>
              <a:rPr sz="1150" b="1">
                <a:solidFill>
                  <a:srgbClr val="FF5C5C"/>
                </a:solidFill>
                <a:latin typeface="Segoe UI"/>
              </a:rPr>
              <a:t>▸ Leave Negative Blank (#4): </a:t>
            </a:r>
            <a:r>
              <a:rPr sz="1150">
                <a:solidFill>
                  <a:srgbClr val="F5F7FA"/>
                </a:solidFill>
                <a:latin typeface="Segoe UI"/>
              </a:rPr>
              <a:t>Keep the red Negative node empty ('') because Rapid AIO uses CFG = 1.0.</a:t>
            </a:r>
          </a:p>
        </p:txBody>
      </p:sp>
      <p:sp>
        <p:nvSpPr>
          <p:cNvPr id="16" name="Rounded Rectangle 13">
            <a:extLst>
              <a:ext uri="{FF2B5EF4-FFF2-40B4-BE49-F238E27FC236}">
                <a16:creationId xmlns:a16="http://schemas.microsoft.com/office/drawing/2014/main" id="{19D5F56D-A1CC-6611-8FA7-640DD11A40FB}"/>
              </a:ext>
            </a:extLst>
          </p:cNvPr>
          <p:cNvSpPr/>
          <p:nvPr/>
        </p:nvSpPr>
        <p:spPr>
          <a:xfrm>
            <a:off x="6217920" y="4411750"/>
            <a:ext cx="5422392" cy="24231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4">
            <a:extLst>
              <a:ext uri="{FF2B5EF4-FFF2-40B4-BE49-F238E27FC236}">
                <a16:creationId xmlns:a16="http://schemas.microsoft.com/office/drawing/2014/main" id="{D7FC0B69-15C2-735E-7F2F-55A7B5C5FCD0}"/>
              </a:ext>
            </a:extLst>
          </p:cNvPr>
          <p:cNvSpPr/>
          <p:nvPr/>
        </p:nvSpPr>
        <p:spPr>
          <a:xfrm>
            <a:off x="6217920" y="4411750"/>
            <a:ext cx="5422392" cy="384048"/>
          </a:xfrm>
          <a:prstGeom prst="roundRect">
            <a:avLst>
              <a:gd name="adj" fmla="val 8000"/>
            </a:avLst>
          </a:prstGeom>
          <a:solidFill>
            <a:srgbClr val="48CF85"/>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STEP 4: QUEUE, PREVIEW &amp; DOWNLOAD MP4</a:t>
            </a:r>
          </a:p>
        </p:txBody>
      </p:sp>
      <p:sp>
        <p:nvSpPr>
          <p:cNvPr id="18" name="TextBox 17">
            <a:extLst>
              <a:ext uri="{FF2B5EF4-FFF2-40B4-BE49-F238E27FC236}">
                <a16:creationId xmlns:a16="http://schemas.microsoft.com/office/drawing/2014/main" id="{FE9DBADF-5CE9-649E-DC59-D0876F9DF2BB}"/>
              </a:ext>
            </a:extLst>
          </p:cNvPr>
          <p:cNvSpPr txBox="1"/>
          <p:nvPr/>
        </p:nvSpPr>
        <p:spPr>
          <a:xfrm>
            <a:off x="6400800" y="4923813"/>
            <a:ext cx="5056632" cy="1783080"/>
          </a:xfrm>
          <a:prstGeom prst="rect">
            <a:avLst/>
          </a:prstGeom>
          <a:noFill/>
        </p:spPr>
        <p:txBody>
          <a:bodyPr wrap="square" lIns="0" tIns="0" rIns="0" bIns="0">
            <a:spAutoFit/>
          </a:bodyPr>
          <a:lstStyle/>
          <a:p>
            <a:pPr>
              <a:spcAft>
                <a:spcPts val="600"/>
              </a:spcAft>
            </a:pPr>
            <a:r>
              <a:rPr sz="1150" b="1">
                <a:solidFill>
                  <a:srgbClr val="48CF85"/>
                </a:solidFill>
                <a:latin typeface="Segoe UI"/>
              </a:rPr>
              <a:t>▸ Run Generation: </a:t>
            </a:r>
            <a:r>
              <a:rPr sz="1150">
                <a:solidFill>
                  <a:srgbClr val="F5F7FA"/>
                </a:solidFill>
                <a:latin typeface="Segoe UI"/>
              </a:rPr>
              <a:t>Click 'Queue' (Ctrl + Enter). Watch the green execution border move from the Loaders ➔ WanImageToVideo ➔ KSampler (4 steps) ➔ VAEDecode.</a:t>
            </a:r>
          </a:p>
          <a:p>
            <a:pPr>
              <a:spcAft>
                <a:spcPts val="600"/>
              </a:spcAft>
            </a:pPr>
            <a:r>
              <a:rPr sz="1150" b="1">
                <a:solidFill>
                  <a:srgbClr val="48CF85"/>
                </a:solidFill>
                <a:latin typeface="Segoe UI"/>
              </a:rPr>
              <a:t>▸ Preview &amp; Save Video: </a:t>
            </a:r>
            <a:r>
              <a:rPr sz="1150">
                <a:solidFill>
                  <a:srgbClr val="F5F7FA"/>
                </a:solidFill>
                <a:latin typeface="Segoe UI"/>
              </a:rPr>
              <a:t>Watch the 24fps video play inside Node #8 (VHS_VideoCombine). Right-click the video preview and select 'Save preview' to download your MP4!</a:t>
            </a:r>
          </a:p>
        </p:txBody>
      </p:sp>
    </p:spTree>
    <p:extLst>
      <p:ext uri="{BB962C8B-B14F-4D97-AF65-F5344CB8AC3E}">
        <p14:creationId xmlns:p14="http://schemas.microsoft.com/office/powerpoint/2010/main" val="2684116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36</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sp>
        <p:nvSpPr>
          <p:cNvPr id="5" name="TextBox 4">
            <a:extLst>
              <a:ext uri="{FF2B5EF4-FFF2-40B4-BE49-F238E27FC236}">
                <a16:creationId xmlns:a16="http://schemas.microsoft.com/office/drawing/2014/main" id="{CAEA2CF3-6EF0-497B-E486-BDCEE29A6DBC}"/>
              </a:ext>
            </a:extLst>
          </p:cNvPr>
          <p:cNvSpPr txBox="1"/>
          <p:nvPr/>
        </p:nvSpPr>
        <p:spPr>
          <a:xfrm>
            <a:off x="548640" y="889407"/>
            <a:ext cx="10972800" cy="274320"/>
          </a:xfrm>
          <a:prstGeom prst="rect">
            <a:avLst/>
          </a:prstGeom>
          <a:noFill/>
        </p:spPr>
        <p:txBody>
          <a:bodyPr wrap="square" lIns="0" tIns="0" rIns="0" bIns="0">
            <a:spAutoFit/>
          </a:bodyPr>
          <a:lstStyle/>
          <a:p>
            <a:pPr>
              <a:defRPr sz="1000" b="1">
                <a:solidFill>
                  <a:srgbClr val="FFCC4D"/>
                </a:solidFill>
                <a:latin typeface="Segoe UI"/>
              </a:defRPr>
            </a:pPr>
            <a:r>
              <a:rPr dirty="0"/>
              <a:t>BEST PRACTICES &amp; TROUBLESHOOTING</a:t>
            </a:r>
          </a:p>
        </p:txBody>
      </p:sp>
      <p:sp>
        <p:nvSpPr>
          <p:cNvPr id="6" name="TextBox 5">
            <a:extLst>
              <a:ext uri="{FF2B5EF4-FFF2-40B4-BE49-F238E27FC236}">
                <a16:creationId xmlns:a16="http://schemas.microsoft.com/office/drawing/2014/main" id="{992110D1-CBA6-7B2D-89B8-D7F0FA75C52F}"/>
              </a:ext>
            </a:extLst>
          </p:cNvPr>
          <p:cNvSpPr txBox="1"/>
          <p:nvPr/>
        </p:nvSpPr>
        <p:spPr>
          <a:xfrm>
            <a:off x="548640" y="1172415"/>
            <a:ext cx="11064240" cy="369332"/>
          </a:xfrm>
          <a:prstGeom prst="rect">
            <a:avLst/>
          </a:prstGeom>
          <a:noFill/>
        </p:spPr>
        <p:txBody>
          <a:bodyPr wrap="square" lIns="0" tIns="0" rIns="0" bIns="0">
            <a:spAutoFit/>
          </a:bodyPr>
          <a:lstStyle/>
          <a:p>
            <a:pPr>
              <a:defRPr sz="2400" b="1">
                <a:solidFill>
                  <a:srgbClr val="F5F7FA"/>
                </a:solidFill>
                <a:latin typeface="Segoe UI"/>
              </a:defRPr>
            </a:pPr>
            <a:r>
              <a:rPr dirty="0">
                <a:solidFill>
                  <a:schemeClr val="tx1">
                    <a:lumMod val="95000"/>
                    <a:lumOff val="5000"/>
                  </a:schemeClr>
                </a:solidFill>
              </a:rPr>
              <a:t>I2V Motion Prompting Formula &amp; Cloud GPU (16GB VRAM) Tips</a:t>
            </a:r>
          </a:p>
        </p:txBody>
      </p:sp>
      <p:sp>
        <p:nvSpPr>
          <p:cNvPr id="7" name="Rounded Rectangle 4">
            <a:extLst>
              <a:ext uri="{FF2B5EF4-FFF2-40B4-BE49-F238E27FC236}">
                <a16:creationId xmlns:a16="http://schemas.microsoft.com/office/drawing/2014/main" id="{784FF0C0-A491-A030-B205-A670AEB8890A}"/>
              </a:ext>
            </a:extLst>
          </p:cNvPr>
          <p:cNvSpPr/>
          <p:nvPr/>
        </p:nvSpPr>
        <p:spPr>
          <a:xfrm>
            <a:off x="548640" y="1669002"/>
            <a:ext cx="5486400" cy="51663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5">
            <a:extLst>
              <a:ext uri="{FF2B5EF4-FFF2-40B4-BE49-F238E27FC236}">
                <a16:creationId xmlns:a16="http://schemas.microsoft.com/office/drawing/2014/main" id="{3D9EF625-5337-B3B1-A4CE-AE912EBBB20F}"/>
              </a:ext>
            </a:extLst>
          </p:cNvPr>
          <p:cNvSpPr/>
          <p:nvPr/>
        </p:nvSpPr>
        <p:spPr>
          <a:xfrm>
            <a:off x="548640" y="1669002"/>
            <a:ext cx="5486400" cy="384048"/>
          </a:xfrm>
          <a:prstGeom prst="roundRect">
            <a:avLst>
              <a:gd name="adj" fmla="val 8000"/>
            </a:avLst>
          </a:prstGeom>
          <a:solidFill>
            <a:srgbClr val="FFCC4D"/>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How to Write Great Image-to-Video (I2V) Prompts</a:t>
            </a:r>
          </a:p>
        </p:txBody>
      </p:sp>
      <p:sp>
        <p:nvSpPr>
          <p:cNvPr id="9" name="TextBox 8">
            <a:extLst>
              <a:ext uri="{FF2B5EF4-FFF2-40B4-BE49-F238E27FC236}">
                <a16:creationId xmlns:a16="http://schemas.microsoft.com/office/drawing/2014/main" id="{1EB52C0D-9FD6-2DDB-BC4E-AB0477B1818F}"/>
              </a:ext>
            </a:extLst>
          </p:cNvPr>
          <p:cNvSpPr txBox="1"/>
          <p:nvPr/>
        </p:nvSpPr>
        <p:spPr>
          <a:xfrm>
            <a:off x="731520" y="2217642"/>
            <a:ext cx="5120640" cy="4480560"/>
          </a:xfrm>
          <a:prstGeom prst="rect">
            <a:avLst/>
          </a:prstGeom>
          <a:noFill/>
        </p:spPr>
        <p:txBody>
          <a:bodyPr wrap="square" lIns="0" tIns="0" rIns="0" bIns="0">
            <a:spAutoFit/>
          </a:bodyPr>
          <a:lstStyle/>
          <a:p>
            <a:pPr>
              <a:spcAft>
                <a:spcPts val="800"/>
              </a:spcAft>
            </a:pPr>
            <a:r>
              <a:rPr sz="1150" b="1">
                <a:solidFill>
                  <a:srgbClr val="FFCC4D"/>
                </a:solidFill>
                <a:latin typeface="Segoe UI"/>
              </a:rPr>
              <a:t>▸ Don't Re-Describe Every Pixel: </a:t>
            </a:r>
            <a:r>
              <a:rPr sz="1150">
                <a:solidFill>
                  <a:srgbClr val="F5F7FA"/>
                </a:solidFill>
                <a:latin typeface="Segoe UI"/>
              </a:rPr>
              <a:t>Unlike Text-to-Image, the model ALREADY sees your starting photo via CLIP Vision and VAE! You don't need 50 adjectives describing the tiger's fur color.</a:t>
            </a:r>
          </a:p>
          <a:p>
            <a:pPr>
              <a:spcAft>
                <a:spcPts val="800"/>
              </a:spcAft>
            </a:pPr>
            <a:r>
              <a:rPr sz="1150" b="1">
                <a:solidFill>
                  <a:srgbClr val="48CF85"/>
                </a:solidFill>
                <a:latin typeface="Segoe UI"/>
              </a:rPr>
              <a:t>▸ Use the 3-Part Motion Formula: </a:t>
            </a:r>
            <a:r>
              <a:rPr sz="1150">
                <a:solidFill>
                  <a:srgbClr val="F5F7FA"/>
                </a:solidFill>
                <a:latin typeface="Segoe UI"/>
              </a:rPr>
              <a:t>[Subject Action] + [Environment Motion] + [Camera Movement].</a:t>
            </a:r>
          </a:p>
          <a:p>
            <a:pPr>
              <a:spcAft>
                <a:spcPts val="800"/>
              </a:spcAft>
            </a:pPr>
            <a:r>
              <a:rPr sz="1150" b="1">
                <a:solidFill>
                  <a:srgbClr val="F5F7FA"/>
                </a:solidFill>
                <a:latin typeface="Segoe UI"/>
              </a:rPr>
              <a:t>▸ Example 1 (Wildlife Action): </a:t>
            </a:r>
            <a:r>
              <a:rPr sz="1150">
                <a:solidFill>
                  <a:srgbClr val="F5F7FA"/>
                </a:solidFill>
                <a:latin typeface="Segoe UI"/>
              </a:rPr>
              <a:t>'The tiger walks slowly across the road, leaves rustling in the wind, low-angle cinematic tracking shot.'</a:t>
            </a:r>
          </a:p>
          <a:p>
            <a:pPr>
              <a:spcAft>
                <a:spcPts val="800"/>
              </a:spcAft>
            </a:pPr>
            <a:r>
              <a:rPr sz="1150" b="1">
                <a:solidFill>
                  <a:srgbClr val="F5F7FA"/>
                </a:solidFill>
                <a:latin typeface="Segoe UI"/>
              </a:rPr>
              <a:t>▸ Example 2 (Character Portrait): </a:t>
            </a:r>
            <a:r>
              <a:rPr sz="1150">
                <a:solidFill>
                  <a:srgbClr val="F5F7FA"/>
                </a:solidFill>
                <a:latin typeface="Segoe UI"/>
              </a:rPr>
              <a:t>'The woman smiles gently and turns her head toward the camera, soft breeze blowing her hair, subtle handheld camera movement.'</a:t>
            </a:r>
          </a:p>
          <a:p>
            <a:pPr>
              <a:spcAft>
                <a:spcPts val="800"/>
              </a:spcAft>
            </a:pPr>
            <a:r>
              <a:rPr sz="1150" b="1">
                <a:solidFill>
                  <a:srgbClr val="F5F7FA"/>
                </a:solidFill>
                <a:latin typeface="Segoe UI"/>
              </a:rPr>
              <a:t>▸ Example 3 (Scenery / Landscape): </a:t>
            </a:r>
            <a:r>
              <a:rPr sz="1150">
                <a:solidFill>
                  <a:srgbClr val="F5F7FA"/>
                </a:solidFill>
                <a:latin typeface="Segoe UI"/>
              </a:rPr>
              <a:t>'Ocean waves crashing against the rocks, golden hour clouds drifting across the sky, slow drone push-in shot.'</a:t>
            </a:r>
          </a:p>
          <a:p>
            <a:pPr>
              <a:spcAft>
                <a:spcPts val="800"/>
              </a:spcAft>
            </a:pPr>
            <a:r>
              <a:rPr sz="1150" b="1">
                <a:solidFill>
                  <a:srgbClr val="FF5C5C"/>
                </a:solidFill>
                <a:latin typeface="Segoe UI"/>
              </a:rPr>
              <a:t>▸ Avoid Contradicting the Photo: </a:t>
            </a:r>
            <a:r>
              <a:rPr sz="1150">
                <a:solidFill>
                  <a:srgbClr val="F5F7FA"/>
                </a:solidFill>
                <a:latin typeface="Segoe UI"/>
              </a:rPr>
              <a:t>Don't prompt for a subject that isn't in your starting image—guide what is already there!</a:t>
            </a:r>
          </a:p>
        </p:txBody>
      </p:sp>
      <p:sp>
        <p:nvSpPr>
          <p:cNvPr id="10" name="Rounded Rectangle 7">
            <a:extLst>
              <a:ext uri="{FF2B5EF4-FFF2-40B4-BE49-F238E27FC236}">
                <a16:creationId xmlns:a16="http://schemas.microsoft.com/office/drawing/2014/main" id="{486535B8-CA44-1933-AD8F-79692FFCB7A6}"/>
              </a:ext>
            </a:extLst>
          </p:cNvPr>
          <p:cNvSpPr/>
          <p:nvPr/>
        </p:nvSpPr>
        <p:spPr>
          <a:xfrm>
            <a:off x="6263640" y="1669002"/>
            <a:ext cx="5376672" cy="5166360"/>
          </a:xfrm>
          <a:prstGeom prst="roundRect">
            <a:avLst>
              <a:gd name="adj" fmla="val 4000"/>
            </a:avLst>
          </a:prstGeom>
          <a:solidFill>
            <a:srgbClr val="1C2230"/>
          </a:solidFill>
          <a:ln w="15240">
            <a:solidFill>
              <a:srgbClr val="3A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409B9518-A918-4366-E017-5AB8E699B9E0}"/>
              </a:ext>
            </a:extLst>
          </p:cNvPr>
          <p:cNvSpPr/>
          <p:nvPr/>
        </p:nvSpPr>
        <p:spPr>
          <a:xfrm>
            <a:off x="6263640" y="1669002"/>
            <a:ext cx="5376672" cy="384048"/>
          </a:xfrm>
          <a:prstGeom prst="roundRect">
            <a:avLst>
              <a:gd name="adj" fmla="val 8000"/>
            </a:avLst>
          </a:prstGeom>
          <a:solidFill>
            <a:srgbClr val="2ED5B7"/>
          </a:solidFill>
          <a:ln>
            <a:noFill/>
          </a:ln>
        </p:spPr>
        <p:style>
          <a:lnRef idx="1">
            <a:schemeClr val="accent1"/>
          </a:lnRef>
          <a:fillRef idx="3">
            <a:schemeClr val="accent1"/>
          </a:fillRef>
          <a:effectRef idx="2">
            <a:schemeClr val="accent1"/>
          </a:effectRef>
          <a:fontRef idx="minor">
            <a:schemeClr val="lt1"/>
          </a:fontRef>
        </p:style>
        <p:txBody>
          <a:bodyPr wrap="square" lIns="146304" rtlCol="0" anchor="ctr"/>
          <a:lstStyle/>
          <a:p>
            <a:pPr algn="l">
              <a:defRPr sz="1200" b="1">
                <a:solidFill>
                  <a:srgbClr val="141821"/>
                </a:solidFill>
                <a:latin typeface="Segoe UI"/>
              </a:defRPr>
            </a:pPr>
            <a:r>
              <a:t>16GB VRAM Tuning &amp; Troubleshooting Cheat Sheet</a:t>
            </a:r>
          </a:p>
        </p:txBody>
      </p:sp>
      <p:sp>
        <p:nvSpPr>
          <p:cNvPr id="12" name="TextBox 11">
            <a:extLst>
              <a:ext uri="{FF2B5EF4-FFF2-40B4-BE49-F238E27FC236}">
                <a16:creationId xmlns:a16="http://schemas.microsoft.com/office/drawing/2014/main" id="{22428398-6397-473D-32DD-BC9786F9C7FE}"/>
              </a:ext>
            </a:extLst>
          </p:cNvPr>
          <p:cNvSpPr txBox="1"/>
          <p:nvPr/>
        </p:nvSpPr>
        <p:spPr>
          <a:xfrm>
            <a:off x="6446520" y="2217642"/>
            <a:ext cx="5010912" cy="4480560"/>
          </a:xfrm>
          <a:prstGeom prst="rect">
            <a:avLst/>
          </a:prstGeom>
          <a:noFill/>
        </p:spPr>
        <p:txBody>
          <a:bodyPr wrap="square" lIns="0" tIns="0" rIns="0" bIns="0">
            <a:spAutoFit/>
          </a:bodyPr>
          <a:lstStyle/>
          <a:p>
            <a:pPr>
              <a:spcAft>
                <a:spcPts val="800"/>
              </a:spcAft>
            </a:pPr>
            <a:r>
              <a:rPr sz="1150" b="1">
                <a:solidFill>
                  <a:srgbClr val="4C9AFF"/>
                </a:solidFill>
                <a:latin typeface="Segoe UI"/>
              </a:rPr>
              <a:t>▸ Resolution (Node #16 ImageResizeKJv2): </a:t>
            </a:r>
            <a:r>
              <a:rPr sz="1150">
                <a:solidFill>
                  <a:srgbClr val="F5F7FA"/>
                </a:solidFill>
                <a:latin typeface="Segoe UI"/>
              </a:rPr>
              <a:t>512×512 (262K pixels) is the sweet spot for 16GB VRAM. For widescreen, use 640×384; for vertical reels, use 384×640. Avoid 1080p directly!</a:t>
            </a:r>
          </a:p>
          <a:p>
            <a:pPr>
              <a:spcAft>
                <a:spcPts val="800"/>
              </a:spcAft>
            </a:pPr>
            <a:r>
              <a:rPr sz="1150" b="1">
                <a:solidFill>
                  <a:srgbClr val="FF6BB5"/>
                </a:solidFill>
                <a:latin typeface="Segoe UI"/>
              </a:rPr>
              <a:t>▸ Video Length (Node #9 WanImageToVideo): </a:t>
            </a:r>
            <a:r>
              <a:rPr sz="1150">
                <a:solidFill>
                  <a:srgbClr val="F5F7FA"/>
                </a:solidFill>
                <a:latin typeface="Segoe UI"/>
              </a:rPr>
              <a:t>Default is 81 frames (3.375s). If you want faster tests or hit Out-Of-Memory (OOM), reduce length to 49 frames (~2.0s) or 33 frames (~1.4s).</a:t>
            </a:r>
          </a:p>
          <a:p>
            <a:pPr>
              <a:spcAft>
                <a:spcPts val="800"/>
              </a:spcAft>
            </a:pPr>
            <a:r>
              <a:rPr sz="1150" b="1">
                <a:solidFill>
                  <a:srgbClr val="48CF85"/>
                </a:solidFill>
                <a:latin typeface="Segoe UI"/>
              </a:rPr>
              <a:t>▸ Keep Steps = 4 &amp; CFG = 1.0 (Node #3): </a:t>
            </a:r>
            <a:r>
              <a:rPr sz="1150">
                <a:solidFill>
                  <a:srgbClr val="F5F7FA"/>
                </a:solidFill>
                <a:latin typeface="Segoe UI"/>
              </a:rPr>
              <a:t>Rapid AIO is calibrated for 4–6 steps at CFG = 1.0 with sa_solver + beta. Increasing CFG to 7.0 will ruin the video and double runtime!</a:t>
            </a:r>
          </a:p>
          <a:p>
            <a:pPr>
              <a:spcAft>
                <a:spcPts val="800"/>
              </a:spcAft>
            </a:pPr>
            <a:r>
              <a:rPr sz="1150" b="1">
                <a:solidFill>
                  <a:srgbClr val="FFCC4D"/>
                </a:solidFill>
                <a:latin typeface="Segoe UI"/>
              </a:rPr>
              <a:t>▸ Why Did My Video Not Change?: </a:t>
            </a:r>
            <a:r>
              <a:rPr sz="1150">
                <a:solidFill>
                  <a:srgbClr val="F5F7FA"/>
                </a:solidFill>
                <a:latin typeface="Segoe UI"/>
              </a:rPr>
              <a:t>Check 'control_after_generate' in KSampler (#3)—it is set to 'fixed' in the JSON. Switch it to 'randomize' to explore new motion paths.</a:t>
            </a:r>
          </a:p>
          <a:p>
            <a:pPr>
              <a:spcAft>
                <a:spcPts val="800"/>
              </a:spcAft>
            </a:pPr>
            <a:r>
              <a:rPr sz="1150" b="1">
                <a:solidFill>
                  <a:srgbClr val="FF5C5C"/>
                </a:solidFill>
                <a:latin typeface="Segoe UI"/>
              </a:rPr>
              <a:t>▸ Where Are My Saved MP4 Files?: </a:t>
            </a:r>
            <a:r>
              <a:rPr sz="1150">
                <a:solidFill>
                  <a:srgbClr val="F5F7FA"/>
                </a:solidFill>
                <a:latin typeface="Segoe UI"/>
              </a:rPr>
              <a:t>Set 'save_output = true' in Node #8 (VHS_VideoCombine) to save permanently into ComfyUI/output, or right-click the video preview to download.</a:t>
            </a:r>
          </a:p>
        </p:txBody>
      </p:sp>
    </p:spTree>
    <p:extLst>
      <p:ext uri="{BB962C8B-B14F-4D97-AF65-F5344CB8AC3E}">
        <p14:creationId xmlns:p14="http://schemas.microsoft.com/office/powerpoint/2010/main" val="354736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F959A-9CC1-50C9-65FF-1F7BF4D4F6E1}"/>
              </a:ext>
            </a:extLst>
          </p:cNvPr>
          <p:cNvSpPr>
            <a:spLocks noGrp="1"/>
          </p:cNvSpPr>
          <p:nvPr>
            <p:ph type="sldNum" sz="quarter" idx="12"/>
          </p:nvPr>
        </p:nvSpPr>
        <p:spPr>
          <a:xfrm>
            <a:off x="9434459" y="6550848"/>
            <a:ext cx="2743200" cy="297633"/>
          </a:xfrm>
        </p:spPr>
        <p:txBody>
          <a:bodyPr/>
          <a:lstStyle/>
          <a:p>
            <a:fld id="{2B7B873C-A46E-4878-A014-BF36A57BE664}" type="slidenum">
              <a:rPr lang="en-US" smtClean="0"/>
              <a:pPr/>
              <a:t>37</a:t>
            </a:fld>
            <a:endParaRPr lang="en-US" dirty="0"/>
          </a:p>
        </p:txBody>
      </p:sp>
      <p:sp>
        <p:nvSpPr>
          <p:cNvPr id="4" name="Title 3">
            <a:extLst>
              <a:ext uri="{FF2B5EF4-FFF2-40B4-BE49-F238E27FC236}">
                <a16:creationId xmlns:a16="http://schemas.microsoft.com/office/drawing/2014/main" id="{ACB2F1C7-52BF-0362-7422-933A9C8574F5}"/>
              </a:ext>
            </a:extLst>
          </p:cNvPr>
          <p:cNvSpPr>
            <a:spLocks noGrp="1"/>
          </p:cNvSpPr>
          <p:nvPr>
            <p:ph type="title"/>
          </p:nvPr>
        </p:nvSpPr>
        <p:spPr/>
        <p:txBody>
          <a:bodyPr/>
          <a:lstStyle/>
          <a:p>
            <a:r>
              <a:rPr lang="en-HK" dirty="0" err="1"/>
              <a:t>ComfyUI</a:t>
            </a:r>
            <a:r>
              <a:rPr lang="en-HK" dirty="0"/>
              <a:t> – Image to Video</a:t>
            </a:r>
          </a:p>
        </p:txBody>
      </p:sp>
      <p:pic>
        <p:nvPicPr>
          <p:cNvPr id="5" name="Picture 4">
            <a:extLst>
              <a:ext uri="{FF2B5EF4-FFF2-40B4-BE49-F238E27FC236}">
                <a16:creationId xmlns:a16="http://schemas.microsoft.com/office/drawing/2014/main" id="{47E63E6D-33A1-1DBA-0EB1-8E7F7A0A5585}"/>
              </a:ext>
            </a:extLst>
          </p:cNvPr>
          <p:cNvPicPr>
            <a:picLocks noChangeAspect="1"/>
          </p:cNvPicPr>
          <p:nvPr/>
        </p:nvPicPr>
        <p:blipFill>
          <a:blip r:embed="rId2"/>
          <a:stretch>
            <a:fillRect/>
          </a:stretch>
        </p:blipFill>
        <p:spPr>
          <a:xfrm>
            <a:off x="0" y="1956038"/>
            <a:ext cx="12192000" cy="4358258"/>
          </a:xfrm>
          <a:prstGeom prst="rect">
            <a:avLst/>
          </a:prstGeom>
        </p:spPr>
      </p:pic>
      <p:sp>
        <p:nvSpPr>
          <p:cNvPr id="6" name="TextBox 5">
            <a:extLst>
              <a:ext uri="{FF2B5EF4-FFF2-40B4-BE49-F238E27FC236}">
                <a16:creationId xmlns:a16="http://schemas.microsoft.com/office/drawing/2014/main" id="{E9ADB9D5-6816-DD72-CDCB-581BECF444D7}"/>
              </a:ext>
            </a:extLst>
          </p:cNvPr>
          <p:cNvSpPr txBox="1"/>
          <p:nvPr/>
        </p:nvSpPr>
        <p:spPr>
          <a:xfrm>
            <a:off x="548640" y="1145435"/>
            <a:ext cx="11064240" cy="384721"/>
          </a:xfrm>
          <a:prstGeom prst="rect">
            <a:avLst/>
          </a:prstGeom>
          <a:noFill/>
        </p:spPr>
        <p:txBody>
          <a:bodyPr wrap="square" lIns="0" tIns="0" rIns="0" bIns="0">
            <a:spAutoFit/>
          </a:bodyPr>
          <a:lstStyle/>
          <a:p>
            <a:pPr>
              <a:defRPr sz="2500" b="1">
                <a:solidFill>
                  <a:srgbClr val="F5F7FA"/>
                </a:solidFill>
                <a:latin typeface="Segoe UI"/>
              </a:defRPr>
            </a:pPr>
            <a:r>
              <a:rPr lang="en-HK" dirty="0">
                <a:solidFill>
                  <a:schemeClr val="tx1">
                    <a:lumMod val="95000"/>
                    <a:lumOff val="5000"/>
                  </a:schemeClr>
                </a:solidFill>
              </a:rPr>
              <a:t>Image to Video Workflow Diagram</a:t>
            </a:r>
            <a:endParaRPr dirty="0">
              <a:solidFill>
                <a:schemeClr val="tx1">
                  <a:lumMod val="95000"/>
                  <a:lumOff val="5000"/>
                </a:schemeClr>
              </a:solidFill>
            </a:endParaRPr>
          </a:p>
        </p:txBody>
      </p:sp>
      <p:sp>
        <p:nvSpPr>
          <p:cNvPr id="7" name="Arrow: Down 6">
            <a:extLst>
              <a:ext uri="{FF2B5EF4-FFF2-40B4-BE49-F238E27FC236}">
                <a16:creationId xmlns:a16="http://schemas.microsoft.com/office/drawing/2014/main" id="{C473ECBA-1DCE-7BA6-9A05-3D153EEC3B18}"/>
              </a:ext>
            </a:extLst>
          </p:cNvPr>
          <p:cNvSpPr/>
          <p:nvPr/>
        </p:nvSpPr>
        <p:spPr>
          <a:xfrm>
            <a:off x="11068176" y="1832671"/>
            <a:ext cx="484632" cy="978408"/>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HK"/>
          </a:p>
        </p:txBody>
      </p:sp>
      <p:sp>
        <p:nvSpPr>
          <p:cNvPr id="8" name="TextBox 7">
            <a:extLst>
              <a:ext uri="{FF2B5EF4-FFF2-40B4-BE49-F238E27FC236}">
                <a16:creationId xmlns:a16="http://schemas.microsoft.com/office/drawing/2014/main" id="{6E1DFE64-8D28-CE2C-96CC-74C24C54BA71}"/>
              </a:ext>
            </a:extLst>
          </p:cNvPr>
          <p:cNvSpPr txBox="1"/>
          <p:nvPr/>
        </p:nvSpPr>
        <p:spPr>
          <a:xfrm>
            <a:off x="10122779" y="1401656"/>
            <a:ext cx="2069221" cy="369332"/>
          </a:xfrm>
          <a:prstGeom prst="rect">
            <a:avLst/>
          </a:prstGeom>
          <a:noFill/>
        </p:spPr>
        <p:txBody>
          <a:bodyPr wrap="none" rtlCol="0">
            <a:spAutoFit/>
          </a:bodyPr>
          <a:lstStyle/>
          <a:p>
            <a:r>
              <a:rPr lang="en-HK" dirty="0"/>
              <a:t>Install Missing Node</a:t>
            </a:r>
          </a:p>
        </p:txBody>
      </p:sp>
      <p:pic>
        <p:nvPicPr>
          <p:cNvPr id="9" name="Picture 8">
            <a:extLst>
              <a:ext uri="{FF2B5EF4-FFF2-40B4-BE49-F238E27FC236}">
                <a16:creationId xmlns:a16="http://schemas.microsoft.com/office/drawing/2014/main" id="{589C8EE2-4B9C-4B43-7E71-1EB4C52B1CD0}"/>
              </a:ext>
            </a:extLst>
          </p:cNvPr>
          <p:cNvPicPr>
            <a:picLocks noChangeAspect="1"/>
          </p:cNvPicPr>
          <p:nvPr/>
        </p:nvPicPr>
        <p:blipFill>
          <a:blip r:embed="rId3"/>
          <a:stretch>
            <a:fillRect/>
          </a:stretch>
        </p:blipFill>
        <p:spPr>
          <a:xfrm>
            <a:off x="9683420" y="912857"/>
            <a:ext cx="2257740" cy="362001"/>
          </a:xfrm>
          <a:prstGeom prst="rect">
            <a:avLst/>
          </a:prstGeom>
        </p:spPr>
      </p:pic>
      <p:sp>
        <p:nvSpPr>
          <p:cNvPr id="10" name="Rectangle: Rounded Corners 9">
            <a:extLst>
              <a:ext uri="{FF2B5EF4-FFF2-40B4-BE49-F238E27FC236}">
                <a16:creationId xmlns:a16="http://schemas.microsoft.com/office/drawing/2014/main" id="{DFA5A8C8-11DC-310D-1712-FAC6A9805E81}"/>
              </a:ext>
            </a:extLst>
          </p:cNvPr>
          <p:cNvSpPr/>
          <p:nvPr/>
        </p:nvSpPr>
        <p:spPr>
          <a:xfrm>
            <a:off x="9523173" y="727519"/>
            <a:ext cx="2598851" cy="687236"/>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240547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 y="2294935"/>
            <a:ext cx="12191999" cy="1937932"/>
          </a:xfrm>
        </p:spPr>
        <p:txBody>
          <a:bodyPr>
            <a:normAutofit/>
          </a:bodyPr>
          <a:lstStyle/>
          <a:p>
            <a:pPr algn="ctr"/>
            <a:r>
              <a:rPr lang="en-HK" altLang="zh-TW" sz="6400" b="1">
                <a:ea typeface="DFKai-SB" panose="03000509000000000000" pitchFamily="65" charset="-120"/>
              </a:rPr>
              <a:t>Thank you</a:t>
            </a:r>
            <a:endParaRPr lang="en-US" sz="6000" b="1"/>
          </a:p>
        </p:txBody>
      </p:sp>
    </p:spTree>
    <p:extLst>
      <p:ext uri="{BB962C8B-B14F-4D97-AF65-F5344CB8AC3E}">
        <p14:creationId xmlns:p14="http://schemas.microsoft.com/office/powerpoint/2010/main" val="2961585828"/>
      </p:ext>
    </p:extLst>
  </p:cSld>
  <p:clrMapOvr>
    <a:masterClrMapping/>
  </p:clrMapOvr>
</p:sld>
</file>

<file path=ppt/theme/theme1.xml><?xml version="1.0" encoding="utf-8"?>
<a:theme xmlns:a="http://schemas.openxmlformats.org/drawingml/2006/main" name="4_PolyU PowerPoint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lyU PowerPoint Template.potx" id="{E764C88A-3F4D-4507-BBB9-91228AAE1803}" vid="{F59133E1-B675-43DD-959C-EDA83C074C2D}"/>
    </a:ext>
  </a:extLst>
</a:theme>
</file>

<file path=ppt/theme/theme2.xml><?xml version="1.0" encoding="utf-8"?>
<a:theme xmlns:a="http://schemas.openxmlformats.org/drawingml/2006/main" name="2_PolyU PowerPoint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lyU PowerPoint Template.potx" id="{E764C88A-3F4D-4507-BBB9-91228AAE1803}" vid="{F59133E1-B675-43DD-959C-EDA83C074C2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92ec02a-4f36-4e57-ab31-3f9a2517fbf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7CFE8DFB0CEC4DA90042240F29083C" ma:contentTypeVersion="14" ma:contentTypeDescription="Create a new document." ma:contentTypeScope="" ma:versionID="cc86be931cedeaef3be655e8b986a64d">
  <xsd:schema xmlns:xsd="http://www.w3.org/2001/XMLSchema" xmlns:xs="http://www.w3.org/2001/XMLSchema" xmlns:p="http://schemas.microsoft.com/office/2006/metadata/properties" xmlns:ns3="192ec02a-4f36-4e57-ab31-3f9a2517fbf8" xmlns:ns4="479e3505-17a2-4aa5-b482-3c8aed5ca2f7" targetNamespace="http://schemas.microsoft.com/office/2006/metadata/properties" ma:root="true" ma:fieldsID="f72582ce13e106bb44a208a54dd40304" ns3:_="" ns4:_="">
    <xsd:import namespace="192ec02a-4f36-4e57-ab31-3f9a2517fbf8"/>
    <xsd:import namespace="479e3505-17a2-4aa5-b482-3c8aed5ca2f7"/>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2ec02a-4f36-4e57-ab31-3f9a2517fbf8"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SystemTags" ma:index="21"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79e3505-17a2-4aa5-b482-3c8aed5ca2f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9EEAD7-5F53-42F1-92DD-17299E53FB6D}">
  <ds:schemaRefs>
    <ds:schemaRef ds:uri="http://www.w3.org/XML/1998/namespace"/>
    <ds:schemaRef ds:uri="http://schemas.openxmlformats.org/package/2006/metadata/core-properties"/>
    <ds:schemaRef ds:uri="http://purl.org/dc/elements/1.1/"/>
    <ds:schemaRef ds:uri="http://purl.org/dc/dcmitype/"/>
    <ds:schemaRef ds:uri="http://schemas.microsoft.com/office/2006/documentManagement/types"/>
    <ds:schemaRef ds:uri="http://schemas.microsoft.com/office/infopath/2007/PartnerControls"/>
    <ds:schemaRef ds:uri="http://schemas.microsoft.com/office/2006/metadata/properties"/>
    <ds:schemaRef ds:uri="479e3505-17a2-4aa5-b482-3c8aed5ca2f7"/>
    <ds:schemaRef ds:uri="192ec02a-4f36-4e57-ab31-3f9a2517fbf8"/>
    <ds:schemaRef ds:uri="http://purl.org/dc/terms/"/>
  </ds:schemaRefs>
</ds:datastoreItem>
</file>

<file path=customXml/itemProps2.xml><?xml version="1.0" encoding="utf-8"?>
<ds:datastoreItem xmlns:ds="http://schemas.openxmlformats.org/officeDocument/2006/customXml" ds:itemID="{3C0041F6-104C-490A-B234-CC9BE0D3C7DE}">
  <ds:schemaRefs>
    <ds:schemaRef ds:uri="192ec02a-4f36-4e57-ab31-3f9a2517fbf8"/>
    <ds:schemaRef ds:uri="479e3505-17a2-4aa5-b482-3c8aed5ca2f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6F7AA9D-9C26-4534-9AC1-8079EB0B78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14932</TotalTime>
  <Words>11387</Words>
  <Application>Microsoft Office PowerPoint</Application>
  <PresentationFormat>Widescreen</PresentationFormat>
  <Paragraphs>827</Paragraphs>
  <Slides>38</Slides>
  <Notes>24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38</vt:i4>
      </vt:variant>
    </vt:vector>
  </HeadingPairs>
  <TitlesOfParts>
    <vt:vector size="46" baseType="lpstr">
      <vt:lpstr>DFKai-SB</vt:lpstr>
      <vt:lpstr>Arial</vt:lpstr>
      <vt:lpstr>Calibri</vt:lpstr>
      <vt:lpstr>Consolas</vt:lpstr>
      <vt:lpstr>Constantia</vt:lpstr>
      <vt:lpstr>Segoe UI</vt:lpstr>
      <vt:lpstr>4_PolyU PowerPoint Template</vt:lpstr>
      <vt:lpstr>2_PolyU PowerPoint Template</vt:lpstr>
      <vt:lpstr>PowerPoint Presentation</vt:lpstr>
      <vt:lpstr>ComfyUI Workshop</vt:lpstr>
      <vt:lpstr>Running ComfyUI</vt:lpstr>
      <vt:lpstr>Running ComfyUI</vt:lpstr>
      <vt:lpstr>Running ComfyUI</vt:lpstr>
      <vt:lpstr>Running ComfyUI</vt:lpstr>
      <vt:lpstr>Running ComfyUI</vt:lpstr>
      <vt:lpstr>ComfyUI – Text to Image</vt:lpstr>
      <vt:lpstr>ComfyUI – Text to Image</vt:lpstr>
      <vt:lpstr>ComfyUI – Text to Image</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Text to Image Workflow</vt:lpstr>
      <vt:lpstr>ComfyUI – Model Manager &amp; Nodes Manger</vt:lpstr>
      <vt:lpstr>ComfyUI – Image to Video</vt:lpstr>
      <vt:lpstr>ComfyUI – Image to Video</vt:lpstr>
      <vt:lpstr>ComfyUI – Image to Video</vt:lpstr>
      <vt:lpstr>ComfyUI – Image to Video</vt:lpstr>
      <vt:lpstr>ComfyUI – Image to Video</vt:lpstr>
      <vt:lpstr>ComfyUI – Image to Video</vt:lpstr>
      <vt:lpstr>ComfyUI – Image to Video</vt:lpstr>
      <vt:lpstr>ComfyUI – Image to Video</vt:lpstr>
      <vt:lpstr>ComfyUI – Image to Video</vt:lpstr>
      <vt:lpstr>ComfyUI – Image to Video</vt:lpstr>
      <vt:lpstr>ComfyUI – Image to Video</vt:lpstr>
      <vt:lpstr>ComfyUI – Image to Video</vt:lpstr>
      <vt:lpstr>ComfyUI – Image to Video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Choi, Winnie [P]</dc:creator>
  <cp:lastModifiedBy>YIU, cwyiu [IC]</cp:lastModifiedBy>
  <cp:revision>369</cp:revision>
  <cp:lastPrinted>2026-05-14T02:17:57Z</cp:lastPrinted>
  <dcterms:created xsi:type="dcterms:W3CDTF">2021-05-03T07:54:58Z</dcterms:created>
  <dcterms:modified xsi:type="dcterms:W3CDTF">2026-10-29T12:19:11Z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0x010100327CFE8DFB0CEC4DA90042240F29083C</vt:lpwstr>
  </property>
</Properties>
</file>